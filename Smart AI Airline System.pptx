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8"/>
  </p:notesMasterIdLst>
  <p:sldIdLst>
    <p:sldId id="293" r:id="rId2"/>
    <p:sldId id="258" r:id="rId3"/>
    <p:sldId id="259" r:id="rId4"/>
    <p:sldId id="262" r:id="rId5"/>
    <p:sldId id="276" r:id="rId6"/>
    <p:sldId id="275" r:id="rId7"/>
    <p:sldId id="280" r:id="rId8"/>
    <p:sldId id="281" r:id="rId9"/>
    <p:sldId id="285" r:id="rId10"/>
    <p:sldId id="294" r:id="rId11"/>
    <p:sldId id="288" r:id="rId12"/>
    <p:sldId id="289" r:id="rId13"/>
    <p:sldId id="298" r:id="rId14"/>
    <p:sldId id="297" r:id="rId15"/>
    <p:sldId id="295" r:id="rId16"/>
    <p:sldId id="292" r:id="rId17"/>
  </p:sldIdLst>
  <p:sldSz cx="9144000" cy="5143500" type="screen16x9"/>
  <p:notesSz cx="6858000" cy="9144000"/>
  <p:embeddedFontLst>
    <p:embeddedFont>
      <p:font typeface="M PLUS 1p" panose="020B0604020202020204" charset="-128"/>
      <p:regular r:id="rId19"/>
      <p:bold r:id="rId20"/>
    </p:embeddedFont>
    <p:embeddedFont>
      <p:font typeface="Nunito Light" pitchFamily="2" charset="0"/>
      <p:regular r:id="rId21"/>
      <p:italic r:id="rId22"/>
    </p:embeddedFont>
    <p:embeddedFont>
      <p:font typeface="Raleway Black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A775AD-F758-4BAE-A3B3-1325A7CE6C39}">
  <a:tblStyle styleId="{00A775AD-F758-4BAE-A3B3-1325A7CE6C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ACF5A25-835D-4F70-BCF4-B13C4C5DA2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4" name="Google Shape;8894;g22b33fc07b8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895" name="Google Shape;8895;g22b33fc07b8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2" name="Google Shape;378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783" name="Google Shape;378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6" name="Google Shape;4036;g22b33fc07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037" name="Google Shape;4037;g22b33fc07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3" name="Google Shape;4573;g22b33fc07b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574" name="Google Shape;4574;g22b33fc07b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6" name="Google Shape;6766;g22b33fc07b8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767" name="Google Shape;6767;g22b33fc07b8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" name="Google Shape;6657;g22b33fc07b8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58" name="Google Shape;6658;g22b33fc07b8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4" name="Google Shape;7094;g22b33fc07b8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095" name="Google Shape;7095;g22b33fc07b8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0" name="Google Shape;7100;g22b33fc07b8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101" name="Google Shape;7101;g22b33fc07b8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" name="Google Shape;7761;g22b33fc07b8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762" name="Google Shape;7762;g22b33fc07b8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4" name="Google Shape;7914;g22b33fc07b8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915" name="Google Shape;7915;g22b33fc07b8_0_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4" name="Google Shape;8024;g22b33fc07b8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5" name="Google Shape;8025;g22b33fc07b8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1" name="Google Shape;8811;g22b33fc07b8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812" name="Google Shape;8812;g22b33fc07b8_0_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696" name="Google Shape;696;p6"/>
          <p:cNvGrpSpPr/>
          <p:nvPr/>
        </p:nvGrpSpPr>
        <p:grpSpPr>
          <a:xfrm>
            <a:off x="7949021" y="92988"/>
            <a:ext cx="1631075" cy="374250"/>
            <a:chOff x="1284050" y="-462000"/>
            <a:chExt cx="1631075" cy="374250"/>
          </a:xfrm>
        </p:grpSpPr>
        <p:sp>
          <p:nvSpPr>
            <p:cNvPr id="697" name="Google Shape;697;p6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0" name="Google Shape;700;p6"/>
          <p:cNvGrpSpPr/>
          <p:nvPr/>
        </p:nvGrpSpPr>
        <p:grpSpPr>
          <a:xfrm>
            <a:off x="311729" y="160583"/>
            <a:ext cx="965604" cy="239081"/>
            <a:chOff x="4036326" y="-955475"/>
            <a:chExt cx="1775987" cy="439811"/>
          </a:xfrm>
        </p:grpSpPr>
        <p:sp>
          <p:nvSpPr>
            <p:cNvPr id="701" name="Google Shape;701;p6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3" name="Google Shape;703;p6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704" name="Google Shape;704;p6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705" name="Google Shape;705;p6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6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7" name="Google Shape;707;p6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6"/>
          <p:cNvGrpSpPr/>
          <p:nvPr/>
        </p:nvGrpSpPr>
        <p:grpSpPr>
          <a:xfrm flipH="1">
            <a:off x="-98027" y="3938138"/>
            <a:ext cx="811246" cy="1205364"/>
            <a:chOff x="8044750" y="-1789024"/>
            <a:chExt cx="811246" cy="1205364"/>
          </a:xfrm>
        </p:grpSpPr>
        <p:sp>
          <p:nvSpPr>
            <p:cNvPr id="709" name="Google Shape;709;p6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9" name="Google Shape;729;p6"/>
          <p:cNvGrpSpPr/>
          <p:nvPr/>
        </p:nvGrpSpPr>
        <p:grpSpPr>
          <a:xfrm flipH="1">
            <a:off x="8430786" y="3938138"/>
            <a:ext cx="811246" cy="1205364"/>
            <a:chOff x="8044750" y="-1789024"/>
            <a:chExt cx="811246" cy="1205364"/>
          </a:xfrm>
        </p:grpSpPr>
        <p:sp>
          <p:nvSpPr>
            <p:cNvPr id="730" name="Google Shape;730;p6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1" name="Google Shape;751;p7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752" name="Google Shape;752;p7"/>
            <p:cNvSpPr/>
            <p:nvPr/>
          </p:nvSpPr>
          <p:spPr>
            <a:xfrm>
              <a:off x="-622046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7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5" name="Google Shape;755;p7"/>
          <p:cNvSpPr txBox="1">
            <a:spLocks noGrp="1"/>
          </p:cNvSpPr>
          <p:nvPr>
            <p:ph type="body" idx="1"/>
          </p:nvPr>
        </p:nvSpPr>
        <p:spPr>
          <a:xfrm>
            <a:off x="2238000" y="1615483"/>
            <a:ext cx="4668000" cy="21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56" name="Google Shape;756;p7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57" name="Google Shape;757;p7"/>
          <p:cNvGrpSpPr/>
          <p:nvPr/>
        </p:nvGrpSpPr>
        <p:grpSpPr>
          <a:xfrm>
            <a:off x="405757" y="126670"/>
            <a:ext cx="965604" cy="239081"/>
            <a:chOff x="4036326" y="-955475"/>
            <a:chExt cx="1775987" cy="439811"/>
          </a:xfrm>
        </p:grpSpPr>
        <p:sp>
          <p:nvSpPr>
            <p:cNvPr id="758" name="Google Shape;758;p7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" name="Google Shape;760;p7"/>
          <p:cNvGrpSpPr/>
          <p:nvPr/>
        </p:nvGrpSpPr>
        <p:grpSpPr>
          <a:xfrm>
            <a:off x="6735157" y="68570"/>
            <a:ext cx="965604" cy="239081"/>
            <a:chOff x="4036326" y="-955475"/>
            <a:chExt cx="1775987" cy="439811"/>
          </a:xfrm>
        </p:grpSpPr>
        <p:sp>
          <p:nvSpPr>
            <p:cNvPr id="761" name="Google Shape;761;p7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7"/>
          <p:cNvGrpSpPr/>
          <p:nvPr/>
        </p:nvGrpSpPr>
        <p:grpSpPr>
          <a:xfrm>
            <a:off x="-851400" y="914438"/>
            <a:ext cx="1631075" cy="374250"/>
            <a:chOff x="1284050" y="-462000"/>
            <a:chExt cx="1631075" cy="374250"/>
          </a:xfrm>
        </p:grpSpPr>
        <p:sp>
          <p:nvSpPr>
            <p:cNvPr id="764" name="Google Shape;764;p7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7" name="Google Shape;767;p7"/>
          <p:cNvGrpSpPr/>
          <p:nvPr/>
        </p:nvGrpSpPr>
        <p:grpSpPr>
          <a:xfrm flipH="1">
            <a:off x="9325" y="3197463"/>
            <a:ext cx="665236" cy="1946062"/>
            <a:chOff x="8991157" y="-2384450"/>
            <a:chExt cx="665236" cy="1946062"/>
          </a:xfrm>
        </p:grpSpPr>
        <p:sp>
          <p:nvSpPr>
            <p:cNvPr id="768" name="Google Shape;768;p7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7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7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7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7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7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7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7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7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7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7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7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" name="Google Shape;796;p7"/>
          <p:cNvGrpSpPr/>
          <p:nvPr/>
        </p:nvGrpSpPr>
        <p:grpSpPr>
          <a:xfrm flipH="1">
            <a:off x="8308349" y="3135038"/>
            <a:ext cx="764487" cy="2010759"/>
            <a:chOff x="9765662" y="-2191721"/>
            <a:chExt cx="764487" cy="2010759"/>
          </a:xfrm>
        </p:grpSpPr>
        <p:sp>
          <p:nvSpPr>
            <p:cNvPr id="797" name="Google Shape;797;p7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7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7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7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7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7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7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7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7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7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7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7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7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7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7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7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7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7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7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7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9"/>
          <p:cNvGrpSpPr/>
          <p:nvPr/>
        </p:nvGrpSpPr>
        <p:grpSpPr>
          <a:xfrm flipH="1">
            <a:off x="-1226883" y="4070300"/>
            <a:ext cx="11597767" cy="1073228"/>
            <a:chOff x="0" y="4070300"/>
            <a:chExt cx="11597767" cy="1073228"/>
          </a:xfrm>
        </p:grpSpPr>
        <p:sp>
          <p:nvSpPr>
            <p:cNvPr id="979" name="Google Shape;979;p9"/>
            <p:cNvSpPr/>
            <p:nvPr/>
          </p:nvSpPr>
          <p:spPr>
            <a:xfrm>
              <a:off x="0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0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fill="none" extrusionOk="0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3865925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3865925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fill="none" extrusionOk="0">
                  <a:moveTo>
                    <a:pt x="55873" y="0"/>
                  </a:moveTo>
                  <a:lnTo>
                    <a:pt x="53404" y="0"/>
                  </a:ln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9"/>
            <p:cNvSpPr/>
            <p:nvPr/>
          </p:nvSpPr>
          <p:spPr>
            <a:xfrm flipH="1">
              <a:off x="7731838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984;p9"/>
          <p:cNvGrpSpPr/>
          <p:nvPr/>
        </p:nvGrpSpPr>
        <p:grpSpPr>
          <a:xfrm>
            <a:off x="906252" y="3773463"/>
            <a:ext cx="469258" cy="1372752"/>
            <a:chOff x="8991157" y="-2384450"/>
            <a:chExt cx="665236" cy="1946062"/>
          </a:xfrm>
        </p:grpSpPr>
        <p:sp>
          <p:nvSpPr>
            <p:cNvPr id="985" name="Google Shape;985;p9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9"/>
          <p:cNvSpPr txBox="1">
            <a:spLocks noGrp="1"/>
          </p:cNvSpPr>
          <p:nvPr>
            <p:ph type="title"/>
          </p:nvPr>
        </p:nvSpPr>
        <p:spPr>
          <a:xfrm>
            <a:off x="1119450" y="1626300"/>
            <a:ext cx="6905100" cy="82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14" name="Google Shape;1014;p9"/>
          <p:cNvSpPr txBox="1">
            <a:spLocks noGrp="1"/>
          </p:cNvSpPr>
          <p:nvPr>
            <p:ph type="subTitle" idx="1"/>
          </p:nvPr>
        </p:nvSpPr>
        <p:spPr>
          <a:xfrm>
            <a:off x="1119450" y="2450398"/>
            <a:ext cx="69051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9"/>
          <p:cNvGrpSpPr/>
          <p:nvPr/>
        </p:nvGrpSpPr>
        <p:grpSpPr>
          <a:xfrm>
            <a:off x="-851400" y="266738"/>
            <a:ext cx="1631075" cy="374250"/>
            <a:chOff x="1284050" y="-462000"/>
            <a:chExt cx="1631075" cy="374250"/>
          </a:xfrm>
        </p:grpSpPr>
        <p:sp>
          <p:nvSpPr>
            <p:cNvPr id="1016" name="Google Shape;1016;p9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9" name="Google Shape;1019;p9"/>
          <p:cNvGrpSpPr/>
          <p:nvPr/>
        </p:nvGrpSpPr>
        <p:grpSpPr>
          <a:xfrm>
            <a:off x="3748807" y="138495"/>
            <a:ext cx="965604" cy="239081"/>
            <a:chOff x="4036326" y="-955475"/>
            <a:chExt cx="1775987" cy="439811"/>
          </a:xfrm>
        </p:grpSpPr>
        <p:sp>
          <p:nvSpPr>
            <p:cNvPr id="1020" name="Google Shape;1020;p9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9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2" name="Google Shape;1022;p9"/>
          <p:cNvGrpSpPr/>
          <p:nvPr/>
        </p:nvGrpSpPr>
        <p:grpSpPr>
          <a:xfrm>
            <a:off x="7553332" y="92995"/>
            <a:ext cx="965604" cy="239081"/>
            <a:chOff x="4036326" y="-955475"/>
            <a:chExt cx="1775987" cy="439811"/>
          </a:xfrm>
        </p:grpSpPr>
        <p:sp>
          <p:nvSpPr>
            <p:cNvPr id="1023" name="Google Shape;1023;p9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9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5" name="Google Shape;1025;p9"/>
          <p:cNvGrpSpPr/>
          <p:nvPr/>
        </p:nvGrpSpPr>
        <p:grpSpPr>
          <a:xfrm>
            <a:off x="85525" y="3197463"/>
            <a:ext cx="665236" cy="1946062"/>
            <a:chOff x="8991157" y="-2384450"/>
            <a:chExt cx="665236" cy="1946062"/>
          </a:xfrm>
        </p:grpSpPr>
        <p:sp>
          <p:nvSpPr>
            <p:cNvPr id="1026" name="Google Shape;1026;p9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9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9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9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9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9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9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9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9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9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9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9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9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9"/>
          <p:cNvGrpSpPr/>
          <p:nvPr/>
        </p:nvGrpSpPr>
        <p:grpSpPr>
          <a:xfrm flipH="1">
            <a:off x="8232149" y="3132754"/>
            <a:ext cx="764487" cy="2010759"/>
            <a:chOff x="9765662" y="-2191721"/>
            <a:chExt cx="764487" cy="2010759"/>
          </a:xfrm>
        </p:grpSpPr>
        <p:sp>
          <p:nvSpPr>
            <p:cNvPr id="1055" name="Google Shape;1055;p9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9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9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9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9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9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9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9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9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9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9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9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9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9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9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9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9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9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9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9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9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9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9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13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1339" name="Google Shape;1339;p13"/>
            <p:cNvSpPr/>
            <p:nvPr/>
          </p:nvSpPr>
          <p:spPr>
            <a:xfrm>
              <a:off x="-622046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3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3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2" name="Google Shape;1342;p13"/>
          <p:cNvGrpSpPr/>
          <p:nvPr/>
        </p:nvGrpSpPr>
        <p:grpSpPr>
          <a:xfrm flipH="1">
            <a:off x="-98027" y="3938138"/>
            <a:ext cx="811246" cy="1205364"/>
            <a:chOff x="8044750" y="-1789024"/>
            <a:chExt cx="811246" cy="1205364"/>
          </a:xfrm>
        </p:grpSpPr>
        <p:sp>
          <p:nvSpPr>
            <p:cNvPr id="1343" name="Google Shape;1343;p13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3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3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3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3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3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3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3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3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3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3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3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3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3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3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3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3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3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3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3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3" name="Google Shape;1363;p13"/>
          <p:cNvGrpSpPr/>
          <p:nvPr/>
        </p:nvGrpSpPr>
        <p:grpSpPr>
          <a:xfrm flipH="1">
            <a:off x="8430786" y="3938138"/>
            <a:ext cx="811246" cy="1205364"/>
            <a:chOff x="8044750" y="-1789024"/>
            <a:chExt cx="811246" cy="1205364"/>
          </a:xfrm>
        </p:grpSpPr>
        <p:sp>
          <p:nvSpPr>
            <p:cNvPr id="1364" name="Google Shape;1364;p13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3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3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3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3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3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3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3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3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3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3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3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3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3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3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3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3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3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3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3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4" name="Google Shape;1384;p13"/>
          <p:cNvSpPr txBox="1">
            <a:spLocks noGrp="1"/>
          </p:cNvSpPr>
          <p:nvPr>
            <p:ph type="title"/>
          </p:nvPr>
        </p:nvSpPr>
        <p:spPr>
          <a:xfrm>
            <a:off x="2073704" y="1595165"/>
            <a:ext cx="2340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5" name="Google Shape;1385;p13"/>
          <p:cNvSpPr txBox="1">
            <a:spLocks noGrp="1"/>
          </p:cNvSpPr>
          <p:nvPr>
            <p:ph type="subTitle" idx="1"/>
          </p:nvPr>
        </p:nvSpPr>
        <p:spPr>
          <a:xfrm>
            <a:off x="2073704" y="1809966"/>
            <a:ext cx="2340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6" name="Google Shape;1386;p13"/>
          <p:cNvSpPr txBox="1">
            <a:spLocks noGrp="1"/>
          </p:cNvSpPr>
          <p:nvPr>
            <p:ph type="title" idx="2"/>
          </p:nvPr>
        </p:nvSpPr>
        <p:spPr>
          <a:xfrm flipH="1">
            <a:off x="5645595" y="1595156"/>
            <a:ext cx="2340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7" name="Google Shape;1387;p13"/>
          <p:cNvSpPr txBox="1">
            <a:spLocks noGrp="1"/>
          </p:cNvSpPr>
          <p:nvPr>
            <p:ph type="subTitle" idx="3"/>
          </p:nvPr>
        </p:nvSpPr>
        <p:spPr>
          <a:xfrm flipH="1">
            <a:off x="5645595" y="1809956"/>
            <a:ext cx="2340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8" name="Google Shape;1388;p13"/>
          <p:cNvSpPr txBox="1">
            <a:spLocks noGrp="1"/>
          </p:cNvSpPr>
          <p:nvPr>
            <p:ph type="title" idx="4" hasCustomPrompt="1"/>
          </p:nvPr>
        </p:nvSpPr>
        <p:spPr>
          <a:xfrm>
            <a:off x="1169664" y="1748315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9" name="Google Shape;1389;p13"/>
          <p:cNvSpPr txBox="1">
            <a:spLocks noGrp="1"/>
          </p:cNvSpPr>
          <p:nvPr>
            <p:ph type="title" idx="5" hasCustomPrompt="1"/>
          </p:nvPr>
        </p:nvSpPr>
        <p:spPr>
          <a:xfrm flipH="1">
            <a:off x="4739839" y="1748315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0" name="Google Shape;1390;p13"/>
          <p:cNvSpPr txBox="1">
            <a:spLocks noGrp="1"/>
          </p:cNvSpPr>
          <p:nvPr>
            <p:ph type="title" idx="6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1" name="Google Shape;1391;p13"/>
          <p:cNvSpPr txBox="1">
            <a:spLocks noGrp="1"/>
          </p:cNvSpPr>
          <p:nvPr>
            <p:ph type="title" idx="7"/>
          </p:nvPr>
        </p:nvSpPr>
        <p:spPr>
          <a:xfrm>
            <a:off x="2073704" y="3052048"/>
            <a:ext cx="2340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2" name="Google Shape;1392;p13"/>
          <p:cNvSpPr txBox="1">
            <a:spLocks noGrp="1"/>
          </p:cNvSpPr>
          <p:nvPr>
            <p:ph type="subTitle" idx="8"/>
          </p:nvPr>
        </p:nvSpPr>
        <p:spPr>
          <a:xfrm>
            <a:off x="2073704" y="3268083"/>
            <a:ext cx="2340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3" name="Google Shape;1393;p13"/>
          <p:cNvSpPr txBox="1">
            <a:spLocks noGrp="1"/>
          </p:cNvSpPr>
          <p:nvPr>
            <p:ph type="title" idx="9"/>
          </p:nvPr>
        </p:nvSpPr>
        <p:spPr>
          <a:xfrm flipH="1">
            <a:off x="5645595" y="3052049"/>
            <a:ext cx="2340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4" name="Google Shape;1394;p13"/>
          <p:cNvSpPr txBox="1">
            <a:spLocks noGrp="1"/>
          </p:cNvSpPr>
          <p:nvPr>
            <p:ph type="subTitle" idx="13"/>
          </p:nvPr>
        </p:nvSpPr>
        <p:spPr>
          <a:xfrm flipH="1">
            <a:off x="5645595" y="3268084"/>
            <a:ext cx="23406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5" name="Google Shape;1395;p13"/>
          <p:cNvSpPr txBox="1">
            <a:spLocks noGrp="1"/>
          </p:cNvSpPr>
          <p:nvPr>
            <p:ph type="title" idx="14" hasCustomPrompt="1"/>
          </p:nvPr>
        </p:nvSpPr>
        <p:spPr>
          <a:xfrm>
            <a:off x="1169664" y="3205815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6" name="Google Shape;1396;p13"/>
          <p:cNvSpPr txBox="1">
            <a:spLocks noGrp="1"/>
          </p:cNvSpPr>
          <p:nvPr>
            <p:ph type="title" idx="15" hasCustomPrompt="1"/>
          </p:nvPr>
        </p:nvSpPr>
        <p:spPr>
          <a:xfrm flipH="1">
            <a:off x="4739839" y="3205815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397" name="Google Shape;1397;p13"/>
          <p:cNvGrpSpPr/>
          <p:nvPr/>
        </p:nvGrpSpPr>
        <p:grpSpPr>
          <a:xfrm>
            <a:off x="146057" y="152408"/>
            <a:ext cx="965604" cy="239081"/>
            <a:chOff x="4036326" y="-955475"/>
            <a:chExt cx="1775987" cy="439811"/>
          </a:xfrm>
        </p:grpSpPr>
        <p:sp>
          <p:nvSpPr>
            <p:cNvPr id="1398" name="Google Shape;1398;p1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" name="Google Shape;1400;p13"/>
          <p:cNvGrpSpPr/>
          <p:nvPr/>
        </p:nvGrpSpPr>
        <p:grpSpPr>
          <a:xfrm>
            <a:off x="7986511" y="172169"/>
            <a:ext cx="734726" cy="181906"/>
            <a:chOff x="4036326" y="-955475"/>
            <a:chExt cx="1775987" cy="439811"/>
          </a:xfrm>
        </p:grpSpPr>
        <p:sp>
          <p:nvSpPr>
            <p:cNvPr id="1401" name="Google Shape;1401;p1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2_1"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7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654" name="Google Shape;1654;p17"/>
          <p:cNvGrpSpPr/>
          <p:nvPr/>
        </p:nvGrpSpPr>
        <p:grpSpPr>
          <a:xfrm>
            <a:off x="8221775" y="70900"/>
            <a:ext cx="1631075" cy="374250"/>
            <a:chOff x="1284050" y="-462000"/>
            <a:chExt cx="1631075" cy="374250"/>
          </a:xfrm>
        </p:grpSpPr>
        <p:sp>
          <p:nvSpPr>
            <p:cNvPr id="1655" name="Google Shape;1655;p17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17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17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8" name="Google Shape;1658;p17"/>
          <p:cNvGrpSpPr/>
          <p:nvPr/>
        </p:nvGrpSpPr>
        <p:grpSpPr>
          <a:xfrm>
            <a:off x="230432" y="138495"/>
            <a:ext cx="965604" cy="239081"/>
            <a:chOff x="4036326" y="-955475"/>
            <a:chExt cx="1775987" cy="439811"/>
          </a:xfrm>
        </p:grpSpPr>
        <p:sp>
          <p:nvSpPr>
            <p:cNvPr id="1659" name="Google Shape;1659;p17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17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1" name="Google Shape;1661;p17"/>
          <p:cNvGrpSpPr/>
          <p:nvPr/>
        </p:nvGrpSpPr>
        <p:grpSpPr>
          <a:xfrm>
            <a:off x="-2679446" y="4070300"/>
            <a:ext cx="11823421" cy="1073228"/>
            <a:chOff x="-622046" y="4070300"/>
            <a:chExt cx="11823421" cy="1073228"/>
          </a:xfrm>
        </p:grpSpPr>
        <p:sp>
          <p:nvSpPr>
            <p:cNvPr id="1662" name="Google Shape;1662;p17"/>
            <p:cNvSpPr/>
            <p:nvPr/>
          </p:nvSpPr>
          <p:spPr>
            <a:xfrm>
              <a:off x="-622046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17"/>
            <p:cNvSpPr/>
            <p:nvPr/>
          </p:nvSpPr>
          <p:spPr>
            <a:xfrm>
              <a:off x="3243875" y="4724675"/>
              <a:ext cx="7957500" cy="41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4" name="Google Shape;1664;p17"/>
          <p:cNvSpPr/>
          <p:nvPr/>
        </p:nvSpPr>
        <p:spPr>
          <a:xfrm>
            <a:off x="8430779" y="4062813"/>
            <a:ext cx="3865929" cy="1073228"/>
          </a:xfrm>
          <a:custGeom>
            <a:avLst/>
            <a:gdLst/>
            <a:ahLst/>
            <a:cxnLst/>
            <a:rect l="l" t="t" r="r" b="b"/>
            <a:pathLst>
              <a:path w="89427" h="24826" extrusionOk="0">
                <a:moveTo>
                  <a:pt x="53404" y="0"/>
                </a:moveTo>
                <a:lnTo>
                  <a:pt x="53404" y="1827"/>
                </a:lnTo>
                <a:lnTo>
                  <a:pt x="50682" y="1827"/>
                </a:lnTo>
                <a:lnTo>
                  <a:pt x="50682" y="5191"/>
                </a:lnTo>
                <a:lnTo>
                  <a:pt x="48271" y="5191"/>
                </a:lnTo>
                <a:lnTo>
                  <a:pt x="46036" y="3966"/>
                </a:lnTo>
                <a:lnTo>
                  <a:pt x="46036" y="1186"/>
                </a:lnTo>
                <a:lnTo>
                  <a:pt x="37540" y="1186"/>
                </a:lnTo>
                <a:lnTo>
                  <a:pt x="37540" y="6921"/>
                </a:lnTo>
                <a:lnTo>
                  <a:pt x="32330" y="6921"/>
                </a:lnTo>
                <a:lnTo>
                  <a:pt x="32330" y="680"/>
                </a:lnTo>
                <a:lnTo>
                  <a:pt x="26887" y="680"/>
                </a:lnTo>
                <a:lnTo>
                  <a:pt x="26887" y="4238"/>
                </a:lnTo>
                <a:lnTo>
                  <a:pt x="20141" y="4238"/>
                </a:lnTo>
                <a:lnTo>
                  <a:pt x="20141" y="6065"/>
                </a:lnTo>
                <a:lnTo>
                  <a:pt x="16894" y="6065"/>
                </a:lnTo>
                <a:lnTo>
                  <a:pt x="16894" y="4394"/>
                </a:lnTo>
                <a:lnTo>
                  <a:pt x="15281" y="4394"/>
                </a:lnTo>
                <a:lnTo>
                  <a:pt x="15281" y="7912"/>
                </a:lnTo>
                <a:lnTo>
                  <a:pt x="11218" y="7912"/>
                </a:lnTo>
                <a:lnTo>
                  <a:pt x="9604" y="8787"/>
                </a:lnTo>
                <a:lnTo>
                  <a:pt x="5444" y="8787"/>
                </a:lnTo>
                <a:lnTo>
                  <a:pt x="5444" y="17594"/>
                </a:lnTo>
                <a:lnTo>
                  <a:pt x="0" y="17594"/>
                </a:lnTo>
                <a:lnTo>
                  <a:pt x="0" y="24826"/>
                </a:lnTo>
                <a:lnTo>
                  <a:pt x="89427" y="24826"/>
                </a:lnTo>
                <a:lnTo>
                  <a:pt x="89427" y="15028"/>
                </a:lnTo>
                <a:lnTo>
                  <a:pt x="80698" y="15028"/>
                </a:lnTo>
                <a:lnTo>
                  <a:pt x="80698" y="10381"/>
                </a:lnTo>
                <a:lnTo>
                  <a:pt x="78579" y="10381"/>
                </a:lnTo>
                <a:lnTo>
                  <a:pt x="78579" y="4666"/>
                </a:lnTo>
                <a:lnTo>
                  <a:pt x="76421" y="4666"/>
                </a:lnTo>
                <a:lnTo>
                  <a:pt x="76421" y="9429"/>
                </a:lnTo>
                <a:lnTo>
                  <a:pt x="74963" y="9429"/>
                </a:lnTo>
                <a:lnTo>
                  <a:pt x="74963" y="7854"/>
                </a:lnTo>
                <a:lnTo>
                  <a:pt x="71581" y="7854"/>
                </a:lnTo>
                <a:lnTo>
                  <a:pt x="71581" y="6202"/>
                </a:lnTo>
                <a:lnTo>
                  <a:pt x="66137" y="6202"/>
                </a:lnTo>
                <a:lnTo>
                  <a:pt x="66137" y="4530"/>
                </a:lnTo>
                <a:lnTo>
                  <a:pt x="55873" y="4530"/>
                </a:lnTo>
                <a:lnTo>
                  <a:pt x="5587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5" name="Google Shape;1665;p17"/>
          <p:cNvGrpSpPr/>
          <p:nvPr/>
        </p:nvGrpSpPr>
        <p:grpSpPr>
          <a:xfrm>
            <a:off x="144256" y="3785686"/>
            <a:ext cx="469258" cy="1372752"/>
            <a:chOff x="8991157" y="-2384450"/>
            <a:chExt cx="665236" cy="1946062"/>
          </a:xfrm>
        </p:grpSpPr>
        <p:sp>
          <p:nvSpPr>
            <p:cNvPr id="1666" name="Google Shape;1666;p17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17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17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17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17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7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7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7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7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7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7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7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17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17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7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7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7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7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7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7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7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7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7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7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7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7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7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7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4" name="Google Shape;1694;p17"/>
          <p:cNvGrpSpPr/>
          <p:nvPr/>
        </p:nvGrpSpPr>
        <p:grpSpPr>
          <a:xfrm>
            <a:off x="8533581" y="3785686"/>
            <a:ext cx="469258" cy="1372752"/>
            <a:chOff x="8991157" y="-2384450"/>
            <a:chExt cx="665236" cy="1946062"/>
          </a:xfrm>
        </p:grpSpPr>
        <p:sp>
          <p:nvSpPr>
            <p:cNvPr id="1695" name="Google Shape;1695;p17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7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7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7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7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7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7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7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7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7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7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7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7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7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7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7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7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7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17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7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7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7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7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7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7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7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7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7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4"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4" name="Google Shape;1724;p18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1725" name="Google Shape;1725;p18"/>
            <p:cNvSpPr/>
            <p:nvPr/>
          </p:nvSpPr>
          <p:spPr>
            <a:xfrm>
              <a:off x="-622046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8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8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8" name="Google Shape;1728;p18"/>
          <p:cNvGrpSpPr/>
          <p:nvPr/>
        </p:nvGrpSpPr>
        <p:grpSpPr>
          <a:xfrm>
            <a:off x="191804" y="3197463"/>
            <a:ext cx="665236" cy="1946062"/>
            <a:chOff x="8991157" y="-2384450"/>
            <a:chExt cx="665236" cy="1946062"/>
          </a:xfrm>
        </p:grpSpPr>
        <p:sp>
          <p:nvSpPr>
            <p:cNvPr id="1729" name="Google Shape;1729;p18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8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8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8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8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8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8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8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8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8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8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8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8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8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8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8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8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8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8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8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8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8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8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8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8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8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8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8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7" name="Google Shape;1757;p18"/>
          <p:cNvSpPr txBox="1">
            <a:spLocks noGrp="1"/>
          </p:cNvSpPr>
          <p:nvPr>
            <p:ph type="title"/>
          </p:nvPr>
        </p:nvSpPr>
        <p:spPr>
          <a:xfrm>
            <a:off x="738830" y="1974100"/>
            <a:ext cx="39582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58" name="Google Shape;1758;p18"/>
          <p:cNvSpPr txBox="1">
            <a:spLocks noGrp="1"/>
          </p:cNvSpPr>
          <p:nvPr>
            <p:ph type="subTitle" idx="1"/>
          </p:nvPr>
        </p:nvSpPr>
        <p:spPr>
          <a:xfrm>
            <a:off x="739495" y="2438000"/>
            <a:ext cx="39570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59" name="Google Shape;1759;p18"/>
          <p:cNvGrpSpPr/>
          <p:nvPr/>
        </p:nvGrpSpPr>
        <p:grpSpPr>
          <a:xfrm>
            <a:off x="-329737" y="541042"/>
            <a:ext cx="1477088" cy="365703"/>
            <a:chOff x="4036326" y="-955475"/>
            <a:chExt cx="1775987" cy="439811"/>
          </a:xfrm>
        </p:grpSpPr>
        <p:sp>
          <p:nvSpPr>
            <p:cNvPr id="1760" name="Google Shape;1760;p18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8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2" name="Google Shape;1762;p18"/>
          <p:cNvGrpSpPr/>
          <p:nvPr/>
        </p:nvGrpSpPr>
        <p:grpSpPr>
          <a:xfrm>
            <a:off x="6569788" y="173792"/>
            <a:ext cx="1477088" cy="365703"/>
            <a:chOff x="4036326" y="-955475"/>
            <a:chExt cx="1775987" cy="439811"/>
          </a:xfrm>
        </p:grpSpPr>
        <p:sp>
          <p:nvSpPr>
            <p:cNvPr id="1763" name="Google Shape;1763;p18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8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18"/>
          <p:cNvGrpSpPr/>
          <p:nvPr/>
        </p:nvGrpSpPr>
        <p:grpSpPr>
          <a:xfrm>
            <a:off x="8533581" y="3785686"/>
            <a:ext cx="469258" cy="1372752"/>
            <a:chOff x="8991157" y="-2384450"/>
            <a:chExt cx="665236" cy="1946062"/>
          </a:xfrm>
        </p:grpSpPr>
        <p:sp>
          <p:nvSpPr>
            <p:cNvPr id="1766" name="Google Shape;1766;p18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8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8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8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8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8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8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18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18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8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8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8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8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8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8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8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8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8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8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8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8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8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8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8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8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8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8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8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5" name="Google Shape;1795;p19"/>
          <p:cNvGrpSpPr/>
          <p:nvPr/>
        </p:nvGrpSpPr>
        <p:grpSpPr>
          <a:xfrm>
            <a:off x="0" y="4070300"/>
            <a:ext cx="9156446" cy="1073228"/>
            <a:chOff x="609600" y="4070300"/>
            <a:chExt cx="9156446" cy="1073228"/>
          </a:xfrm>
        </p:grpSpPr>
        <p:sp>
          <p:nvSpPr>
            <p:cNvPr id="1796" name="Google Shape;1796;p19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9"/>
            <p:cNvSpPr/>
            <p:nvPr/>
          </p:nvSpPr>
          <p:spPr>
            <a:xfrm>
              <a:off x="609600" y="4593900"/>
              <a:ext cx="52905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8" name="Google Shape;1798;p19"/>
          <p:cNvGrpSpPr/>
          <p:nvPr/>
        </p:nvGrpSpPr>
        <p:grpSpPr>
          <a:xfrm>
            <a:off x="8098162" y="3172838"/>
            <a:ext cx="665236" cy="1946062"/>
            <a:chOff x="8991157" y="-2384450"/>
            <a:chExt cx="665236" cy="1946062"/>
          </a:xfrm>
        </p:grpSpPr>
        <p:sp>
          <p:nvSpPr>
            <p:cNvPr id="1799" name="Google Shape;1799;p19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9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9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9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9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9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9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9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9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9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9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9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9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9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9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9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9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9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9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9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9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9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9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9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9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9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9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9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7" name="Google Shape;1827;p19"/>
          <p:cNvSpPr txBox="1">
            <a:spLocks noGrp="1"/>
          </p:cNvSpPr>
          <p:nvPr>
            <p:ph type="title"/>
          </p:nvPr>
        </p:nvSpPr>
        <p:spPr>
          <a:xfrm>
            <a:off x="4458540" y="1975104"/>
            <a:ext cx="39594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28" name="Google Shape;1828;p19"/>
          <p:cNvSpPr txBox="1">
            <a:spLocks noGrp="1"/>
          </p:cNvSpPr>
          <p:nvPr>
            <p:ph type="subTitle" idx="1"/>
          </p:nvPr>
        </p:nvSpPr>
        <p:spPr>
          <a:xfrm>
            <a:off x="4459358" y="2441448"/>
            <a:ext cx="39582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29" name="Google Shape;1829;p19"/>
          <p:cNvGrpSpPr/>
          <p:nvPr/>
        </p:nvGrpSpPr>
        <p:grpSpPr>
          <a:xfrm>
            <a:off x="344257" y="150745"/>
            <a:ext cx="965604" cy="239081"/>
            <a:chOff x="4036326" y="-955475"/>
            <a:chExt cx="1775987" cy="439811"/>
          </a:xfrm>
        </p:grpSpPr>
        <p:sp>
          <p:nvSpPr>
            <p:cNvPr id="1830" name="Google Shape;1830;p19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19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2" name="Google Shape;1832;p19"/>
          <p:cNvGrpSpPr/>
          <p:nvPr/>
        </p:nvGrpSpPr>
        <p:grpSpPr>
          <a:xfrm>
            <a:off x="8230563" y="800092"/>
            <a:ext cx="1477088" cy="365703"/>
            <a:chOff x="4036326" y="-955475"/>
            <a:chExt cx="1775987" cy="439811"/>
          </a:xfrm>
        </p:grpSpPr>
        <p:sp>
          <p:nvSpPr>
            <p:cNvPr id="1833" name="Google Shape;1833;p19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19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4_2_1"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1" name="Google Shape;2011;p22"/>
          <p:cNvGrpSpPr/>
          <p:nvPr/>
        </p:nvGrpSpPr>
        <p:grpSpPr>
          <a:xfrm>
            <a:off x="-12446" y="4070300"/>
            <a:ext cx="9245092" cy="1073228"/>
            <a:chOff x="-12446" y="4070300"/>
            <a:chExt cx="9245092" cy="1073228"/>
          </a:xfrm>
        </p:grpSpPr>
        <p:sp>
          <p:nvSpPr>
            <p:cNvPr id="2012" name="Google Shape;2012;p22"/>
            <p:cNvSpPr/>
            <p:nvPr/>
          </p:nvSpPr>
          <p:spPr>
            <a:xfrm>
              <a:off x="-12446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2"/>
            <p:cNvSpPr/>
            <p:nvPr/>
          </p:nvSpPr>
          <p:spPr>
            <a:xfrm flipH="1">
              <a:off x="5366717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2"/>
            <p:cNvSpPr/>
            <p:nvPr/>
          </p:nvSpPr>
          <p:spPr>
            <a:xfrm>
              <a:off x="1685600" y="4593900"/>
              <a:ext cx="55857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5" name="Google Shape;2015;p22"/>
          <p:cNvGrpSpPr/>
          <p:nvPr/>
        </p:nvGrpSpPr>
        <p:grpSpPr>
          <a:xfrm>
            <a:off x="8636200" y="3197463"/>
            <a:ext cx="665236" cy="1946062"/>
            <a:chOff x="8991157" y="-2384450"/>
            <a:chExt cx="665236" cy="1946062"/>
          </a:xfrm>
        </p:grpSpPr>
        <p:sp>
          <p:nvSpPr>
            <p:cNvPr id="2016" name="Google Shape;2016;p22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2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2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2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2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2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2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2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2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2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2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2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2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2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2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2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2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2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2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2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2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2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2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2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2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2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2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2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4" name="Google Shape;2044;p22"/>
          <p:cNvSpPr txBox="1">
            <a:spLocks noGrp="1"/>
          </p:cNvSpPr>
          <p:nvPr>
            <p:ph type="title"/>
          </p:nvPr>
        </p:nvSpPr>
        <p:spPr>
          <a:xfrm>
            <a:off x="2903824" y="2776655"/>
            <a:ext cx="4256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45" name="Google Shape;2045;p22"/>
          <p:cNvSpPr txBox="1">
            <a:spLocks noGrp="1"/>
          </p:cNvSpPr>
          <p:nvPr>
            <p:ph type="title" idx="2"/>
          </p:nvPr>
        </p:nvSpPr>
        <p:spPr>
          <a:xfrm>
            <a:off x="2904274" y="1450845"/>
            <a:ext cx="4256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46" name="Google Shape;2046;p22"/>
          <p:cNvSpPr txBox="1">
            <a:spLocks noGrp="1"/>
          </p:cNvSpPr>
          <p:nvPr>
            <p:ph type="subTitle" idx="1"/>
          </p:nvPr>
        </p:nvSpPr>
        <p:spPr>
          <a:xfrm>
            <a:off x="2904274" y="1667472"/>
            <a:ext cx="42564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47" name="Google Shape;2047;p22"/>
          <p:cNvSpPr txBox="1">
            <a:spLocks noGrp="1"/>
          </p:cNvSpPr>
          <p:nvPr>
            <p:ph type="subTitle" idx="3"/>
          </p:nvPr>
        </p:nvSpPr>
        <p:spPr>
          <a:xfrm>
            <a:off x="2903824" y="2993281"/>
            <a:ext cx="42573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48" name="Google Shape;2048;p22"/>
          <p:cNvSpPr txBox="1">
            <a:spLocks noGrp="1"/>
          </p:cNvSpPr>
          <p:nvPr>
            <p:ph type="title" idx="4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049" name="Google Shape;2049;p22"/>
          <p:cNvGrpSpPr/>
          <p:nvPr/>
        </p:nvGrpSpPr>
        <p:grpSpPr>
          <a:xfrm>
            <a:off x="8518925" y="730763"/>
            <a:ext cx="1631075" cy="374250"/>
            <a:chOff x="1284050" y="-462000"/>
            <a:chExt cx="1631075" cy="374250"/>
          </a:xfrm>
        </p:grpSpPr>
        <p:sp>
          <p:nvSpPr>
            <p:cNvPr id="2050" name="Google Shape;2050;p22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2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2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3" name="Google Shape;2053;p22"/>
          <p:cNvGrpSpPr/>
          <p:nvPr/>
        </p:nvGrpSpPr>
        <p:grpSpPr>
          <a:xfrm>
            <a:off x="-721200" y="254513"/>
            <a:ext cx="1631075" cy="374250"/>
            <a:chOff x="1284050" y="-462000"/>
            <a:chExt cx="1631075" cy="374250"/>
          </a:xfrm>
        </p:grpSpPr>
        <p:sp>
          <p:nvSpPr>
            <p:cNvPr id="2054" name="Google Shape;2054;p22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extrusionOk="0">
                  <a:moveTo>
                    <a:pt x="40748" y="0"/>
                  </a:move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2"/>
            <p:cNvSpPr/>
            <p:nvPr/>
          </p:nvSpPr>
          <p:spPr>
            <a:xfrm>
              <a:off x="1284050" y="-462000"/>
              <a:ext cx="1631075" cy="374250"/>
            </a:xfrm>
            <a:custGeom>
              <a:avLst/>
              <a:gdLst/>
              <a:ahLst/>
              <a:cxnLst/>
              <a:rect l="l" t="t" r="r" b="b"/>
              <a:pathLst>
                <a:path w="65243" h="14970" fill="none" extrusionOk="0">
                  <a:moveTo>
                    <a:pt x="0" y="14969"/>
                  </a:moveTo>
                  <a:lnTo>
                    <a:pt x="65243" y="14969"/>
                  </a:lnTo>
                  <a:lnTo>
                    <a:pt x="65243" y="14969"/>
                  </a:lnTo>
                  <a:lnTo>
                    <a:pt x="65204" y="14775"/>
                  </a:lnTo>
                  <a:lnTo>
                    <a:pt x="65146" y="14561"/>
                  </a:lnTo>
                  <a:lnTo>
                    <a:pt x="65049" y="14270"/>
                  </a:lnTo>
                  <a:lnTo>
                    <a:pt x="64912" y="13958"/>
                  </a:lnTo>
                  <a:lnTo>
                    <a:pt x="64718" y="13609"/>
                  </a:lnTo>
                  <a:lnTo>
                    <a:pt x="64485" y="13259"/>
                  </a:lnTo>
                  <a:lnTo>
                    <a:pt x="64349" y="13084"/>
                  </a:lnTo>
                  <a:lnTo>
                    <a:pt x="64193" y="12909"/>
                  </a:lnTo>
                  <a:lnTo>
                    <a:pt x="64018" y="12734"/>
                  </a:lnTo>
                  <a:lnTo>
                    <a:pt x="63824" y="12578"/>
                  </a:lnTo>
                  <a:lnTo>
                    <a:pt x="63629" y="12423"/>
                  </a:lnTo>
                  <a:lnTo>
                    <a:pt x="63396" y="12267"/>
                  </a:lnTo>
                  <a:lnTo>
                    <a:pt x="63163" y="12151"/>
                  </a:lnTo>
                  <a:lnTo>
                    <a:pt x="62891" y="12034"/>
                  </a:lnTo>
                  <a:lnTo>
                    <a:pt x="62618" y="11937"/>
                  </a:lnTo>
                  <a:lnTo>
                    <a:pt x="62307" y="11859"/>
                  </a:lnTo>
                  <a:lnTo>
                    <a:pt x="61996" y="11781"/>
                  </a:lnTo>
                  <a:lnTo>
                    <a:pt x="61646" y="11762"/>
                  </a:lnTo>
                  <a:lnTo>
                    <a:pt x="61277" y="11742"/>
                  </a:lnTo>
                  <a:lnTo>
                    <a:pt x="60869" y="11762"/>
                  </a:lnTo>
                  <a:lnTo>
                    <a:pt x="60461" y="11801"/>
                  </a:lnTo>
                  <a:lnTo>
                    <a:pt x="60013" y="11878"/>
                  </a:lnTo>
                  <a:lnTo>
                    <a:pt x="59547" y="11995"/>
                  </a:lnTo>
                  <a:lnTo>
                    <a:pt x="59041" y="12131"/>
                  </a:lnTo>
                  <a:lnTo>
                    <a:pt x="59041" y="12131"/>
                  </a:lnTo>
                  <a:lnTo>
                    <a:pt x="59041" y="12073"/>
                  </a:lnTo>
                  <a:lnTo>
                    <a:pt x="59041" y="11956"/>
                  </a:lnTo>
                  <a:lnTo>
                    <a:pt x="59003" y="11762"/>
                  </a:lnTo>
                  <a:lnTo>
                    <a:pt x="58983" y="11664"/>
                  </a:lnTo>
                  <a:lnTo>
                    <a:pt x="58925" y="11548"/>
                  </a:lnTo>
                  <a:lnTo>
                    <a:pt x="58866" y="11451"/>
                  </a:lnTo>
                  <a:lnTo>
                    <a:pt x="58789" y="11334"/>
                  </a:lnTo>
                  <a:lnTo>
                    <a:pt x="58691" y="11256"/>
                  </a:lnTo>
                  <a:lnTo>
                    <a:pt x="58575" y="11159"/>
                  </a:lnTo>
                  <a:lnTo>
                    <a:pt x="58419" y="11101"/>
                  </a:lnTo>
                  <a:lnTo>
                    <a:pt x="58244" y="11042"/>
                  </a:lnTo>
                  <a:lnTo>
                    <a:pt x="58050" y="11023"/>
                  </a:lnTo>
                  <a:lnTo>
                    <a:pt x="57817" y="11023"/>
                  </a:lnTo>
                  <a:lnTo>
                    <a:pt x="57817" y="11023"/>
                  </a:lnTo>
                  <a:lnTo>
                    <a:pt x="57797" y="10829"/>
                  </a:lnTo>
                  <a:lnTo>
                    <a:pt x="57758" y="10615"/>
                  </a:lnTo>
                  <a:lnTo>
                    <a:pt x="57719" y="10343"/>
                  </a:lnTo>
                  <a:lnTo>
                    <a:pt x="57642" y="10031"/>
                  </a:lnTo>
                  <a:lnTo>
                    <a:pt x="57525" y="9701"/>
                  </a:lnTo>
                  <a:lnTo>
                    <a:pt x="57369" y="9332"/>
                  </a:lnTo>
                  <a:lnTo>
                    <a:pt x="57292" y="9157"/>
                  </a:lnTo>
                  <a:lnTo>
                    <a:pt x="57175" y="8982"/>
                  </a:lnTo>
                  <a:lnTo>
                    <a:pt x="57058" y="8807"/>
                  </a:lnTo>
                  <a:lnTo>
                    <a:pt x="56922" y="8632"/>
                  </a:lnTo>
                  <a:lnTo>
                    <a:pt x="56786" y="8476"/>
                  </a:lnTo>
                  <a:lnTo>
                    <a:pt x="56611" y="8321"/>
                  </a:lnTo>
                  <a:lnTo>
                    <a:pt x="56436" y="8185"/>
                  </a:lnTo>
                  <a:lnTo>
                    <a:pt x="56242" y="8049"/>
                  </a:lnTo>
                  <a:lnTo>
                    <a:pt x="56028" y="7951"/>
                  </a:lnTo>
                  <a:lnTo>
                    <a:pt x="55795" y="7835"/>
                  </a:lnTo>
                  <a:lnTo>
                    <a:pt x="55542" y="7757"/>
                  </a:lnTo>
                  <a:lnTo>
                    <a:pt x="55270" y="7699"/>
                  </a:lnTo>
                  <a:lnTo>
                    <a:pt x="54978" y="7660"/>
                  </a:lnTo>
                  <a:lnTo>
                    <a:pt x="54667" y="7660"/>
                  </a:lnTo>
                  <a:lnTo>
                    <a:pt x="54337" y="7660"/>
                  </a:lnTo>
                  <a:lnTo>
                    <a:pt x="53967" y="7699"/>
                  </a:lnTo>
                  <a:lnTo>
                    <a:pt x="53579" y="7776"/>
                  </a:lnTo>
                  <a:lnTo>
                    <a:pt x="53170" y="7874"/>
                  </a:lnTo>
                  <a:lnTo>
                    <a:pt x="53170" y="7874"/>
                  </a:lnTo>
                  <a:lnTo>
                    <a:pt x="53112" y="7835"/>
                  </a:lnTo>
                  <a:lnTo>
                    <a:pt x="52898" y="7718"/>
                  </a:lnTo>
                  <a:lnTo>
                    <a:pt x="52568" y="7601"/>
                  </a:lnTo>
                  <a:lnTo>
                    <a:pt x="52373" y="7543"/>
                  </a:lnTo>
                  <a:lnTo>
                    <a:pt x="52159" y="7504"/>
                  </a:lnTo>
                  <a:lnTo>
                    <a:pt x="51907" y="7485"/>
                  </a:lnTo>
                  <a:lnTo>
                    <a:pt x="51654" y="7465"/>
                  </a:lnTo>
                  <a:lnTo>
                    <a:pt x="51362" y="7485"/>
                  </a:lnTo>
                  <a:lnTo>
                    <a:pt x="51090" y="7543"/>
                  </a:lnTo>
                  <a:lnTo>
                    <a:pt x="50779" y="7640"/>
                  </a:lnTo>
                  <a:lnTo>
                    <a:pt x="50468" y="7776"/>
                  </a:lnTo>
                  <a:lnTo>
                    <a:pt x="50157" y="7951"/>
                  </a:lnTo>
                  <a:lnTo>
                    <a:pt x="49827" y="8185"/>
                  </a:lnTo>
                  <a:lnTo>
                    <a:pt x="49827" y="8185"/>
                  </a:lnTo>
                  <a:lnTo>
                    <a:pt x="49827" y="8107"/>
                  </a:lnTo>
                  <a:lnTo>
                    <a:pt x="49827" y="7874"/>
                  </a:lnTo>
                  <a:lnTo>
                    <a:pt x="49788" y="7718"/>
                  </a:lnTo>
                  <a:lnTo>
                    <a:pt x="49749" y="7543"/>
                  </a:lnTo>
                  <a:lnTo>
                    <a:pt x="49690" y="7349"/>
                  </a:lnTo>
                  <a:lnTo>
                    <a:pt x="49613" y="7154"/>
                  </a:lnTo>
                  <a:lnTo>
                    <a:pt x="49516" y="6979"/>
                  </a:lnTo>
                  <a:lnTo>
                    <a:pt x="49379" y="6785"/>
                  </a:lnTo>
                  <a:lnTo>
                    <a:pt x="49224" y="6610"/>
                  </a:lnTo>
                  <a:lnTo>
                    <a:pt x="49010" y="6454"/>
                  </a:lnTo>
                  <a:lnTo>
                    <a:pt x="48777" y="6338"/>
                  </a:lnTo>
                  <a:lnTo>
                    <a:pt x="48641" y="6279"/>
                  </a:lnTo>
                  <a:lnTo>
                    <a:pt x="48485" y="6241"/>
                  </a:lnTo>
                  <a:lnTo>
                    <a:pt x="48330" y="6202"/>
                  </a:lnTo>
                  <a:lnTo>
                    <a:pt x="48155" y="6182"/>
                  </a:lnTo>
                  <a:lnTo>
                    <a:pt x="47980" y="6163"/>
                  </a:lnTo>
                  <a:lnTo>
                    <a:pt x="47785" y="6163"/>
                  </a:lnTo>
                  <a:lnTo>
                    <a:pt x="47785" y="6163"/>
                  </a:lnTo>
                  <a:lnTo>
                    <a:pt x="47766" y="5891"/>
                  </a:lnTo>
                  <a:lnTo>
                    <a:pt x="47727" y="5580"/>
                  </a:lnTo>
                  <a:lnTo>
                    <a:pt x="47649" y="5171"/>
                  </a:lnTo>
                  <a:lnTo>
                    <a:pt x="47533" y="4685"/>
                  </a:lnTo>
                  <a:lnTo>
                    <a:pt x="47377" y="4160"/>
                  </a:lnTo>
                  <a:lnTo>
                    <a:pt x="47260" y="3869"/>
                  </a:lnTo>
                  <a:lnTo>
                    <a:pt x="47144" y="3597"/>
                  </a:lnTo>
                  <a:lnTo>
                    <a:pt x="47008" y="3305"/>
                  </a:lnTo>
                  <a:lnTo>
                    <a:pt x="46852" y="3013"/>
                  </a:lnTo>
                  <a:lnTo>
                    <a:pt x="46658" y="2722"/>
                  </a:lnTo>
                  <a:lnTo>
                    <a:pt x="46463" y="2430"/>
                  </a:lnTo>
                  <a:lnTo>
                    <a:pt x="46249" y="2139"/>
                  </a:lnTo>
                  <a:lnTo>
                    <a:pt x="45997" y="1866"/>
                  </a:lnTo>
                  <a:lnTo>
                    <a:pt x="45725" y="1594"/>
                  </a:lnTo>
                  <a:lnTo>
                    <a:pt x="45433" y="1342"/>
                  </a:lnTo>
                  <a:lnTo>
                    <a:pt x="45103" y="1108"/>
                  </a:lnTo>
                  <a:lnTo>
                    <a:pt x="44753" y="894"/>
                  </a:lnTo>
                  <a:lnTo>
                    <a:pt x="44364" y="681"/>
                  </a:lnTo>
                  <a:lnTo>
                    <a:pt x="43956" y="506"/>
                  </a:lnTo>
                  <a:lnTo>
                    <a:pt x="43508" y="350"/>
                  </a:lnTo>
                  <a:lnTo>
                    <a:pt x="43022" y="214"/>
                  </a:lnTo>
                  <a:lnTo>
                    <a:pt x="42517" y="117"/>
                  </a:lnTo>
                  <a:lnTo>
                    <a:pt x="41953" y="39"/>
                  </a:lnTo>
                  <a:lnTo>
                    <a:pt x="41370" y="0"/>
                  </a:lnTo>
                  <a:lnTo>
                    <a:pt x="40748" y="0"/>
                  </a:lnTo>
                  <a:lnTo>
                    <a:pt x="40748" y="0"/>
                  </a:lnTo>
                  <a:lnTo>
                    <a:pt x="40126" y="39"/>
                  </a:lnTo>
                  <a:lnTo>
                    <a:pt x="39543" y="117"/>
                  </a:lnTo>
                  <a:lnTo>
                    <a:pt x="38998" y="214"/>
                  </a:lnTo>
                  <a:lnTo>
                    <a:pt x="38473" y="331"/>
                  </a:lnTo>
                  <a:lnTo>
                    <a:pt x="38007" y="486"/>
                  </a:lnTo>
                  <a:lnTo>
                    <a:pt x="37579" y="642"/>
                  </a:lnTo>
                  <a:lnTo>
                    <a:pt x="37171" y="836"/>
                  </a:lnTo>
                  <a:lnTo>
                    <a:pt x="36801" y="1050"/>
                  </a:lnTo>
                  <a:lnTo>
                    <a:pt x="36471" y="1283"/>
                  </a:lnTo>
                  <a:lnTo>
                    <a:pt x="36160" y="1517"/>
                  </a:lnTo>
                  <a:lnTo>
                    <a:pt x="35888" y="1769"/>
                  </a:lnTo>
                  <a:lnTo>
                    <a:pt x="35635" y="2041"/>
                  </a:lnTo>
                  <a:lnTo>
                    <a:pt x="35402" y="2314"/>
                  </a:lnTo>
                  <a:lnTo>
                    <a:pt x="35188" y="2586"/>
                  </a:lnTo>
                  <a:lnTo>
                    <a:pt x="35013" y="2877"/>
                  </a:lnTo>
                  <a:lnTo>
                    <a:pt x="34857" y="3150"/>
                  </a:lnTo>
                  <a:lnTo>
                    <a:pt x="34721" y="3441"/>
                  </a:lnTo>
                  <a:lnTo>
                    <a:pt x="34605" y="3713"/>
                  </a:lnTo>
                  <a:lnTo>
                    <a:pt x="34507" y="4005"/>
                  </a:lnTo>
                  <a:lnTo>
                    <a:pt x="34410" y="4258"/>
                  </a:lnTo>
                  <a:lnTo>
                    <a:pt x="34294" y="4763"/>
                  </a:lnTo>
                  <a:lnTo>
                    <a:pt x="34196" y="5230"/>
                  </a:lnTo>
                  <a:lnTo>
                    <a:pt x="34157" y="5599"/>
                  </a:lnTo>
                  <a:lnTo>
                    <a:pt x="34138" y="5891"/>
                  </a:lnTo>
                  <a:lnTo>
                    <a:pt x="34138" y="6163"/>
                  </a:lnTo>
                  <a:lnTo>
                    <a:pt x="34138" y="6163"/>
                  </a:lnTo>
                  <a:lnTo>
                    <a:pt x="33983" y="6046"/>
                  </a:lnTo>
                  <a:lnTo>
                    <a:pt x="33788" y="5949"/>
                  </a:lnTo>
                  <a:lnTo>
                    <a:pt x="33535" y="5813"/>
                  </a:lnTo>
                  <a:lnTo>
                    <a:pt x="33244" y="5677"/>
                  </a:lnTo>
                  <a:lnTo>
                    <a:pt x="32894" y="5541"/>
                  </a:lnTo>
                  <a:lnTo>
                    <a:pt x="32486" y="5444"/>
                  </a:lnTo>
                  <a:lnTo>
                    <a:pt x="32058" y="5346"/>
                  </a:lnTo>
                  <a:lnTo>
                    <a:pt x="31844" y="5327"/>
                  </a:lnTo>
                  <a:lnTo>
                    <a:pt x="31611" y="5307"/>
                  </a:lnTo>
                  <a:lnTo>
                    <a:pt x="31377" y="5307"/>
                  </a:lnTo>
                  <a:lnTo>
                    <a:pt x="31144" y="5307"/>
                  </a:lnTo>
                  <a:lnTo>
                    <a:pt x="30911" y="5346"/>
                  </a:lnTo>
                  <a:lnTo>
                    <a:pt x="30658" y="5385"/>
                  </a:lnTo>
                  <a:lnTo>
                    <a:pt x="30425" y="5463"/>
                  </a:lnTo>
                  <a:lnTo>
                    <a:pt x="30192" y="5560"/>
                  </a:lnTo>
                  <a:lnTo>
                    <a:pt x="29939" y="5657"/>
                  </a:lnTo>
                  <a:lnTo>
                    <a:pt x="29706" y="5813"/>
                  </a:lnTo>
                  <a:lnTo>
                    <a:pt x="29472" y="5968"/>
                  </a:lnTo>
                  <a:lnTo>
                    <a:pt x="29239" y="6163"/>
                  </a:lnTo>
                  <a:lnTo>
                    <a:pt x="29006" y="6377"/>
                  </a:lnTo>
                  <a:lnTo>
                    <a:pt x="28792" y="6629"/>
                  </a:lnTo>
                  <a:lnTo>
                    <a:pt x="28578" y="6921"/>
                  </a:lnTo>
                  <a:lnTo>
                    <a:pt x="28364" y="7251"/>
                  </a:lnTo>
                  <a:lnTo>
                    <a:pt x="28364" y="7251"/>
                  </a:lnTo>
                  <a:lnTo>
                    <a:pt x="28306" y="7174"/>
                  </a:lnTo>
                  <a:lnTo>
                    <a:pt x="28150" y="7038"/>
                  </a:lnTo>
                  <a:lnTo>
                    <a:pt x="28034" y="6940"/>
                  </a:lnTo>
                  <a:lnTo>
                    <a:pt x="27878" y="6843"/>
                  </a:lnTo>
                  <a:lnTo>
                    <a:pt x="27703" y="6765"/>
                  </a:lnTo>
                  <a:lnTo>
                    <a:pt x="27509" y="6668"/>
                  </a:lnTo>
                  <a:lnTo>
                    <a:pt x="27295" y="6610"/>
                  </a:lnTo>
                  <a:lnTo>
                    <a:pt x="27042" y="6571"/>
                  </a:lnTo>
                  <a:lnTo>
                    <a:pt x="26770" y="6571"/>
                  </a:lnTo>
                  <a:lnTo>
                    <a:pt x="26478" y="6590"/>
                  </a:lnTo>
                  <a:lnTo>
                    <a:pt x="26167" y="6668"/>
                  </a:lnTo>
                  <a:lnTo>
                    <a:pt x="25817" y="6785"/>
                  </a:lnTo>
                  <a:lnTo>
                    <a:pt x="25468" y="6960"/>
                  </a:lnTo>
                  <a:lnTo>
                    <a:pt x="25079" y="7193"/>
                  </a:lnTo>
                  <a:lnTo>
                    <a:pt x="25079" y="7193"/>
                  </a:lnTo>
                  <a:lnTo>
                    <a:pt x="25020" y="7057"/>
                  </a:lnTo>
                  <a:lnTo>
                    <a:pt x="24865" y="6688"/>
                  </a:lnTo>
                  <a:lnTo>
                    <a:pt x="24748" y="6454"/>
                  </a:lnTo>
                  <a:lnTo>
                    <a:pt x="24593" y="6202"/>
                  </a:lnTo>
                  <a:lnTo>
                    <a:pt x="24398" y="5930"/>
                  </a:lnTo>
                  <a:lnTo>
                    <a:pt x="24165" y="5657"/>
                  </a:lnTo>
                  <a:lnTo>
                    <a:pt x="23893" y="5385"/>
                  </a:lnTo>
                  <a:lnTo>
                    <a:pt x="23582" y="5132"/>
                  </a:lnTo>
                  <a:lnTo>
                    <a:pt x="23426" y="5016"/>
                  </a:lnTo>
                  <a:lnTo>
                    <a:pt x="23232" y="4919"/>
                  </a:lnTo>
                  <a:lnTo>
                    <a:pt x="23037" y="4821"/>
                  </a:lnTo>
                  <a:lnTo>
                    <a:pt x="22843" y="4724"/>
                  </a:lnTo>
                  <a:lnTo>
                    <a:pt x="22610" y="4646"/>
                  </a:lnTo>
                  <a:lnTo>
                    <a:pt x="22396" y="4588"/>
                  </a:lnTo>
                  <a:lnTo>
                    <a:pt x="22143" y="4530"/>
                  </a:lnTo>
                  <a:lnTo>
                    <a:pt x="21890" y="4510"/>
                  </a:lnTo>
                  <a:lnTo>
                    <a:pt x="21618" y="4491"/>
                  </a:lnTo>
                  <a:lnTo>
                    <a:pt x="21346" y="4491"/>
                  </a:lnTo>
                  <a:lnTo>
                    <a:pt x="21035" y="4510"/>
                  </a:lnTo>
                  <a:lnTo>
                    <a:pt x="20724" y="4549"/>
                  </a:lnTo>
                  <a:lnTo>
                    <a:pt x="20724" y="4549"/>
                  </a:lnTo>
                  <a:lnTo>
                    <a:pt x="20432" y="4627"/>
                  </a:lnTo>
                  <a:lnTo>
                    <a:pt x="20141" y="4705"/>
                  </a:lnTo>
                  <a:lnTo>
                    <a:pt x="19869" y="4821"/>
                  </a:lnTo>
                  <a:lnTo>
                    <a:pt x="19635" y="4938"/>
                  </a:lnTo>
                  <a:lnTo>
                    <a:pt x="19402" y="5094"/>
                  </a:lnTo>
                  <a:lnTo>
                    <a:pt x="19188" y="5249"/>
                  </a:lnTo>
                  <a:lnTo>
                    <a:pt x="18994" y="5424"/>
                  </a:lnTo>
                  <a:lnTo>
                    <a:pt x="18819" y="5618"/>
                  </a:lnTo>
                  <a:lnTo>
                    <a:pt x="18663" y="5813"/>
                  </a:lnTo>
                  <a:lnTo>
                    <a:pt x="18508" y="6027"/>
                  </a:lnTo>
                  <a:lnTo>
                    <a:pt x="18391" y="6241"/>
                  </a:lnTo>
                  <a:lnTo>
                    <a:pt x="18255" y="6474"/>
                  </a:lnTo>
                  <a:lnTo>
                    <a:pt x="18158" y="6707"/>
                  </a:lnTo>
                  <a:lnTo>
                    <a:pt x="18061" y="6940"/>
                  </a:lnTo>
                  <a:lnTo>
                    <a:pt x="17905" y="7407"/>
                  </a:lnTo>
                  <a:lnTo>
                    <a:pt x="17789" y="7854"/>
                  </a:lnTo>
                  <a:lnTo>
                    <a:pt x="17711" y="8301"/>
                  </a:lnTo>
                  <a:lnTo>
                    <a:pt x="17652" y="8710"/>
                  </a:lnTo>
                  <a:lnTo>
                    <a:pt x="17633" y="9079"/>
                  </a:lnTo>
                  <a:lnTo>
                    <a:pt x="17614" y="9604"/>
                  </a:lnTo>
                  <a:lnTo>
                    <a:pt x="17614" y="9818"/>
                  </a:lnTo>
                  <a:lnTo>
                    <a:pt x="17614" y="9818"/>
                  </a:lnTo>
                  <a:lnTo>
                    <a:pt x="17477" y="9779"/>
                  </a:lnTo>
                  <a:lnTo>
                    <a:pt x="17108" y="9720"/>
                  </a:lnTo>
                  <a:lnTo>
                    <a:pt x="16875" y="9701"/>
                  </a:lnTo>
                  <a:lnTo>
                    <a:pt x="16603" y="9701"/>
                  </a:lnTo>
                  <a:lnTo>
                    <a:pt x="16292" y="9720"/>
                  </a:lnTo>
                  <a:lnTo>
                    <a:pt x="15981" y="9759"/>
                  </a:lnTo>
                  <a:lnTo>
                    <a:pt x="15650" y="9837"/>
                  </a:lnTo>
                  <a:lnTo>
                    <a:pt x="15339" y="9954"/>
                  </a:lnTo>
                  <a:lnTo>
                    <a:pt x="15183" y="10031"/>
                  </a:lnTo>
                  <a:lnTo>
                    <a:pt x="15028" y="10109"/>
                  </a:lnTo>
                  <a:lnTo>
                    <a:pt x="14892" y="10206"/>
                  </a:lnTo>
                  <a:lnTo>
                    <a:pt x="14756" y="10323"/>
                  </a:lnTo>
                  <a:lnTo>
                    <a:pt x="14620" y="10459"/>
                  </a:lnTo>
                  <a:lnTo>
                    <a:pt x="14484" y="10615"/>
                  </a:lnTo>
                  <a:lnTo>
                    <a:pt x="14367" y="10770"/>
                  </a:lnTo>
                  <a:lnTo>
                    <a:pt x="14270" y="10945"/>
                  </a:lnTo>
                  <a:lnTo>
                    <a:pt x="14173" y="11159"/>
                  </a:lnTo>
                  <a:lnTo>
                    <a:pt x="14075" y="11373"/>
                  </a:lnTo>
                  <a:lnTo>
                    <a:pt x="14017" y="11606"/>
                  </a:lnTo>
                  <a:lnTo>
                    <a:pt x="13959" y="11878"/>
                  </a:lnTo>
                  <a:lnTo>
                    <a:pt x="13959" y="11878"/>
                  </a:lnTo>
                  <a:lnTo>
                    <a:pt x="13842" y="11820"/>
                  </a:lnTo>
                  <a:lnTo>
                    <a:pt x="13531" y="11723"/>
                  </a:lnTo>
                  <a:lnTo>
                    <a:pt x="13317" y="11664"/>
                  </a:lnTo>
                  <a:lnTo>
                    <a:pt x="13084" y="11626"/>
                  </a:lnTo>
                  <a:lnTo>
                    <a:pt x="12792" y="11587"/>
                  </a:lnTo>
                  <a:lnTo>
                    <a:pt x="12501" y="11567"/>
                  </a:lnTo>
                  <a:lnTo>
                    <a:pt x="12190" y="11587"/>
                  </a:lnTo>
                  <a:lnTo>
                    <a:pt x="11840" y="11645"/>
                  </a:lnTo>
                  <a:lnTo>
                    <a:pt x="11509" y="11723"/>
                  </a:lnTo>
                  <a:lnTo>
                    <a:pt x="11334" y="11801"/>
                  </a:lnTo>
                  <a:lnTo>
                    <a:pt x="11159" y="11878"/>
                  </a:lnTo>
                  <a:lnTo>
                    <a:pt x="10984" y="11956"/>
                  </a:lnTo>
                  <a:lnTo>
                    <a:pt x="10809" y="12073"/>
                  </a:lnTo>
                  <a:lnTo>
                    <a:pt x="10654" y="12189"/>
                  </a:lnTo>
                  <a:lnTo>
                    <a:pt x="10479" y="12325"/>
                  </a:lnTo>
                  <a:lnTo>
                    <a:pt x="10304" y="12481"/>
                  </a:lnTo>
                  <a:lnTo>
                    <a:pt x="10148" y="12656"/>
                  </a:lnTo>
                  <a:lnTo>
                    <a:pt x="9993" y="12850"/>
                  </a:lnTo>
                  <a:lnTo>
                    <a:pt x="9837" y="13084"/>
                  </a:lnTo>
                  <a:lnTo>
                    <a:pt x="9837" y="13084"/>
                  </a:lnTo>
                  <a:lnTo>
                    <a:pt x="9760" y="13025"/>
                  </a:lnTo>
                  <a:lnTo>
                    <a:pt x="9546" y="12928"/>
                  </a:lnTo>
                  <a:lnTo>
                    <a:pt x="9215" y="12792"/>
                  </a:lnTo>
                  <a:lnTo>
                    <a:pt x="9001" y="12734"/>
                  </a:lnTo>
                  <a:lnTo>
                    <a:pt x="8788" y="12695"/>
                  </a:lnTo>
                  <a:lnTo>
                    <a:pt x="8554" y="12675"/>
                  </a:lnTo>
                  <a:lnTo>
                    <a:pt x="8302" y="12656"/>
                  </a:lnTo>
                  <a:lnTo>
                    <a:pt x="8029" y="12675"/>
                  </a:lnTo>
                  <a:lnTo>
                    <a:pt x="7757" y="12734"/>
                  </a:lnTo>
                  <a:lnTo>
                    <a:pt x="7485" y="12831"/>
                  </a:lnTo>
                  <a:lnTo>
                    <a:pt x="7193" y="12967"/>
                  </a:lnTo>
                  <a:lnTo>
                    <a:pt x="6921" y="13142"/>
                  </a:lnTo>
                  <a:lnTo>
                    <a:pt x="6785" y="13259"/>
                  </a:lnTo>
                  <a:lnTo>
                    <a:pt x="6630" y="13395"/>
                  </a:lnTo>
                  <a:lnTo>
                    <a:pt x="6630" y="13395"/>
                  </a:lnTo>
                  <a:lnTo>
                    <a:pt x="6455" y="13297"/>
                  </a:lnTo>
                  <a:lnTo>
                    <a:pt x="6241" y="13200"/>
                  </a:lnTo>
                  <a:lnTo>
                    <a:pt x="5949" y="13084"/>
                  </a:lnTo>
                  <a:lnTo>
                    <a:pt x="5599" y="12967"/>
                  </a:lnTo>
                  <a:lnTo>
                    <a:pt x="5191" y="12850"/>
                  </a:lnTo>
                  <a:lnTo>
                    <a:pt x="4744" y="12753"/>
                  </a:lnTo>
                  <a:lnTo>
                    <a:pt x="4258" y="12695"/>
                  </a:lnTo>
                  <a:lnTo>
                    <a:pt x="4005" y="12675"/>
                  </a:lnTo>
                  <a:lnTo>
                    <a:pt x="3733" y="12675"/>
                  </a:lnTo>
                  <a:lnTo>
                    <a:pt x="3461" y="12695"/>
                  </a:lnTo>
                  <a:lnTo>
                    <a:pt x="3208" y="12734"/>
                  </a:lnTo>
                  <a:lnTo>
                    <a:pt x="2916" y="12773"/>
                  </a:lnTo>
                  <a:lnTo>
                    <a:pt x="2644" y="12850"/>
                  </a:lnTo>
                  <a:lnTo>
                    <a:pt x="2372" y="12948"/>
                  </a:lnTo>
                  <a:lnTo>
                    <a:pt x="2100" y="13045"/>
                  </a:lnTo>
                  <a:lnTo>
                    <a:pt x="1808" y="13181"/>
                  </a:lnTo>
                  <a:lnTo>
                    <a:pt x="1536" y="13356"/>
                  </a:lnTo>
                  <a:lnTo>
                    <a:pt x="1264" y="13550"/>
                  </a:lnTo>
                  <a:lnTo>
                    <a:pt x="1011" y="13764"/>
                  </a:lnTo>
                  <a:lnTo>
                    <a:pt x="739" y="14017"/>
                  </a:lnTo>
                  <a:lnTo>
                    <a:pt x="486" y="14289"/>
                  </a:lnTo>
                  <a:lnTo>
                    <a:pt x="253" y="14600"/>
                  </a:lnTo>
                  <a:lnTo>
                    <a:pt x="0" y="149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2"/>
            <p:cNvSpPr/>
            <p:nvPr/>
          </p:nvSpPr>
          <p:spPr>
            <a:xfrm>
              <a:off x="1537750" y="-272950"/>
              <a:ext cx="1186375" cy="185200"/>
            </a:xfrm>
            <a:custGeom>
              <a:avLst/>
              <a:gdLst/>
              <a:ahLst/>
              <a:cxnLst/>
              <a:rect l="l" t="t" r="r" b="b"/>
              <a:pathLst>
                <a:path w="47455" h="7408" extrusionOk="0">
                  <a:moveTo>
                    <a:pt x="35149" y="1"/>
                  </a:moveTo>
                  <a:lnTo>
                    <a:pt x="34896" y="20"/>
                  </a:lnTo>
                  <a:lnTo>
                    <a:pt x="34682" y="59"/>
                  </a:lnTo>
                  <a:lnTo>
                    <a:pt x="34488" y="117"/>
                  </a:lnTo>
                  <a:lnTo>
                    <a:pt x="34294" y="195"/>
                  </a:lnTo>
                  <a:lnTo>
                    <a:pt x="34138" y="292"/>
                  </a:lnTo>
                  <a:lnTo>
                    <a:pt x="34002" y="389"/>
                  </a:lnTo>
                  <a:lnTo>
                    <a:pt x="33885" y="506"/>
                  </a:lnTo>
                  <a:lnTo>
                    <a:pt x="33788" y="603"/>
                  </a:lnTo>
                  <a:lnTo>
                    <a:pt x="33633" y="836"/>
                  </a:lnTo>
                  <a:lnTo>
                    <a:pt x="33535" y="1031"/>
                  </a:lnTo>
                  <a:lnTo>
                    <a:pt x="33477" y="1167"/>
                  </a:lnTo>
                  <a:lnTo>
                    <a:pt x="33458" y="1225"/>
                  </a:lnTo>
                  <a:lnTo>
                    <a:pt x="33360" y="1186"/>
                  </a:lnTo>
                  <a:lnTo>
                    <a:pt x="33263" y="1167"/>
                  </a:lnTo>
                  <a:lnTo>
                    <a:pt x="33108" y="1148"/>
                  </a:lnTo>
                  <a:lnTo>
                    <a:pt x="32952" y="1167"/>
                  </a:lnTo>
                  <a:lnTo>
                    <a:pt x="32758" y="1206"/>
                  </a:lnTo>
                  <a:lnTo>
                    <a:pt x="32544" y="1264"/>
                  </a:lnTo>
                  <a:lnTo>
                    <a:pt x="32311" y="1361"/>
                  </a:lnTo>
                  <a:lnTo>
                    <a:pt x="32175" y="1439"/>
                  </a:lnTo>
                  <a:lnTo>
                    <a:pt x="32058" y="1517"/>
                  </a:lnTo>
                  <a:lnTo>
                    <a:pt x="31961" y="1614"/>
                  </a:lnTo>
                  <a:lnTo>
                    <a:pt x="31863" y="1711"/>
                  </a:lnTo>
                  <a:lnTo>
                    <a:pt x="31786" y="1828"/>
                  </a:lnTo>
                  <a:lnTo>
                    <a:pt x="31727" y="1945"/>
                  </a:lnTo>
                  <a:lnTo>
                    <a:pt x="31650" y="2158"/>
                  </a:lnTo>
                  <a:lnTo>
                    <a:pt x="31591" y="2372"/>
                  </a:lnTo>
                  <a:lnTo>
                    <a:pt x="31552" y="2547"/>
                  </a:lnTo>
                  <a:lnTo>
                    <a:pt x="31552" y="2703"/>
                  </a:lnTo>
                  <a:lnTo>
                    <a:pt x="31514" y="2644"/>
                  </a:lnTo>
                  <a:lnTo>
                    <a:pt x="31397" y="2469"/>
                  </a:lnTo>
                  <a:lnTo>
                    <a:pt x="31202" y="2236"/>
                  </a:lnTo>
                  <a:lnTo>
                    <a:pt x="30930" y="1945"/>
                  </a:lnTo>
                  <a:lnTo>
                    <a:pt x="30755" y="1809"/>
                  </a:lnTo>
                  <a:lnTo>
                    <a:pt x="30580" y="1672"/>
                  </a:lnTo>
                  <a:lnTo>
                    <a:pt x="30386" y="1536"/>
                  </a:lnTo>
                  <a:lnTo>
                    <a:pt x="30172" y="1439"/>
                  </a:lnTo>
                  <a:lnTo>
                    <a:pt x="29939" y="1342"/>
                  </a:lnTo>
                  <a:lnTo>
                    <a:pt x="29686" y="1264"/>
                  </a:lnTo>
                  <a:lnTo>
                    <a:pt x="29414" y="1206"/>
                  </a:lnTo>
                  <a:lnTo>
                    <a:pt x="29142" y="1186"/>
                  </a:lnTo>
                  <a:lnTo>
                    <a:pt x="28947" y="1206"/>
                  </a:lnTo>
                  <a:lnTo>
                    <a:pt x="28656" y="1245"/>
                  </a:lnTo>
                  <a:lnTo>
                    <a:pt x="28384" y="1322"/>
                  </a:lnTo>
                  <a:lnTo>
                    <a:pt x="28131" y="1420"/>
                  </a:lnTo>
                  <a:lnTo>
                    <a:pt x="27898" y="1536"/>
                  </a:lnTo>
                  <a:lnTo>
                    <a:pt x="27684" y="1692"/>
                  </a:lnTo>
                  <a:lnTo>
                    <a:pt x="27509" y="1847"/>
                  </a:lnTo>
                  <a:lnTo>
                    <a:pt x="27334" y="2003"/>
                  </a:lnTo>
                  <a:lnTo>
                    <a:pt x="27178" y="2178"/>
                  </a:lnTo>
                  <a:lnTo>
                    <a:pt x="27062" y="2333"/>
                  </a:lnTo>
                  <a:lnTo>
                    <a:pt x="26945" y="2508"/>
                  </a:lnTo>
                  <a:lnTo>
                    <a:pt x="26789" y="2781"/>
                  </a:lnTo>
                  <a:lnTo>
                    <a:pt x="26692" y="2975"/>
                  </a:lnTo>
                  <a:lnTo>
                    <a:pt x="26653" y="3053"/>
                  </a:lnTo>
                  <a:lnTo>
                    <a:pt x="26459" y="2994"/>
                  </a:lnTo>
                  <a:lnTo>
                    <a:pt x="26245" y="2975"/>
                  </a:lnTo>
                  <a:lnTo>
                    <a:pt x="26051" y="2955"/>
                  </a:lnTo>
                  <a:lnTo>
                    <a:pt x="25876" y="2936"/>
                  </a:lnTo>
                  <a:lnTo>
                    <a:pt x="25545" y="2955"/>
                  </a:lnTo>
                  <a:lnTo>
                    <a:pt x="25254" y="3014"/>
                  </a:lnTo>
                  <a:lnTo>
                    <a:pt x="24962" y="3092"/>
                  </a:lnTo>
                  <a:lnTo>
                    <a:pt x="24690" y="3208"/>
                  </a:lnTo>
                  <a:lnTo>
                    <a:pt x="24437" y="3325"/>
                  </a:lnTo>
                  <a:lnTo>
                    <a:pt x="24223" y="3480"/>
                  </a:lnTo>
                  <a:lnTo>
                    <a:pt x="24009" y="3636"/>
                  </a:lnTo>
                  <a:lnTo>
                    <a:pt x="23815" y="3791"/>
                  </a:lnTo>
                  <a:lnTo>
                    <a:pt x="23640" y="3947"/>
                  </a:lnTo>
                  <a:lnTo>
                    <a:pt x="23504" y="4102"/>
                  </a:lnTo>
                  <a:lnTo>
                    <a:pt x="23271" y="4375"/>
                  </a:lnTo>
                  <a:lnTo>
                    <a:pt x="23135" y="4569"/>
                  </a:lnTo>
                  <a:lnTo>
                    <a:pt x="23076" y="4627"/>
                  </a:lnTo>
                  <a:lnTo>
                    <a:pt x="23096" y="4433"/>
                  </a:lnTo>
                  <a:lnTo>
                    <a:pt x="23135" y="4239"/>
                  </a:lnTo>
                  <a:lnTo>
                    <a:pt x="23174" y="4064"/>
                  </a:lnTo>
                  <a:lnTo>
                    <a:pt x="23232" y="3889"/>
                  </a:lnTo>
                  <a:lnTo>
                    <a:pt x="23290" y="3733"/>
                  </a:lnTo>
                  <a:lnTo>
                    <a:pt x="23368" y="3578"/>
                  </a:lnTo>
                  <a:lnTo>
                    <a:pt x="23543" y="3286"/>
                  </a:lnTo>
                  <a:lnTo>
                    <a:pt x="23737" y="3033"/>
                  </a:lnTo>
                  <a:lnTo>
                    <a:pt x="23951" y="2819"/>
                  </a:lnTo>
                  <a:lnTo>
                    <a:pt x="24184" y="2625"/>
                  </a:lnTo>
                  <a:lnTo>
                    <a:pt x="24418" y="2469"/>
                  </a:lnTo>
                  <a:lnTo>
                    <a:pt x="24651" y="2333"/>
                  </a:lnTo>
                  <a:lnTo>
                    <a:pt x="24865" y="2217"/>
                  </a:lnTo>
                  <a:lnTo>
                    <a:pt x="25079" y="2139"/>
                  </a:lnTo>
                  <a:lnTo>
                    <a:pt x="25254" y="2061"/>
                  </a:lnTo>
                  <a:lnTo>
                    <a:pt x="25526" y="1983"/>
                  </a:lnTo>
                  <a:lnTo>
                    <a:pt x="25642" y="1945"/>
                  </a:lnTo>
                  <a:lnTo>
                    <a:pt x="25584" y="1886"/>
                  </a:lnTo>
                  <a:lnTo>
                    <a:pt x="25448" y="1692"/>
                  </a:lnTo>
                  <a:lnTo>
                    <a:pt x="25215" y="1420"/>
                  </a:lnTo>
                  <a:lnTo>
                    <a:pt x="24884" y="1128"/>
                  </a:lnTo>
                  <a:lnTo>
                    <a:pt x="24709" y="973"/>
                  </a:lnTo>
                  <a:lnTo>
                    <a:pt x="24495" y="817"/>
                  </a:lnTo>
                  <a:lnTo>
                    <a:pt x="24282" y="681"/>
                  </a:lnTo>
                  <a:lnTo>
                    <a:pt x="24029" y="564"/>
                  </a:lnTo>
                  <a:lnTo>
                    <a:pt x="23776" y="448"/>
                  </a:lnTo>
                  <a:lnTo>
                    <a:pt x="23523" y="370"/>
                  </a:lnTo>
                  <a:lnTo>
                    <a:pt x="23232" y="312"/>
                  </a:lnTo>
                  <a:lnTo>
                    <a:pt x="22940" y="292"/>
                  </a:lnTo>
                  <a:lnTo>
                    <a:pt x="22746" y="312"/>
                  </a:lnTo>
                  <a:lnTo>
                    <a:pt x="22551" y="331"/>
                  </a:lnTo>
                  <a:lnTo>
                    <a:pt x="22240" y="389"/>
                  </a:lnTo>
                  <a:lnTo>
                    <a:pt x="21949" y="487"/>
                  </a:lnTo>
                  <a:lnTo>
                    <a:pt x="21696" y="603"/>
                  </a:lnTo>
                  <a:lnTo>
                    <a:pt x="21482" y="739"/>
                  </a:lnTo>
                  <a:lnTo>
                    <a:pt x="21288" y="895"/>
                  </a:lnTo>
                  <a:lnTo>
                    <a:pt x="21132" y="1050"/>
                  </a:lnTo>
                  <a:lnTo>
                    <a:pt x="20977" y="1206"/>
                  </a:lnTo>
                  <a:lnTo>
                    <a:pt x="20860" y="1381"/>
                  </a:lnTo>
                  <a:lnTo>
                    <a:pt x="20763" y="1536"/>
                  </a:lnTo>
                  <a:lnTo>
                    <a:pt x="20705" y="1692"/>
                  </a:lnTo>
                  <a:lnTo>
                    <a:pt x="20588" y="1945"/>
                  </a:lnTo>
                  <a:lnTo>
                    <a:pt x="20549" y="2139"/>
                  </a:lnTo>
                  <a:lnTo>
                    <a:pt x="20530" y="2197"/>
                  </a:lnTo>
                  <a:lnTo>
                    <a:pt x="20238" y="2100"/>
                  </a:lnTo>
                  <a:lnTo>
                    <a:pt x="19985" y="2022"/>
                  </a:lnTo>
                  <a:lnTo>
                    <a:pt x="19733" y="1983"/>
                  </a:lnTo>
                  <a:lnTo>
                    <a:pt x="19499" y="1964"/>
                  </a:lnTo>
                  <a:lnTo>
                    <a:pt x="19305" y="1983"/>
                  </a:lnTo>
                  <a:lnTo>
                    <a:pt x="19149" y="2003"/>
                  </a:lnTo>
                  <a:lnTo>
                    <a:pt x="18994" y="2042"/>
                  </a:lnTo>
                  <a:lnTo>
                    <a:pt x="18838" y="2081"/>
                  </a:lnTo>
                  <a:lnTo>
                    <a:pt x="18722" y="2139"/>
                  </a:lnTo>
                  <a:lnTo>
                    <a:pt x="18586" y="2197"/>
                  </a:lnTo>
                  <a:lnTo>
                    <a:pt x="18391" y="2333"/>
                  </a:lnTo>
                  <a:lnTo>
                    <a:pt x="18236" y="2469"/>
                  </a:lnTo>
                  <a:lnTo>
                    <a:pt x="18119" y="2606"/>
                  </a:lnTo>
                  <a:lnTo>
                    <a:pt x="18041" y="2722"/>
                  </a:lnTo>
                  <a:lnTo>
                    <a:pt x="18216" y="2781"/>
                  </a:lnTo>
                  <a:lnTo>
                    <a:pt x="18372" y="2858"/>
                  </a:lnTo>
                  <a:lnTo>
                    <a:pt x="18508" y="2955"/>
                  </a:lnTo>
                  <a:lnTo>
                    <a:pt x="18624" y="3053"/>
                  </a:lnTo>
                  <a:lnTo>
                    <a:pt x="18722" y="3150"/>
                  </a:lnTo>
                  <a:lnTo>
                    <a:pt x="18819" y="3247"/>
                  </a:lnTo>
                  <a:lnTo>
                    <a:pt x="18935" y="3442"/>
                  </a:lnTo>
                  <a:lnTo>
                    <a:pt x="19033" y="3616"/>
                  </a:lnTo>
                  <a:lnTo>
                    <a:pt x="19091" y="3772"/>
                  </a:lnTo>
                  <a:lnTo>
                    <a:pt x="19110" y="3908"/>
                  </a:lnTo>
                  <a:lnTo>
                    <a:pt x="19033" y="3753"/>
                  </a:lnTo>
                  <a:lnTo>
                    <a:pt x="18916" y="3616"/>
                  </a:lnTo>
                  <a:lnTo>
                    <a:pt x="18799" y="3500"/>
                  </a:lnTo>
                  <a:lnTo>
                    <a:pt x="18683" y="3403"/>
                  </a:lnTo>
                  <a:lnTo>
                    <a:pt x="18547" y="3305"/>
                  </a:lnTo>
                  <a:lnTo>
                    <a:pt x="18391" y="3228"/>
                  </a:lnTo>
                  <a:lnTo>
                    <a:pt x="18255" y="3169"/>
                  </a:lnTo>
                  <a:lnTo>
                    <a:pt x="18100" y="3111"/>
                  </a:lnTo>
                  <a:lnTo>
                    <a:pt x="17808" y="3033"/>
                  </a:lnTo>
                  <a:lnTo>
                    <a:pt x="17536" y="2994"/>
                  </a:lnTo>
                  <a:lnTo>
                    <a:pt x="17322" y="2975"/>
                  </a:lnTo>
                  <a:lnTo>
                    <a:pt x="17069" y="2975"/>
                  </a:lnTo>
                  <a:lnTo>
                    <a:pt x="17030" y="2839"/>
                  </a:lnTo>
                  <a:lnTo>
                    <a:pt x="16972" y="2703"/>
                  </a:lnTo>
                  <a:lnTo>
                    <a:pt x="16855" y="2528"/>
                  </a:lnTo>
                  <a:lnTo>
                    <a:pt x="16778" y="2450"/>
                  </a:lnTo>
                  <a:lnTo>
                    <a:pt x="16680" y="2353"/>
                  </a:lnTo>
                  <a:lnTo>
                    <a:pt x="16564" y="2256"/>
                  </a:lnTo>
                  <a:lnTo>
                    <a:pt x="16428" y="2178"/>
                  </a:lnTo>
                  <a:lnTo>
                    <a:pt x="16272" y="2081"/>
                  </a:lnTo>
                  <a:lnTo>
                    <a:pt x="16097" y="2003"/>
                  </a:lnTo>
                  <a:lnTo>
                    <a:pt x="15883" y="1945"/>
                  </a:lnTo>
                  <a:lnTo>
                    <a:pt x="15650" y="1886"/>
                  </a:lnTo>
                  <a:lnTo>
                    <a:pt x="15417" y="1847"/>
                  </a:lnTo>
                  <a:lnTo>
                    <a:pt x="15008" y="1847"/>
                  </a:lnTo>
                  <a:lnTo>
                    <a:pt x="14834" y="1867"/>
                  </a:lnTo>
                  <a:lnTo>
                    <a:pt x="14659" y="1925"/>
                  </a:lnTo>
                  <a:lnTo>
                    <a:pt x="14484" y="1964"/>
                  </a:lnTo>
                  <a:lnTo>
                    <a:pt x="14328" y="2042"/>
                  </a:lnTo>
                  <a:lnTo>
                    <a:pt x="14192" y="2100"/>
                  </a:lnTo>
                  <a:lnTo>
                    <a:pt x="13939" y="2256"/>
                  </a:lnTo>
                  <a:lnTo>
                    <a:pt x="13745" y="2411"/>
                  </a:lnTo>
                  <a:lnTo>
                    <a:pt x="13609" y="2547"/>
                  </a:lnTo>
                  <a:lnTo>
                    <a:pt x="13473" y="2664"/>
                  </a:lnTo>
                  <a:lnTo>
                    <a:pt x="13434" y="2606"/>
                  </a:lnTo>
                  <a:lnTo>
                    <a:pt x="13278" y="2450"/>
                  </a:lnTo>
                  <a:lnTo>
                    <a:pt x="13026" y="2217"/>
                  </a:lnTo>
                  <a:lnTo>
                    <a:pt x="12676" y="1945"/>
                  </a:lnTo>
                  <a:lnTo>
                    <a:pt x="12481" y="1809"/>
                  </a:lnTo>
                  <a:lnTo>
                    <a:pt x="12248" y="1692"/>
                  </a:lnTo>
                  <a:lnTo>
                    <a:pt x="12015" y="1556"/>
                  </a:lnTo>
                  <a:lnTo>
                    <a:pt x="11762" y="1459"/>
                  </a:lnTo>
                  <a:lnTo>
                    <a:pt x="11470" y="1361"/>
                  </a:lnTo>
                  <a:lnTo>
                    <a:pt x="11179" y="1284"/>
                  </a:lnTo>
                  <a:lnTo>
                    <a:pt x="10868" y="1245"/>
                  </a:lnTo>
                  <a:lnTo>
                    <a:pt x="10537" y="1225"/>
                  </a:lnTo>
                  <a:lnTo>
                    <a:pt x="10246" y="1245"/>
                  </a:lnTo>
                  <a:lnTo>
                    <a:pt x="9954" y="1284"/>
                  </a:lnTo>
                  <a:lnTo>
                    <a:pt x="9760" y="1322"/>
                  </a:lnTo>
                  <a:lnTo>
                    <a:pt x="9585" y="1361"/>
                  </a:lnTo>
                  <a:lnTo>
                    <a:pt x="9235" y="1497"/>
                  </a:lnTo>
                  <a:lnTo>
                    <a:pt x="8943" y="1653"/>
                  </a:lnTo>
                  <a:lnTo>
                    <a:pt x="8690" y="1828"/>
                  </a:lnTo>
                  <a:lnTo>
                    <a:pt x="8457" y="2022"/>
                  </a:lnTo>
                  <a:lnTo>
                    <a:pt x="8263" y="2217"/>
                  </a:lnTo>
                  <a:lnTo>
                    <a:pt x="8088" y="2431"/>
                  </a:lnTo>
                  <a:lnTo>
                    <a:pt x="7952" y="2644"/>
                  </a:lnTo>
                  <a:lnTo>
                    <a:pt x="7835" y="2858"/>
                  </a:lnTo>
                  <a:lnTo>
                    <a:pt x="7738" y="3053"/>
                  </a:lnTo>
                  <a:lnTo>
                    <a:pt x="7621" y="3403"/>
                  </a:lnTo>
                  <a:lnTo>
                    <a:pt x="7543" y="3655"/>
                  </a:lnTo>
                  <a:lnTo>
                    <a:pt x="7524" y="3733"/>
                  </a:lnTo>
                  <a:lnTo>
                    <a:pt x="7349" y="3714"/>
                  </a:lnTo>
                  <a:lnTo>
                    <a:pt x="7174" y="3694"/>
                  </a:lnTo>
                  <a:lnTo>
                    <a:pt x="7057" y="3694"/>
                  </a:lnTo>
                  <a:lnTo>
                    <a:pt x="6960" y="3714"/>
                  </a:lnTo>
                  <a:lnTo>
                    <a:pt x="6785" y="3772"/>
                  </a:lnTo>
                  <a:lnTo>
                    <a:pt x="6630" y="3869"/>
                  </a:lnTo>
                  <a:lnTo>
                    <a:pt x="6532" y="3966"/>
                  </a:lnTo>
                  <a:lnTo>
                    <a:pt x="6455" y="4064"/>
                  </a:lnTo>
                  <a:lnTo>
                    <a:pt x="6396" y="4141"/>
                  </a:lnTo>
                  <a:lnTo>
                    <a:pt x="6357" y="4239"/>
                  </a:lnTo>
                  <a:lnTo>
                    <a:pt x="6202" y="4180"/>
                  </a:lnTo>
                  <a:lnTo>
                    <a:pt x="6008" y="4141"/>
                  </a:lnTo>
                  <a:lnTo>
                    <a:pt x="5755" y="4122"/>
                  </a:lnTo>
                  <a:lnTo>
                    <a:pt x="5541" y="4122"/>
                  </a:lnTo>
                  <a:lnTo>
                    <a:pt x="5347" y="4161"/>
                  </a:lnTo>
                  <a:lnTo>
                    <a:pt x="5113" y="4239"/>
                  </a:lnTo>
                  <a:lnTo>
                    <a:pt x="4880" y="4336"/>
                  </a:lnTo>
                  <a:lnTo>
                    <a:pt x="4744" y="4433"/>
                  </a:lnTo>
                  <a:lnTo>
                    <a:pt x="4608" y="4550"/>
                  </a:lnTo>
                  <a:lnTo>
                    <a:pt x="4511" y="4666"/>
                  </a:lnTo>
                  <a:lnTo>
                    <a:pt x="4433" y="4802"/>
                  </a:lnTo>
                  <a:lnTo>
                    <a:pt x="4355" y="4938"/>
                  </a:lnTo>
                  <a:lnTo>
                    <a:pt x="4297" y="5075"/>
                  </a:lnTo>
                  <a:lnTo>
                    <a:pt x="4219" y="5366"/>
                  </a:lnTo>
                  <a:lnTo>
                    <a:pt x="4180" y="5638"/>
                  </a:lnTo>
                  <a:lnTo>
                    <a:pt x="4161" y="5852"/>
                  </a:lnTo>
                  <a:lnTo>
                    <a:pt x="4161" y="6047"/>
                  </a:lnTo>
                  <a:lnTo>
                    <a:pt x="3966" y="5891"/>
                  </a:lnTo>
                  <a:lnTo>
                    <a:pt x="3772" y="5755"/>
                  </a:lnTo>
                  <a:lnTo>
                    <a:pt x="3577" y="5658"/>
                  </a:lnTo>
                  <a:lnTo>
                    <a:pt x="3402" y="5599"/>
                  </a:lnTo>
                  <a:lnTo>
                    <a:pt x="3208" y="5541"/>
                  </a:lnTo>
                  <a:lnTo>
                    <a:pt x="3053" y="5522"/>
                  </a:lnTo>
                  <a:lnTo>
                    <a:pt x="2800" y="5502"/>
                  </a:lnTo>
                  <a:lnTo>
                    <a:pt x="2703" y="5502"/>
                  </a:lnTo>
                  <a:lnTo>
                    <a:pt x="2683" y="5619"/>
                  </a:lnTo>
                  <a:lnTo>
                    <a:pt x="2683" y="5716"/>
                  </a:lnTo>
                  <a:lnTo>
                    <a:pt x="2683" y="5813"/>
                  </a:lnTo>
                  <a:lnTo>
                    <a:pt x="2703" y="5910"/>
                  </a:lnTo>
                  <a:lnTo>
                    <a:pt x="2780" y="6085"/>
                  </a:lnTo>
                  <a:lnTo>
                    <a:pt x="2878" y="6241"/>
                  </a:lnTo>
                  <a:lnTo>
                    <a:pt x="2994" y="6358"/>
                  </a:lnTo>
                  <a:lnTo>
                    <a:pt x="3091" y="6455"/>
                  </a:lnTo>
                  <a:lnTo>
                    <a:pt x="3189" y="6533"/>
                  </a:lnTo>
                  <a:lnTo>
                    <a:pt x="3189" y="6533"/>
                  </a:lnTo>
                  <a:lnTo>
                    <a:pt x="2994" y="6474"/>
                  </a:lnTo>
                  <a:lnTo>
                    <a:pt x="2839" y="6396"/>
                  </a:lnTo>
                  <a:lnTo>
                    <a:pt x="2567" y="6241"/>
                  </a:lnTo>
                  <a:lnTo>
                    <a:pt x="2372" y="6105"/>
                  </a:lnTo>
                  <a:lnTo>
                    <a:pt x="2255" y="5969"/>
                  </a:lnTo>
                  <a:lnTo>
                    <a:pt x="2178" y="5852"/>
                  </a:lnTo>
                  <a:lnTo>
                    <a:pt x="2139" y="5755"/>
                  </a:lnTo>
                  <a:lnTo>
                    <a:pt x="2119" y="5677"/>
                  </a:lnTo>
                  <a:lnTo>
                    <a:pt x="1808" y="5697"/>
                  </a:lnTo>
                  <a:lnTo>
                    <a:pt x="1517" y="5755"/>
                  </a:lnTo>
                  <a:lnTo>
                    <a:pt x="1264" y="5852"/>
                  </a:lnTo>
                  <a:lnTo>
                    <a:pt x="1031" y="5969"/>
                  </a:lnTo>
                  <a:lnTo>
                    <a:pt x="836" y="6105"/>
                  </a:lnTo>
                  <a:lnTo>
                    <a:pt x="661" y="6241"/>
                  </a:lnTo>
                  <a:lnTo>
                    <a:pt x="506" y="6396"/>
                  </a:lnTo>
                  <a:lnTo>
                    <a:pt x="389" y="6552"/>
                  </a:lnTo>
                  <a:lnTo>
                    <a:pt x="273" y="6708"/>
                  </a:lnTo>
                  <a:lnTo>
                    <a:pt x="195" y="6863"/>
                  </a:lnTo>
                  <a:lnTo>
                    <a:pt x="78" y="7135"/>
                  </a:lnTo>
                  <a:lnTo>
                    <a:pt x="20" y="7330"/>
                  </a:lnTo>
                  <a:lnTo>
                    <a:pt x="0" y="7407"/>
                  </a:lnTo>
                  <a:lnTo>
                    <a:pt x="47416" y="7407"/>
                  </a:lnTo>
                  <a:lnTo>
                    <a:pt x="47455" y="7213"/>
                  </a:lnTo>
                  <a:lnTo>
                    <a:pt x="47455" y="7038"/>
                  </a:lnTo>
                  <a:lnTo>
                    <a:pt x="47455" y="6882"/>
                  </a:lnTo>
                  <a:lnTo>
                    <a:pt x="47455" y="6727"/>
                  </a:lnTo>
                  <a:lnTo>
                    <a:pt x="47435" y="6591"/>
                  </a:lnTo>
                  <a:lnTo>
                    <a:pt x="47416" y="6474"/>
                  </a:lnTo>
                  <a:lnTo>
                    <a:pt x="47319" y="6222"/>
                  </a:lnTo>
                  <a:lnTo>
                    <a:pt x="47202" y="6027"/>
                  </a:lnTo>
                  <a:lnTo>
                    <a:pt x="47066" y="5872"/>
                  </a:lnTo>
                  <a:lnTo>
                    <a:pt x="46891" y="5716"/>
                  </a:lnTo>
                  <a:lnTo>
                    <a:pt x="46716" y="5619"/>
                  </a:lnTo>
                  <a:lnTo>
                    <a:pt x="46541" y="5522"/>
                  </a:lnTo>
                  <a:lnTo>
                    <a:pt x="46347" y="5444"/>
                  </a:lnTo>
                  <a:lnTo>
                    <a:pt x="46172" y="5405"/>
                  </a:lnTo>
                  <a:lnTo>
                    <a:pt x="45997" y="5366"/>
                  </a:lnTo>
                  <a:lnTo>
                    <a:pt x="45686" y="5327"/>
                  </a:lnTo>
                  <a:lnTo>
                    <a:pt x="45452" y="5327"/>
                  </a:lnTo>
                  <a:lnTo>
                    <a:pt x="45491" y="5152"/>
                  </a:lnTo>
                  <a:lnTo>
                    <a:pt x="45511" y="4997"/>
                  </a:lnTo>
                  <a:lnTo>
                    <a:pt x="45511" y="4725"/>
                  </a:lnTo>
                  <a:lnTo>
                    <a:pt x="45472" y="4491"/>
                  </a:lnTo>
                  <a:lnTo>
                    <a:pt x="45414" y="4297"/>
                  </a:lnTo>
                  <a:lnTo>
                    <a:pt x="45355" y="4141"/>
                  </a:lnTo>
                  <a:lnTo>
                    <a:pt x="45277" y="4044"/>
                  </a:lnTo>
                  <a:lnTo>
                    <a:pt x="45219" y="3966"/>
                  </a:lnTo>
                  <a:lnTo>
                    <a:pt x="45083" y="3966"/>
                  </a:lnTo>
                  <a:lnTo>
                    <a:pt x="44986" y="3986"/>
                  </a:lnTo>
                  <a:lnTo>
                    <a:pt x="44811" y="4083"/>
                  </a:lnTo>
                  <a:lnTo>
                    <a:pt x="44655" y="4219"/>
                  </a:lnTo>
                  <a:lnTo>
                    <a:pt x="44500" y="4375"/>
                  </a:lnTo>
                  <a:lnTo>
                    <a:pt x="44267" y="4647"/>
                  </a:lnTo>
                  <a:lnTo>
                    <a:pt x="44169" y="4783"/>
                  </a:lnTo>
                  <a:lnTo>
                    <a:pt x="44169" y="4666"/>
                  </a:lnTo>
                  <a:lnTo>
                    <a:pt x="44208" y="4550"/>
                  </a:lnTo>
                  <a:lnTo>
                    <a:pt x="44267" y="4336"/>
                  </a:lnTo>
                  <a:lnTo>
                    <a:pt x="44364" y="4161"/>
                  </a:lnTo>
                  <a:lnTo>
                    <a:pt x="44480" y="4005"/>
                  </a:lnTo>
                  <a:lnTo>
                    <a:pt x="44597" y="3869"/>
                  </a:lnTo>
                  <a:lnTo>
                    <a:pt x="44694" y="3772"/>
                  </a:lnTo>
                  <a:lnTo>
                    <a:pt x="44791" y="3694"/>
                  </a:lnTo>
                  <a:lnTo>
                    <a:pt x="44636" y="3480"/>
                  </a:lnTo>
                  <a:lnTo>
                    <a:pt x="44480" y="3286"/>
                  </a:lnTo>
                  <a:lnTo>
                    <a:pt x="44305" y="3130"/>
                  </a:lnTo>
                  <a:lnTo>
                    <a:pt x="44111" y="3033"/>
                  </a:lnTo>
                  <a:lnTo>
                    <a:pt x="43917" y="2955"/>
                  </a:lnTo>
                  <a:lnTo>
                    <a:pt x="43722" y="2897"/>
                  </a:lnTo>
                  <a:lnTo>
                    <a:pt x="43508" y="2858"/>
                  </a:lnTo>
                  <a:lnTo>
                    <a:pt x="43120" y="2858"/>
                  </a:lnTo>
                  <a:lnTo>
                    <a:pt x="42945" y="2878"/>
                  </a:lnTo>
                  <a:lnTo>
                    <a:pt x="42614" y="2955"/>
                  </a:lnTo>
                  <a:lnTo>
                    <a:pt x="42400" y="3014"/>
                  </a:lnTo>
                  <a:lnTo>
                    <a:pt x="42322" y="3033"/>
                  </a:lnTo>
                  <a:lnTo>
                    <a:pt x="42303" y="2994"/>
                  </a:lnTo>
                  <a:lnTo>
                    <a:pt x="42225" y="2897"/>
                  </a:lnTo>
                  <a:lnTo>
                    <a:pt x="42128" y="2819"/>
                  </a:lnTo>
                  <a:lnTo>
                    <a:pt x="42031" y="2722"/>
                  </a:lnTo>
                  <a:lnTo>
                    <a:pt x="41875" y="2625"/>
                  </a:lnTo>
                  <a:lnTo>
                    <a:pt x="41681" y="2508"/>
                  </a:lnTo>
                  <a:lnTo>
                    <a:pt x="41584" y="2469"/>
                  </a:lnTo>
                  <a:lnTo>
                    <a:pt x="41467" y="2431"/>
                  </a:lnTo>
                  <a:lnTo>
                    <a:pt x="41370" y="2411"/>
                  </a:lnTo>
                  <a:lnTo>
                    <a:pt x="41156" y="2411"/>
                  </a:lnTo>
                  <a:lnTo>
                    <a:pt x="41039" y="2450"/>
                  </a:lnTo>
                  <a:lnTo>
                    <a:pt x="40942" y="2469"/>
                  </a:lnTo>
                  <a:lnTo>
                    <a:pt x="40864" y="2508"/>
                  </a:lnTo>
                  <a:lnTo>
                    <a:pt x="40748" y="2586"/>
                  </a:lnTo>
                  <a:lnTo>
                    <a:pt x="40709" y="2625"/>
                  </a:lnTo>
                  <a:lnTo>
                    <a:pt x="40670" y="2469"/>
                  </a:lnTo>
                  <a:lnTo>
                    <a:pt x="40592" y="2314"/>
                  </a:lnTo>
                  <a:lnTo>
                    <a:pt x="40495" y="2120"/>
                  </a:lnTo>
                  <a:lnTo>
                    <a:pt x="40359" y="1925"/>
                  </a:lnTo>
                  <a:lnTo>
                    <a:pt x="40262" y="1828"/>
                  </a:lnTo>
                  <a:lnTo>
                    <a:pt x="40165" y="1731"/>
                  </a:lnTo>
                  <a:lnTo>
                    <a:pt x="40028" y="1634"/>
                  </a:lnTo>
                  <a:lnTo>
                    <a:pt x="39892" y="1556"/>
                  </a:lnTo>
                  <a:lnTo>
                    <a:pt x="39737" y="1497"/>
                  </a:lnTo>
                  <a:lnTo>
                    <a:pt x="39562" y="1439"/>
                  </a:lnTo>
                  <a:lnTo>
                    <a:pt x="39368" y="1400"/>
                  </a:lnTo>
                  <a:lnTo>
                    <a:pt x="39037" y="1400"/>
                  </a:lnTo>
                  <a:lnTo>
                    <a:pt x="38881" y="1420"/>
                  </a:lnTo>
                  <a:lnTo>
                    <a:pt x="38609" y="1478"/>
                  </a:lnTo>
                  <a:lnTo>
                    <a:pt x="38376" y="1575"/>
                  </a:lnTo>
                  <a:lnTo>
                    <a:pt x="38162" y="1672"/>
                  </a:lnTo>
                  <a:lnTo>
                    <a:pt x="37987" y="1789"/>
                  </a:lnTo>
                  <a:lnTo>
                    <a:pt x="37851" y="1867"/>
                  </a:lnTo>
                  <a:lnTo>
                    <a:pt x="37735" y="1964"/>
                  </a:lnTo>
                  <a:lnTo>
                    <a:pt x="37676" y="2081"/>
                  </a:lnTo>
                  <a:lnTo>
                    <a:pt x="37579" y="2158"/>
                  </a:lnTo>
                  <a:lnTo>
                    <a:pt x="37482" y="2256"/>
                  </a:lnTo>
                  <a:lnTo>
                    <a:pt x="37385" y="2314"/>
                  </a:lnTo>
                  <a:lnTo>
                    <a:pt x="37171" y="2431"/>
                  </a:lnTo>
                  <a:lnTo>
                    <a:pt x="36957" y="2489"/>
                  </a:lnTo>
                  <a:lnTo>
                    <a:pt x="36743" y="2547"/>
                  </a:lnTo>
                  <a:lnTo>
                    <a:pt x="36588" y="2567"/>
                  </a:lnTo>
                  <a:lnTo>
                    <a:pt x="36432" y="2567"/>
                  </a:lnTo>
                  <a:lnTo>
                    <a:pt x="36665" y="2489"/>
                  </a:lnTo>
                  <a:lnTo>
                    <a:pt x="36860" y="2392"/>
                  </a:lnTo>
                  <a:lnTo>
                    <a:pt x="37054" y="2275"/>
                  </a:lnTo>
                  <a:lnTo>
                    <a:pt x="37210" y="2158"/>
                  </a:lnTo>
                  <a:lnTo>
                    <a:pt x="37423" y="1964"/>
                  </a:lnTo>
                  <a:lnTo>
                    <a:pt x="37501" y="1867"/>
                  </a:lnTo>
                  <a:lnTo>
                    <a:pt x="37501" y="1809"/>
                  </a:lnTo>
                  <a:lnTo>
                    <a:pt x="37462" y="1653"/>
                  </a:lnTo>
                  <a:lnTo>
                    <a:pt x="37404" y="1400"/>
                  </a:lnTo>
                  <a:lnTo>
                    <a:pt x="37346" y="1264"/>
                  </a:lnTo>
                  <a:lnTo>
                    <a:pt x="37287" y="1109"/>
                  </a:lnTo>
                  <a:lnTo>
                    <a:pt x="37190" y="953"/>
                  </a:lnTo>
                  <a:lnTo>
                    <a:pt x="37074" y="798"/>
                  </a:lnTo>
                  <a:lnTo>
                    <a:pt x="36918" y="642"/>
                  </a:lnTo>
                  <a:lnTo>
                    <a:pt x="36743" y="506"/>
                  </a:lnTo>
                  <a:lnTo>
                    <a:pt x="36549" y="370"/>
                  </a:lnTo>
                  <a:lnTo>
                    <a:pt x="36296" y="253"/>
                  </a:lnTo>
                  <a:lnTo>
                    <a:pt x="36024" y="137"/>
                  </a:lnTo>
                  <a:lnTo>
                    <a:pt x="35693" y="59"/>
                  </a:lnTo>
                  <a:lnTo>
                    <a:pt x="35402" y="20"/>
                  </a:lnTo>
                  <a:lnTo>
                    <a:pt x="351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7" name="Google Shape;2057;p22"/>
          <p:cNvGrpSpPr/>
          <p:nvPr/>
        </p:nvGrpSpPr>
        <p:grpSpPr>
          <a:xfrm flipH="1">
            <a:off x="282973" y="3938138"/>
            <a:ext cx="811246" cy="1205364"/>
            <a:chOff x="8044750" y="-1789024"/>
            <a:chExt cx="811246" cy="1205364"/>
          </a:xfrm>
        </p:grpSpPr>
        <p:sp>
          <p:nvSpPr>
            <p:cNvPr id="2058" name="Google Shape;2058;p22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2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2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2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2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2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2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2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2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2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2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2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2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2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2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2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2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2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2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2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8" name="Google Shape;2078;p22"/>
          <p:cNvGrpSpPr/>
          <p:nvPr/>
        </p:nvGrpSpPr>
        <p:grpSpPr>
          <a:xfrm flipH="1">
            <a:off x="7548248" y="3938138"/>
            <a:ext cx="811246" cy="1205364"/>
            <a:chOff x="8044750" y="-1789024"/>
            <a:chExt cx="811246" cy="1205364"/>
          </a:xfrm>
        </p:grpSpPr>
        <p:sp>
          <p:nvSpPr>
            <p:cNvPr id="2079" name="Google Shape;2079;p22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2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2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2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2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2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2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2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2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2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2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2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2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2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2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2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2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2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2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2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4_2_1_1">
    <p:spTree>
      <p:nvGrpSpPr>
        <p:cNvPr id="1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Google Shape;2100;p23"/>
          <p:cNvGrpSpPr/>
          <p:nvPr/>
        </p:nvGrpSpPr>
        <p:grpSpPr>
          <a:xfrm>
            <a:off x="-622046" y="4070300"/>
            <a:ext cx="10388092" cy="1073228"/>
            <a:chOff x="-622046" y="4070300"/>
            <a:chExt cx="10388092" cy="1073228"/>
          </a:xfrm>
        </p:grpSpPr>
        <p:sp>
          <p:nvSpPr>
            <p:cNvPr id="2101" name="Google Shape;2101;p23"/>
            <p:cNvSpPr/>
            <p:nvPr/>
          </p:nvSpPr>
          <p:spPr>
            <a:xfrm>
              <a:off x="-622046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 flipH="1">
              <a:off x="5900117" y="4070300"/>
              <a:ext cx="3865929" cy="1073228"/>
            </a:xfrm>
            <a:custGeom>
              <a:avLst/>
              <a:gdLst/>
              <a:ahLst/>
              <a:cxnLst/>
              <a:rect l="l" t="t" r="r" b="b"/>
              <a:pathLst>
                <a:path w="89427" h="24826" extrusionOk="0">
                  <a:moveTo>
                    <a:pt x="53404" y="0"/>
                  </a:moveTo>
                  <a:lnTo>
                    <a:pt x="53404" y="1827"/>
                  </a:lnTo>
                  <a:lnTo>
                    <a:pt x="50682" y="1827"/>
                  </a:lnTo>
                  <a:lnTo>
                    <a:pt x="50682" y="5191"/>
                  </a:lnTo>
                  <a:lnTo>
                    <a:pt x="48271" y="5191"/>
                  </a:lnTo>
                  <a:lnTo>
                    <a:pt x="46036" y="3966"/>
                  </a:lnTo>
                  <a:lnTo>
                    <a:pt x="46036" y="1186"/>
                  </a:lnTo>
                  <a:lnTo>
                    <a:pt x="37540" y="1186"/>
                  </a:lnTo>
                  <a:lnTo>
                    <a:pt x="37540" y="6921"/>
                  </a:lnTo>
                  <a:lnTo>
                    <a:pt x="32330" y="6921"/>
                  </a:lnTo>
                  <a:lnTo>
                    <a:pt x="32330" y="680"/>
                  </a:lnTo>
                  <a:lnTo>
                    <a:pt x="26887" y="680"/>
                  </a:lnTo>
                  <a:lnTo>
                    <a:pt x="26887" y="4238"/>
                  </a:lnTo>
                  <a:lnTo>
                    <a:pt x="20141" y="4238"/>
                  </a:lnTo>
                  <a:lnTo>
                    <a:pt x="20141" y="6065"/>
                  </a:lnTo>
                  <a:lnTo>
                    <a:pt x="16894" y="6065"/>
                  </a:lnTo>
                  <a:lnTo>
                    <a:pt x="16894" y="4394"/>
                  </a:lnTo>
                  <a:lnTo>
                    <a:pt x="15281" y="4394"/>
                  </a:lnTo>
                  <a:lnTo>
                    <a:pt x="15281" y="7912"/>
                  </a:lnTo>
                  <a:lnTo>
                    <a:pt x="11218" y="7912"/>
                  </a:lnTo>
                  <a:lnTo>
                    <a:pt x="9604" y="8787"/>
                  </a:lnTo>
                  <a:lnTo>
                    <a:pt x="5444" y="8787"/>
                  </a:lnTo>
                  <a:lnTo>
                    <a:pt x="5444" y="17594"/>
                  </a:lnTo>
                  <a:lnTo>
                    <a:pt x="0" y="17594"/>
                  </a:lnTo>
                  <a:lnTo>
                    <a:pt x="0" y="24826"/>
                  </a:lnTo>
                  <a:lnTo>
                    <a:pt x="89427" y="24826"/>
                  </a:lnTo>
                  <a:lnTo>
                    <a:pt x="89427" y="15028"/>
                  </a:lnTo>
                  <a:lnTo>
                    <a:pt x="80698" y="15028"/>
                  </a:lnTo>
                  <a:lnTo>
                    <a:pt x="80698" y="10381"/>
                  </a:lnTo>
                  <a:lnTo>
                    <a:pt x="78579" y="10381"/>
                  </a:lnTo>
                  <a:lnTo>
                    <a:pt x="78579" y="4666"/>
                  </a:lnTo>
                  <a:lnTo>
                    <a:pt x="76421" y="4666"/>
                  </a:lnTo>
                  <a:lnTo>
                    <a:pt x="76421" y="9429"/>
                  </a:lnTo>
                  <a:lnTo>
                    <a:pt x="74963" y="9429"/>
                  </a:lnTo>
                  <a:lnTo>
                    <a:pt x="74963" y="7854"/>
                  </a:lnTo>
                  <a:lnTo>
                    <a:pt x="71581" y="7854"/>
                  </a:lnTo>
                  <a:lnTo>
                    <a:pt x="71581" y="6202"/>
                  </a:lnTo>
                  <a:lnTo>
                    <a:pt x="66137" y="6202"/>
                  </a:lnTo>
                  <a:lnTo>
                    <a:pt x="66137" y="4530"/>
                  </a:lnTo>
                  <a:lnTo>
                    <a:pt x="55873" y="4530"/>
                  </a:lnTo>
                  <a:lnTo>
                    <a:pt x="558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243875" y="4593900"/>
              <a:ext cx="2656200" cy="548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4" name="Google Shape;2104;p23"/>
          <p:cNvGrpSpPr/>
          <p:nvPr/>
        </p:nvGrpSpPr>
        <p:grpSpPr>
          <a:xfrm flipH="1">
            <a:off x="-143075" y="3197463"/>
            <a:ext cx="665236" cy="1946062"/>
            <a:chOff x="8991157" y="-2384450"/>
            <a:chExt cx="665236" cy="1946062"/>
          </a:xfrm>
        </p:grpSpPr>
        <p:sp>
          <p:nvSpPr>
            <p:cNvPr id="2105" name="Google Shape;2105;p23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3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3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3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3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3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3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3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3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3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3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3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3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3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3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3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3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3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3" name="Google Shape;2133;p23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34" name="Google Shape;2134;p23"/>
          <p:cNvSpPr txBox="1">
            <a:spLocks noGrp="1"/>
          </p:cNvSpPr>
          <p:nvPr>
            <p:ph type="body" idx="1"/>
          </p:nvPr>
        </p:nvSpPr>
        <p:spPr>
          <a:xfrm>
            <a:off x="794950" y="1008000"/>
            <a:ext cx="3749400" cy="35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2135" name="Google Shape;2135;p23"/>
          <p:cNvSpPr txBox="1">
            <a:spLocks noGrp="1"/>
          </p:cNvSpPr>
          <p:nvPr>
            <p:ph type="body" idx="2"/>
          </p:nvPr>
        </p:nvSpPr>
        <p:spPr>
          <a:xfrm>
            <a:off x="4599650" y="1008000"/>
            <a:ext cx="3749400" cy="35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2136" name="Google Shape;2136;p23"/>
          <p:cNvGrpSpPr/>
          <p:nvPr/>
        </p:nvGrpSpPr>
        <p:grpSpPr>
          <a:xfrm>
            <a:off x="7383457" y="126670"/>
            <a:ext cx="965604" cy="239081"/>
            <a:chOff x="4036326" y="-955475"/>
            <a:chExt cx="1775987" cy="439811"/>
          </a:xfrm>
        </p:grpSpPr>
        <p:sp>
          <p:nvSpPr>
            <p:cNvPr id="2137" name="Google Shape;2137;p2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9" name="Google Shape;2139;p23"/>
          <p:cNvGrpSpPr/>
          <p:nvPr/>
        </p:nvGrpSpPr>
        <p:grpSpPr>
          <a:xfrm>
            <a:off x="306632" y="187345"/>
            <a:ext cx="965604" cy="239081"/>
            <a:chOff x="4036326" y="-955475"/>
            <a:chExt cx="1775987" cy="439811"/>
          </a:xfrm>
        </p:grpSpPr>
        <p:sp>
          <p:nvSpPr>
            <p:cNvPr id="2140" name="Google Shape;2140;p2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2" name="Google Shape;2142;p23"/>
          <p:cNvGrpSpPr/>
          <p:nvPr/>
        </p:nvGrpSpPr>
        <p:grpSpPr>
          <a:xfrm flipH="1">
            <a:off x="8460749" y="3132754"/>
            <a:ext cx="764487" cy="2010759"/>
            <a:chOff x="9765662" y="-2191721"/>
            <a:chExt cx="764487" cy="2010759"/>
          </a:xfrm>
        </p:grpSpPr>
        <p:sp>
          <p:nvSpPr>
            <p:cNvPr id="2143" name="Google Shape;2143;p2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3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3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3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3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3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3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3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3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3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3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3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3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3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3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3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3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3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3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3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23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2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3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3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3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3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3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3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3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3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3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3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3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3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3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4_1_1"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25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07" name="Google Shape;2307;p25"/>
          <p:cNvSpPr txBox="1">
            <a:spLocks noGrp="1"/>
          </p:cNvSpPr>
          <p:nvPr>
            <p:ph type="subTitle" idx="1"/>
          </p:nvPr>
        </p:nvSpPr>
        <p:spPr>
          <a:xfrm>
            <a:off x="3097202" y="1470924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08" name="Google Shape;2308;p25"/>
          <p:cNvSpPr txBox="1">
            <a:spLocks noGrp="1"/>
          </p:cNvSpPr>
          <p:nvPr>
            <p:ph type="subTitle" idx="2"/>
          </p:nvPr>
        </p:nvSpPr>
        <p:spPr>
          <a:xfrm>
            <a:off x="3097202" y="2540874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09" name="Google Shape;2309;p25"/>
          <p:cNvSpPr txBox="1">
            <a:spLocks noGrp="1"/>
          </p:cNvSpPr>
          <p:nvPr>
            <p:ph type="subTitle" idx="3"/>
          </p:nvPr>
        </p:nvSpPr>
        <p:spPr>
          <a:xfrm>
            <a:off x="3097202" y="3613818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10" name="Google Shape;2310;p25"/>
          <p:cNvSpPr txBox="1">
            <a:spLocks noGrp="1"/>
          </p:cNvSpPr>
          <p:nvPr>
            <p:ph type="title" idx="4"/>
          </p:nvPr>
        </p:nvSpPr>
        <p:spPr>
          <a:xfrm>
            <a:off x="3097202" y="1257481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11" name="Google Shape;2311;p25"/>
          <p:cNvSpPr txBox="1">
            <a:spLocks noGrp="1"/>
          </p:cNvSpPr>
          <p:nvPr>
            <p:ph type="title" idx="5"/>
          </p:nvPr>
        </p:nvSpPr>
        <p:spPr>
          <a:xfrm>
            <a:off x="3097202" y="2327431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12" name="Google Shape;2312;p25"/>
          <p:cNvSpPr txBox="1">
            <a:spLocks noGrp="1"/>
          </p:cNvSpPr>
          <p:nvPr>
            <p:ph type="title" idx="6"/>
          </p:nvPr>
        </p:nvSpPr>
        <p:spPr>
          <a:xfrm>
            <a:off x="3097202" y="3400375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313" name="Google Shape;2313;p25"/>
          <p:cNvGrpSpPr/>
          <p:nvPr/>
        </p:nvGrpSpPr>
        <p:grpSpPr>
          <a:xfrm>
            <a:off x="1294307" y="92995"/>
            <a:ext cx="965604" cy="239081"/>
            <a:chOff x="4036326" y="-955475"/>
            <a:chExt cx="1775987" cy="439811"/>
          </a:xfrm>
        </p:grpSpPr>
        <p:sp>
          <p:nvSpPr>
            <p:cNvPr id="2314" name="Google Shape;2314;p25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5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6" name="Google Shape;2316;p25"/>
          <p:cNvGrpSpPr/>
          <p:nvPr/>
        </p:nvGrpSpPr>
        <p:grpSpPr>
          <a:xfrm>
            <a:off x="5986607" y="115645"/>
            <a:ext cx="965604" cy="239081"/>
            <a:chOff x="4036326" y="-955475"/>
            <a:chExt cx="1775987" cy="439811"/>
          </a:xfrm>
        </p:grpSpPr>
        <p:sp>
          <p:nvSpPr>
            <p:cNvPr id="2317" name="Google Shape;2317;p25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5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9" name="Google Shape;2319;p25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2320" name="Google Shape;2320;p25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2321" name="Google Shape;2321;p25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25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3" name="Google Shape;2323;p25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4" name="Google Shape;2324;p25"/>
          <p:cNvGrpSpPr/>
          <p:nvPr/>
        </p:nvGrpSpPr>
        <p:grpSpPr>
          <a:xfrm flipH="1">
            <a:off x="8303873" y="3938113"/>
            <a:ext cx="811246" cy="1205364"/>
            <a:chOff x="8044750" y="-1789024"/>
            <a:chExt cx="811246" cy="1205364"/>
          </a:xfrm>
        </p:grpSpPr>
        <p:sp>
          <p:nvSpPr>
            <p:cNvPr id="2325" name="Google Shape;2325;p25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5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5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5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5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5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5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5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5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5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5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5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5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5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5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5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5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5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5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5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5" name="Google Shape;2345;p25"/>
          <p:cNvGrpSpPr/>
          <p:nvPr/>
        </p:nvGrpSpPr>
        <p:grpSpPr>
          <a:xfrm flipH="1">
            <a:off x="-228601" y="3089579"/>
            <a:ext cx="764487" cy="2010759"/>
            <a:chOff x="9765662" y="-2191721"/>
            <a:chExt cx="764487" cy="2010759"/>
          </a:xfrm>
        </p:grpSpPr>
        <p:sp>
          <p:nvSpPr>
            <p:cNvPr id="2346" name="Google Shape;2346;p25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25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25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5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5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5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5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5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5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5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5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5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5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5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5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5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5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5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5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5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5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5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5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5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5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5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5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5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5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5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5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5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5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5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5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5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5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5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5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5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5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5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5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5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5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5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5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5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5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5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5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5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5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5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5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5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5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5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5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5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5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5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5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5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5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5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5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5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5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5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5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5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5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5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5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5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5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5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5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5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5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5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5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5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5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5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5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4" name="Google Shape;2974;p33"/>
          <p:cNvGrpSpPr/>
          <p:nvPr/>
        </p:nvGrpSpPr>
        <p:grpSpPr>
          <a:xfrm>
            <a:off x="-2750883" y="4070300"/>
            <a:ext cx="14645767" cy="1073228"/>
            <a:chOff x="-2750883" y="4070300"/>
            <a:chExt cx="14645767" cy="1073228"/>
          </a:xfrm>
        </p:grpSpPr>
        <p:grpSp>
          <p:nvGrpSpPr>
            <p:cNvPr id="2975" name="Google Shape;2975;p33"/>
            <p:cNvGrpSpPr/>
            <p:nvPr/>
          </p:nvGrpSpPr>
          <p:grpSpPr>
            <a:xfrm>
              <a:off x="-2750883" y="4070300"/>
              <a:ext cx="14645767" cy="1073228"/>
              <a:chOff x="-1524000" y="4070300"/>
              <a:chExt cx="14645767" cy="1073228"/>
            </a:xfrm>
          </p:grpSpPr>
          <p:sp>
            <p:nvSpPr>
              <p:cNvPr id="2976" name="Google Shape;2976;p33"/>
              <p:cNvSpPr/>
              <p:nvPr/>
            </p:nvSpPr>
            <p:spPr>
              <a:xfrm>
                <a:off x="-15240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3"/>
              <p:cNvSpPr/>
              <p:nvPr/>
            </p:nvSpPr>
            <p:spPr>
              <a:xfrm flipH="1">
                <a:off x="9255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78" name="Google Shape;2978;p33"/>
            <p:cNvSpPr/>
            <p:nvPr/>
          </p:nvSpPr>
          <p:spPr>
            <a:xfrm>
              <a:off x="1031225" y="4717725"/>
              <a:ext cx="7101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9" name="Google Shape;2979;p33"/>
          <p:cNvGrpSpPr/>
          <p:nvPr/>
        </p:nvGrpSpPr>
        <p:grpSpPr>
          <a:xfrm>
            <a:off x="7699857" y="150720"/>
            <a:ext cx="965604" cy="239081"/>
            <a:chOff x="4036326" y="-955475"/>
            <a:chExt cx="1775987" cy="439811"/>
          </a:xfrm>
        </p:grpSpPr>
        <p:sp>
          <p:nvSpPr>
            <p:cNvPr id="2980" name="Google Shape;2980;p3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2" name="Google Shape;2982;p33"/>
          <p:cNvGrpSpPr/>
          <p:nvPr/>
        </p:nvGrpSpPr>
        <p:grpSpPr>
          <a:xfrm>
            <a:off x="598232" y="150720"/>
            <a:ext cx="965604" cy="239081"/>
            <a:chOff x="4036326" y="-955475"/>
            <a:chExt cx="1775987" cy="439811"/>
          </a:xfrm>
        </p:grpSpPr>
        <p:sp>
          <p:nvSpPr>
            <p:cNvPr id="2983" name="Google Shape;2983;p33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5" name="Google Shape;2985;p33"/>
          <p:cNvGrpSpPr/>
          <p:nvPr/>
        </p:nvGrpSpPr>
        <p:grpSpPr>
          <a:xfrm flipH="1">
            <a:off x="8308349" y="3132754"/>
            <a:ext cx="764487" cy="2010759"/>
            <a:chOff x="9765662" y="-2191721"/>
            <a:chExt cx="764487" cy="2010759"/>
          </a:xfrm>
        </p:grpSpPr>
        <p:sp>
          <p:nvSpPr>
            <p:cNvPr id="2986" name="Google Shape;2986;p3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3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3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3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3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3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3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3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3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3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3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3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3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3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3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3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3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3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3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3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3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3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3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3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3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3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3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3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3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3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3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3" name="Google Shape;3073;p33"/>
          <p:cNvGrpSpPr/>
          <p:nvPr/>
        </p:nvGrpSpPr>
        <p:grpSpPr>
          <a:xfrm flipH="1">
            <a:off x="122749" y="3132754"/>
            <a:ext cx="764487" cy="2010759"/>
            <a:chOff x="9765662" y="-2191721"/>
            <a:chExt cx="764487" cy="2010759"/>
          </a:xfrm>
        </p:grpSpPr>
        <p:sp>
          <p:nvSpPr>
            <p:cNvPr id="3074" name="Google Shape;3074;p3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3"/>
            <p:cNvSpPr/>
            <p:nvPr/>
          </p:nvSpPr>
          <p:spPr>
            <a:xfrm>
              <a:off x="9978552" y="-1622153"/>
              <a:ext cx="338037" cy="1441191"/>
            </a:xfrm>
            <a:custGeom>
              <a:avLst/>
              <a:gdLst/>
              <a:ahLst/>
              <a:cxnLst/>
              <a:rect l="l" t="t" r="r" b="b"/>
              <a:pathLst>
                <a:path w="9138" h="38959" fill="none" extrusionOk="0">
                  <a:moveTo>
                    <a:pt x="9137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9137" y="38959"/>
                  </a:lnTo>
                  <a:lnTo>
                    <a:pt x="9137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extrusionOk="0">
                  <a:moveTo>
                    <a:pt x="0" y="0"/>
                  </a:move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3"/>
            <p:cNvSpPr/>
            <p:nvPr/>
          </p:nvSpPr>
          <p:spPr>
            <a:xfrm>
              <a:off x="10215857" y="-1622153"/>
              <a:ext cx="51087" cy="1441191"/>
            </a:xfrm>
            <a:custGeom>
              <a:avLst/>
              <a:gdLst/>
              <a:ahLst/>
              <a:cxnLst/>
              <a:rect l="l" t="t" r="r" b="b"/>
              <a:pathLst>
                <a:path w="1381" h="38959" fill="none" extrusionOk="0">
                  <a:moveTo>
                    <a:pt x="1381" y="0"/>
                  </a:moveTo>
                  <a:lnTo>
                    <a:pt x="0" y="0"/>
                  </a:lnTo>
                  <a:lnTo>
                    <a:pt x="0" y="38959"/>
                  </a:lnTo>
                  <a:lnTo>
                    <a:pt x="1381" y="38959"/>
                  </a:lnTo>
                  <a:lnTo>
                    <a:pt x="1381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3"/>
            <p:cNvSpPr/>
            <p:nvPr/>
          </p:nvSpPr>
          <p:spPr>
            <a:xfrm>
              <a:off x="9978552" y="-1376229"/>
              <a:ext cx="338037" cy="168316"/>
            </a:xfrm>
            <a:custGeom>
              <a:avLst/>
              <a:gdLst/>
              <a:ahLst/>
              <a:cxnLst/>
              <a:rect l="l" t="t" r="r" b="b"/>
              <a:pathLst>
                <a:path w="9138" h="4550" extrusionOk="0">
                  <a:moveTo>
                    <a:pt x="7796" y="1"/>
                  </a:moveTo>
                  <a:lnTo>
                    <a:pt x="7796" y="2275"/>
                  </a:lnTo>
                  <a:lnTo>
                    <a:pt x="9137" y="1887"/>
                  </a:lnTo>
                  <a:lnTo>
                    <a:pt x="9137" y="1"/>
                  </a:lnTo>
                  <a:close/>
                  <a:moveTo>
                    <a:pt x="0" y="1"/>
                  </a:move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3"/>
            <p:cNvSpPr/>
            <p:nvPr/>
          </p:nvSpPr>
          <p:spPr>
            <a:xfrm>
              <a:off x="9978552" y="-1376229"/>
              <a:ext cx="237344" cy="168316"/>
            </a:xfrm>
            <a:custGeom>
              <a:avLst/>
              <a:gdLst/>
              <a:ahLst/>
              <a:cxnLst/>
              <a:rect l="l" t="t" r="r" b="b"/>
              <a:pathLst>
                <a:path w="6416" h="4550" fill="none" extrusionOk="0">
                  <a:moveTo>
                    <a:pt x="6415" y="1"/>
                  </a:moveTo>
                  <a:lnTo>
                    <a:pt x="0" y="1"/>
                  </a:lnTo>
                  <a:lnTo>
                    <a:pt x="0" y="4550"/>
                  </a:lnTo>
                  <a:lnTo>
                    <a:pt x="6415" y="2684"/>
                  </a:lnTo>
                  <a:lnTo>
                    <a:pt x="64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3"/>
            <p:cNvSpPr/>
            <p:nvPr/>
          </p:nvSpPr>
          <p:spPr>
            <a:xfrm>
              <a:off x="10266906" y="-1376229"/>
              <a:ext cx="49681" cy="84195"/>
            </a:xfrm>
            <a:custGeom>
              <a:avLst/>
              <a:gdLst/>
              <a:ahLst/>
              <a:cxnLst/>
              <a:rect l="l" t="t" r="r" b="b"/>
              <a:pathLst>
                <a:path w="1343" h="2276" fill="none" extrusionOk="0">
                  <a:moveTo>
                    <a:pt x="1342" y="1"/>
                  </a:moveTo>
                  <a:lnTo>
                    <a:pt x="1" y="1"/>
                  </a:lnTo>
                  <a:lnTo>
                    <a:pt x="1" y="2275"/>
                  </a:lnTo>
                  <a:lnTo>
                    <a:pt x="1342" y="1887"/>
                  </a:lnTo>
                  <a:lnTo>
                    <a:pt x="13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extrusionOk="0">
                  <a:moveTo>
                    <a:pt x="0" y="1"/>
                  </a:move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3"/>
            <p:cNvSpPr/>
            <p:nvPr/>
          </p:nvSpPr>
          <p:spPr>
            <a:xfrm>
              <a:off x="10215857" y="-1376229"/>
              <a:ext cx="51087" cy="99288"/>
            </a:xfrm>
            <a:custGeom>
              <a:avLst/>
              <a:gdLst/>
              <a:ahLst/>
              <a:cxnLst/>
              <a:rect l="l" t="t" r="r" b="b"/>
              <a:pathLst>
                <a:path w="1381" h="2684" fill="none" extrusionOk="0">
                  <a:moveTo>
                    <a:pt x="1381" y="1"/>
                  </a:moveTo>
                  <a:lnTo>
                    <a:pt x="0" y="1"/>
                  </a:lnTo>
                  <a:lnTo>
                    <a:pt x="0" y="2684"/>
                  </a:lnTo>
                  <a:lnTo>
                    <a:pt x="1381" y="2275"/>
                  </a:lnTo>
                  <a:lnTo>
                    <a:pt x="138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extrusionOk="0">
                  <a:moveTo>
                    <a:pt x="118" y="0"/>
                  </a:moveTo>
                  <a:lnTo>
                    <a:pt x="79" y="20"/>
                  </a:lnTo>
                  <a:lnTo>
                    <a:pt x="40" y="39"/>
                  </a:lnTo>
                  <a:lnTo>
                    <a:pt x="20" y="78"/>
                  </a:lnTo>
                  <a:lnTo>
                    <a:pt x="1" y="117"/>
                  </a:lnTo>
                  <a:lnTo>
                    <a:pt x="1" y="4122"/>
                  </a:lnTo>
                  <a:lnTo>
                    <a:pt x="20" y="4160"/>
                  </a:lnTo>
                  <a:lnTo>
                    <a:pt x="40" y="4199"/>
                  </a:lnTo>
                  <a:lnTo>
                    <a:pt x="79" y="4219"/>
                  </a:lnTo>
                  <a:lnTo>
                    <a:pt x="118" y="4238"/>
                  </a:lnTo>
                  <a:lnTo>
                    <a:pt x="740" y="4238"/>
                  </a:lnTo>
                  <a:lnTo>
                    <a:pt x="798" y="4219"/>
                  </a:lnTo>
                  <a:lnTo>
                    <a:pt x="837" y="4199"/>
                  </a:lnTo>
                  <a:lnTo>
                    <a:pt x="856" y="4160"/>
                  </a:lnTo>
                  <a:lnTo>
                    <a:pt x="856" y="4122"/>
                  </a:lnTo>
                  <a:lnTo>
                    <a:pt x="856" y="117"/>
                  </a:lnTo>
                  <a:lnTo>
                    <a:pt x="856" y="78"/>
                  </a:lnTo>
                  <a:lnTo>
                    <a:pt x="837" y="39"/>
                  </a:lnTo>
                  <a:lnTo>
                    <a:pt x="798" y="20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3"/>
            <p:cNvSpPr/>
            <p:nvPr/>
          </p:nvSpPr>
          <p:spPr>
            <a:xfrm>
              <a:off x="10131700" y="-2191721"/>
              <a:ext cx="31703" cy="156811"/>
            </a:xfrm>
            <a:custGeom>
              <a:avLst/>
              <a:gdLst/>
              <a:ahLst/>
              <a:cxnLst/>
              <a:rect l="l" t="t" r="r" b="b"/>
              <a:pathLst>
                <a:path w="857" h="4239" fill="none" extrusionOk="0">
                  <a:moveTo>
                    <a:pt x="740" y="4238"/>
                  </a:moveTo>
                  <a:lnTo>
                    <a:pt x="118" y="4238"/>
                  </a:lnTo>
                  <a:lnTo>
                    <a:pt x="118" y="4238"/>
                  </a:lnTo>
                  <a:lnTo>
                    <a:pt x="79" y="4219"/>
                  </a:lnTo>
                  <a:lnTo>
                    <a:pt x="40" y="4199"/>
                  </a:lnTo>
                  <a:lnTo>
                    <a:pt x="20" y="4160"/>
                  </a:lnTo>
                  <a:lnTo>
                    <a:pt x="1" y="4122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20" y="78"/>
                  </a:lnTo>
                  <a:lnTo>
                    <a:pt x="40" y="39"/>
                  </a:lnTo>
                  <a:lnTo>
                    <a:pt x="79" y="20"/>
                  </a:lnTo>
                  <a:lnTo>
                    <a:pt x="118" y="0"/>
                  </a:lnTo>
                  <a:lnTo>
                    <a:pt x="740" y="0"/>
                  </a:lnTo>
                  <a:lnTo>
                    <a:pt x="740" y="0"/>
                  </a:lnTo>
                  <a:lnTo>
                    <a:pt x="798" y="20"/>
                  </a:lnTo>
                  <a:lnTo>
                    <a:pt x="837" y="39"/>
                  </a:lnTo>
                  <a:lnTo>
                    <a:pt x="856" y="78"/>
                  </a:lnTo>
                  <a:lnTo>
                    <a:pt x="856" y="117"/>
                  </a:lnTo>
                  <a:lnTo>
                    <a:pt x="856" y="4122"/>
                  </a:lnTo>
                  <a:lnTo>
                    <a:pt x="856" y="4122"/>
                  </a:lnTo>
                  <a:lnTo>
                    <a:pt x="856" y="4160"/>
                  </a:lnTo>
                  <a:lnTo>
                    <a:pt x="837" y="4199"/>
                  </a:lnTo>
                  <a:lnTo>
                    <a:pt x="798" y="4219"/>
                  </a:lnTo>
                  <a:lnTo>
                    <a:pt x="740" y="423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extrusionOk="0">
                  <a:moveTo>
                    <a:pt x="1" y="1"/>
                  </a:move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3"/>
            <p:cNvSpPr/>
            <p:nvPr/>
          </p:nvSpPr>
          <p:spPr>
            <a:xfrm>
              <a:off x="10131700" y="-2164421"/>
              <a:ext cx="31703" cy="43207"/>
            </a:xfrm>
            <a:custGeom>
              <a:avLst/>
              <a:gdLst/>
              <a:ahLst/>
              <a:cxnLst/>
              <a:rect l="l" t="t" r="r" b="b"/>
              <a:pathLst>
                <a:path w="857" h="1168" fill="none" extrusionOk="0">
                  <a:moveTo>
                    <a:pt x="856" y="1"/>
                  </a:moveTo>
                  <a:lnTo>
                    <a:pt x="1" y="1"/>
                  </a:lnTo>
                  <a:lnTo>
                    <a:pt x="1" y="1167"/>
                  </a:lnTo>
                  <a:lnTo>
                    <a:pt x="856" y="1167"/>
                  </a:lnTo>
                  <a:lnTo>
                    <a:pt x="8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3"/>
            <p:cNvSpPr/>
            <p:nvPr/>
          </p:nvSpPr>
          <p:spPr>
            <a:xfrm>
              <a:off x="9990057" y="-2159390"/>
              <a:ext cx="315028" cy="22343"/>
            </a:xfrm>
            <a:custGeom>
              <a:avLst/>
              <a:gdLst/>
              <a:ahLst/>
              <a:cxnLst/>
              <a:rect l="l" t="t" r="r" b="b"/>
              <a:pathLst>
                <a:path w="8516" h="604" extrusionOk="0">
                  <a:moveTo>
                    <a:pt x="58" y="1"/>
                  </a:moveTo>
                  <a:lnTo>
                    <a:pt x="20" y="20"/>
                  </a:lnTo>
                  <a:lnTo>
                    <a:pt x="0" y="40"/>
                  </a:lnTo>
                  <a:lnTo>
                    <a:pt x="0" y="79"/>
                  </a:lnTo>
                  <a:lnTo>
                    <a:pt x="0" y="526"/>
                  </a:lnTo>
                  <a:lnTo>
                    <a:pt x="0" y="545"/>
                  </a:lnTo>
                  <a:lnTo>
                    <a:pt x="20" y="565"/>
                  </a:lnTo>
                  <a:lnTo>
                    <a:pt x="58" y="584"/>
                  </a:lnTo>
                  <a:lnTo>
                    <a:pt x="78" y="604"/>
                  </a:lnTo>
                  <a:lnTo>
                    <a:pt x="8437" y="604"/>
                  </a:lnTo>
                  <a:lnTo>
                    <a:pt x="8476" y="584"/>
                  </a:lnTo>
                  <a:lnTo>
                    <a:pt x="8496" y="565"/>
                  </a:lnTo>
                  <a:lnTo>
                    <a:pt x="8515" y="545"/>
                  </a:lnTo>
                  <a:lnTo>
                    <a:pt x="8515" y="526"/>
                  </a:lnTo>
                  <a:lnTo>
                    <a:pt x="8515" y="79"/>
                  </a:lnTo>
                  <a:lnTo>
                    <a:pt x="8515" y="40"/>
                  </a:lnTo>
                  <a:lnTo>
                    <a:pt x="8496" y="20"/>
                  </a:lnTo>
                  <a:lnTo>
                    <a:pt x="84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extrusionOk="0">
                  <a:moveTo>
                    <a:pt x="0" y="1"/>
                  </a:moveTo>
                  <a:lnTo>
                    <a:pt x="0" y="5386"/>
                  </a:lnTo>
                  <a:lnTo>
                    <a:pt x="20082" y="5386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3"/>
            <p:cNvSpPr/>
            <p:nvPr/>
          </p:nvSpPr>
          <p:spPr>
            <a:xfrm>
              <a:off x="9775021" y="-1668208"/>
              <a:ext cx="742920" cy="199242"/>
            </a:xfrm>
            <a:custGeom>
              <a:avLst/>
              <a:gdLst/>
              <a:ahLst/>
              <a:cxnLst/>
              <a:rect l="l" t="t" r="r" b="b"/>
              <a:pathLst>
                <a:path w="20083" h="5386" fill="none" extrusionOk="0">
                  <a:moveTo>
                    <a:pt x="20082" y="5386"/>
                  </a:moveTo>
                  <a:lnTo>
                    <a:pt x="0" y="5386"/>
                  </a:lnTo>
                  <a:lnTo>
                    <a:pt x="0" y="1"/>
                  </a:lnTo>
                  <a:lnTo>
                    <a:pt x="20082" y="1"/>
                  </a:lnTo>
                  <a:lnTo>
                    <a:pt x="20082" y="5386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extrusionOk="0">
                  <a:moveTo>
                    <a:pt x="1" y="0"/>
                  </a:moveTo>
                  <a:lnTo>
                    <a:pt x="953" y="5386"/>
                  </a:lnTo>
                  <a:lnTo>
                    <a:pt x="12365" y="5386"/>
                  </a:lnTo>
                  <a:lnTo>
                    <a:pt x="133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3"/>
            <p:cNvSpPr/>
            <p:nvPr/>
          </p:nvSpPr>
          <p:spPr>
            <a:xfrm>
              <a:off x="9901571" y="-2001877"/>
              <a:ext cx="492666" cy="199242"/>
            </a:xfrm>
            <a:custGeom>
              <a:avLst/>
              <a:gdLst/>
              <a:ahLst/>
              <a:cxnLst/>
              <a:rect l="l" t="t" r="r" b="b"/>
              <a:pathLst>
                <a:path w="13318" h="5386" fill="none" extrusionOk="0">
                  <a:moveTo>
                    <a:pt x="8283" y="0"/>
                  </a:moveTo>
                  <a:lnTo>
                    <a:pt x="5017" y="0"/>
                  </a:lnTo>
                  <a:lnTo>
                    <a:pt x="1" y="0"/>
                  </a:lnTo>
                  <a:lnTo>
                    <a:pt x="953" y="5386"/>
                  </a:lnTo>
                  <a:lnTo>
                    <a:pt x="5017" y="5386"/>
                  </a:lnTo>
                  <a:lnTo>
                    <a:pt x="8283" y="5386"/>
                  </a:lnTo>
                  <a:lnTo>
                    <a:pt x="12365" y="5386"/>
                  </a:lnTo>
                  <a:lnTo>
                    <a:pt x="13318" y="0"/>
                  </a:lnTo>
                  <a:lnTo>
                    <a:pt x="82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extrusionOk="0">
                  <a:moveTo>
                    <a:pt x="1" y="0"/>
                  </a:moveTo>
                  <a:lnTo>
                    <a:pt x="234" y="1361"/>
                  </a:lnTo>
                  <a:lnTo>
                    <a:pt x="240" y="1361"/>
                  </a:lnTo>
                  <a:lnTo>
                    <a:pt x="1" y="0"/>
                  </a:lnTo>
                  <a:close/>
                  <a:moveTo>
                    <a:pt x="240" y="1361"/>
                  </a:move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3"/>
            <p:cNvSpPr/>
            <p:nvPr/>
          </p:nvSpPr>
          <p:spPr>
            <a:xfrm>
              <a:off x="9901571" y="-2001877"/>
              <a:ext cx="133802" cy="176232"/>
            </a:xfrm>
            <a:custGeom>
              <a:avLst/>
              <a:gdLst/>
              <a:ahLst/>
              <a:cxnLst/>
              <a:rect l="l" t="t" r="r" b="b"/>
              <a:pathLst>
                <a:path w="3617" h="476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37" y="4763"/>
                  </a:lnTo>
                  <a:lnTo>
                    <a:pt x="837" y="4530"/>
                  </a:lnTo>
                  <a:lnTo>
                    <a:pt x="3617" y="4530"/>
                  </a:lnTo>
                  <a:lnTo>
                    <a:pt x="3189" y="1361"/>
                  </a:lnTo>
                  <a:lnTo>
                    <a:pt x="234" y="13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extrusionOk="0">
                  <a:moveTo>
                    <a:pt x="3636" y="0"/>
                  </a:move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3"/>
            <p:cNvSpPr/>
            <p:nvPr/>
          </p:nvSpPr>
          <p:spPr>
            <a:xfrm>
              <a:off x="10259730" y="-2001877"/>
              <a:ext cx="134505" cy="176232"/>
            </a:xfrm>
            <a:custGeom>
              <a:avLst/>
              <a:gdLst/>
              <a:ahLst/>
              <a:cxnLst/>
              <a:rect l="l" t="t" r="r" b="b"/>
              <a:pathLst>
                <a:path w="3636" h="4764" fill="none" extrusionOk="0">
                  <a:moveTo>
                    <a:pt x="3636" y="0"/>
                  </a:moveTo>
                  <a:lnTo>
                    <a:pt x="3636" y="0"/>
                  </a:lnTo>
                  <a:lnTo>
                    <a:pt x="3383" y="1361"/>
                  </a:lnTo>
                  <a:lnTo>
                    <a:pt x="428" y="1361"/>
                  </a:lnTo>
                  <a:lnTo>
                    <a:pt x="0" y="4530"/>
                  </a:lnTo>
                  <a:lnTo>
                    <a:pt x="2780" y="4530"/>
                  </a:lnTo>
                  <a:lnTo>
                    <a:pt x="2780" y="4763"/>
                  </a:lnTo>
                  <a:lnTo>
                    <a:pt x="36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extrusionOk="0">
                  <a:moveTo>
                    <a:pt x="0" y="0"/>
                  </a:move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3"/>
            <p:cNvSpPr/>
            <p:nvPr/>
          </p:nvSpPr>
          <p:spPr>
            <a:xfrm>
              <a:off x="10013066" y="-2001877"/>
              <a:ext cx="268972" cy="50384"/>
            </a:xfrm>
            <a:custGeom>
              <a:avLst/>
              <a:gdLst/>
              <a:ahLst/>
              <a:cxnLst/>
              <a:rect l="l" t="t" r="r" b="b"/>
              <a:pathLst>
                <a:path w="7271" h="1362" fill="none" extrusionOk="0">
                  <a:moveTo>
                    <a:pt x="7271" y="0"/>
                  </a:moveTo>
                  <a:lnTo>
                    <a:pt x="5269" y="0"/>
                  </a:lnTo>
                  <a:lnTo>
                    <a:pt x="2003" y="0"/>
                  </a:lnTo>
                  <a:lnTo>
                    <a:pt x="0" y="0"/>
                  </a:lnTo>
                  <a:lnTo>
                    <a:pt x="175" y="1361"/>
                  </a:lnTo>
                  <a:lnTo>
                    <a:pt x="7096" y="1361"/>
                  </a:lnTo>
                  <a:lnTo>
                    <a:pt x="72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extrusionOk="0">
                  <a:moveTo>
                    <a:pt x="1" y="0"/>
                  </a:move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3"/>
            <p:cNvSpPr/>
            <p:nvPr/>
          </p:nvSpPr>
          <p:spPr>
            <a:xfrm>
              <a:off x="9901571" y="-2001877"/>
              <a:ext cx="118006" cy="50384"/>
            </a:xfrm>
            <a:custGeom>
              <a:avLst/>
              <a:gdLst/>
              <a:ahLst/>
              <a:cxnLst/>
              <a:rect l="l" t="t" r="r" b="b"/>
              <a:pathLst>
                <a:path w="3190" h="1362" fill="none" extrusionOk="0">
                  <a:moveTo>
                    <a:pt x="3014" y="0"/>
                  </a:moveTo>
                  <a:lnTo>
                    <a:pt x="1" y="0"/>
                  </a:lnTo>
                  <a:lnTo>
                    <a:pt x="234" y="1361"/>
                  </a:lnTo>
                  <a:lnTo>
                    <a:pt x="3189" y="1361"/>
                  </a:lnTo>
                  <a:lnTo>
                    <a:pt x="30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extrusionOk="0">
                  <a:moveTo>
                    <a:pt x="176" y="0"/>
                  </a:move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3"/>
            <p:cNvSpPr/>
            <p:nvPr/>
          </p:nvSpPr>
          <p:spPr>
            <a:xfrm>
              <a:off x="10275525" y="-2001877"/>
              <a:ext cx="118709" cy="50384"/>
            </a:xfrm>
            <a:custGeom>
              <a:avLst/>
              <a:gdLst/>
              <a:ahLst/>
              <a:cxnLst/>
              <a:rect l="l" t="t" r="r" b="b"/>
              <a:pathLst>
                <a:path w="3209" h="1362" fill="none" extrusionOk="0">
                  <a:moveTo>
                    <a:pt x="3209" y="0"/>
                  </a:moveTo>
                  <a:lnTo>
                    <a:pt x="176" y="0"/>
                  </a:lnTo>
                  <a:lnTo>
                    <a:pt x="1" y="1361"/>
                  </a:lnTo>
                  <a:lnTo>
                    <a:pt x="2956" y="1361"/>
                  </a:lnTo>
                  <a:lnTo>
                    <a:pt x="320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extrusionOk="0">
                  <a:moveTo>
                    <a:pt x="1" y="0"/>
                  </a:moveTo>
                  <a:lnTo>
                    <a:pt x="1" y="2352"/>
                  </a:lnTo>
                  <a:lnTo>
                    <a:pt x="11626" y="2352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3"/>
            <p:cNvSpPr/>
            <p:nvPr/>
          </p:nvSpPr>
          <p:spPr>
            <a:xfrm>
              <a:off x="9932497" y="-1834303"/>
              <a:ext cx="430112" cy="87043"/>
            </a:xfrm>
            <a:custGeom>
              <a:avLst/>
              <a:gdLst/>
              <a:ahLst/>
              <a:cxnLst/>
              <a:rect l="l" t="t" r="r" b="b"/>
              <a:pathLst>
                <a:path w="11627" h="2353" fill="none" extrusionOk="0">
                  <a:moveTo>
                    <a:pt x="11626" y="2352"/>
                  </a:moveTo>
                  <a:lnTo>
                    <a:pt x="1" y="2352"/>
                  </a:lnTo>
                  <a:lnTo>
                    <a:pt x="1" y="0"/>
                  </a:lnTo>
                  <a:lnTo>
                    <a:pt x="11626" y="0"/>
                  </a:lnTo>
                  <a:lnTo>
                    <a:pt x="11626" y="23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3"/>
            <p:cNvSpPr/>
            <p:nvPr/>
          </p:nvSpPr>
          <p:spPr>
            <a:xfrm>
              <a:off x="9932497" y="-1834303"/>
              <a:ext cx="430112" cy="43170"/>
            </a:xfrm>
            <a:custGeom>
              <a:avLst/>
              <a:gdLst/>
              <a:ahLst/>
              <a:cxnLst/>
              <a:rect l="l" t="t" r="r" b="b"/>
              <a:pathLst>
                <a:path w="11627" h="1167" extrusionOk="0">
                  <a:moveTo>
                    <a:pt x="1" y="0"/>
                  </a:moveTo>
                  <a:lnTo>
                    <a:pt x="1" y="1167"/>
                  </a:lnTo>
                  <a:lnTo>
                    <a:pt x="11626" y="1167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3"/>
            <p:cNvSpPr/>
            <p:nvPr/>
          </p:nvSpPr>
          <p:spPr>
            <a:xfrm>
              <a:off x="9775021" y="-1658849"/>
              <a:ext cx="742920" cy="36734"/>
            </a:xfrm>
            <a:custGeom>
              <a:avLst/>
              <a:gdLst/>
              <a:ahLst/>
              <a:cxnLst/>
              <a:rect l="l" t="t" r="r" b="b"/>
              <a:pathLst>
                <a:path w="20083" h="993" extrusionOk="0">
                  <a:moveTo>
                    <a:pt x="0" y="1"/>
                  </a:move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  <a:close/>
                  <a:moveTo>
                    <a:pt x="2489" y="1"/>
                  </a:moveTo>
                  <a:lnTo>
                    <a:pt x="2489" y="992"/>
                  </a:lnTo>
                  <a:lnTo>
                    <a:pt x="4744" y="992"/>
                  </a:lnTo>
                  <a:lnTo>
                    <a:pt x="4744" y="1"/>
                  </a:lnTo>
                  <a:close/>
                  <a:moveTo>
                    <a:pt x="5055" y="1"/>
                  </a:moveTo>
                  <a:lnTo>
                    <a:pt x="5055" y="992"/>
                  </a:lnTo>
                  <a:lnTo>
                    <a:pt x="7310" y="992"/>
                  </a:lnTo>
                  <a:lnTo>
                    <a:pt x="7310" y="1"/>
                  </a:lnTo>
                  <a:close/>
                  <a:moveTo>
                    <a:pt x="7621" y="1"/>
                  </a:moveTo>
                  <a:lnTo>
                    <a:pt x="7621" y="992"/>
                  </a:lnTo>
                  <a:lnTo>
                    <a:pt x="9896" y="992"/>
                  </a:lnTo>
                  <a:lnTo>
                    <a:pt x="9896" y="1"/>
                  </a:lnTo>
                  <a:close/>
                  <a:moveTo>
                    <a:pt x="10187" y="1"/>
                  </a:moveTo>
                  <a:lnTo>
                    <a:pt x="10187" y="992"/>
                  </a:lnTo>
                  <a:lnTo>
                    <a:pt x="12462" y="992"/>
                  </a:lnTo>
                  <a:lnTo>
                    <a:pt x="12462" y="1"/>
                  </a:lnTo>
                  <a:close/>
                  <a:moveTo>
                    <a:pt x="12773" y="1"/>
                  </a:moveTo>
                  <a:lnTo>
                    <a:pt x="12773" y="992"/>
                  </a:lnTo>
                  <a:lnTo>
                    <a:pt x="15028" y="992"/>
                  </a:lnTo>
                  <a:lnTo>
                    <a:pt x="15028" y="1"/>
                  </a:lnTo>
                  <a:close/>
                  <a:moveTo>
                    <a:pt x="15339" y="1"/>
                  </a:moveTo>
                  <a:lnTo>
                    <a:pt x="15339" y="992"/>
                  </a:lnTo>
                  <a:lnTo>
                    <a:pt x="17594" y="992"/>
                  </a:lnTo>
                  <a:lnTo>
                    <a:pt x="17594" y="1"/>
                  </a:lnTo>
                  <a:close/>
                  <a:moveTo>
                    <a:pt x="17905" y="1"/>
                  </a:moveTo>
                  <a:lnTo>
                    <a:pt x="17905" y="992"/>
                  </a:lnTo>
                  <a:lnTo>
                    <a:pt x="20082" y="992"/>
                  </a:lnTo>
                  <a:lnTo>
                    <a:pt x="2008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3"/>
            <p:cNvSpPr/>
            <p:nvPr/>
          </p:nvSpPr>
          <p:spPr>
            <a:xfrm>
              <a:off x="9775021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8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8" y="992"/>
                  </a:lnTo>
                  <a:lnTo>
                    <a:pt x="2178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3"/>
            <p:cNvSpPr/>
            <p:nvPr/>
          </p:nvSpPr>
          <p:spPr>
            <a:xfrm>
              <a:off x="9867058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253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3"/>
            <p:cNvSpPr/>
            <p:nvPr/>
          </p:nvSpPr>
          <p:spPr>
            <a:xfrm>
              <a:off x="9961980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3"/>
            <p:cNvSpPr/>
            <p:nvPr/>
          </p:nvSpPr>
          <p:spPr>
            <a:xfrm>
              <a:off x="10056939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3"/>
            <p:cNvSpPr/>
            <p:nvPr/>
          </p:nvSpPr>
          <p:spPr>
            <a:xfrm>
              <a:off x="10151860" y="-1658849"/>
              <a:ext cx="84158" cy="36734"/>
            </a:xfrm>
            <a:custGeom>
              <a:avLst/>
              <a:gdLst/>
              <a:ahLst/>
              <a:cxnLst/>
              <a:rect l="l" t="t" r="r" b="b"/>
              <a:pathLst>
                <a:path w="2275" h="993" fill="none" extrusionOk="0">
                  <a:moveTo>
                    <a:pt x="2275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275" y="992"/>
                  </a:lnTo>
                  <a:lnTo>
                    <a:pt x="2275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3"/>
            <p:cNvSpPr/>
            <p:nvPr/>
          </p:nvSpPr>
          <p:spPr>
            <a:xfrm>
              <a:off x="10247485" y="-1658849"/>
              <a:ext cx="83455" cy="36734"/>
            </a:xfrm>
            <a:custGeom>
              <a:avLst/>
              <a:gdLst/>
              <a:ahLst/>
              <a:cxnLst/>
              <a:rect l="l" t="t" r="r" b="b"/>
              <a:pathLst>
                <a:path w="2256" h="993" fill="none" extrusionOk="0">
                  <a:moveTo>
                    <a:pt x="2256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3"/>
            <p:cNvSpPr/>
            <p:nvPr/>
          </p:nvSpPr>
          <p:spPr>
            <a:xfrm>
              <a:off x="10342407" y="-1658849"/>
              <a:ext cx="83492" cy="36734"/>
            </a:xfrm>
            <a:custGeom>
              <a:avLst/>
              <a:gdLst/>
              <a:ahLst/>
              <a:cxnLst/>
              <a:rect l="l" t="t" r="r" b="b"/>
              <a:pathLst>
                <a:path w="2257" h="993" fill="none" extrusionOk="0">
                  <a:moveTo>
                    <a:pt x="2256" y="1"/>
                  </a:moveTo>
                  <a:lnTo>
                    <a:pt x="2062" y="1"/>
                  </a:lnTo>
                  <a:lnTo>
                    <a:pt x="1" y="1"/>
                  </a:lnTo>
                  <a:lnTo>
                    <a:pt x="1" y="992"/>
                  </a:lnTo>
                  <a:lnTo>
                    <a:pt x="2256" y="992"/>
                  </a:lnTo>
                  <a:lnTo>
                    <a:pt x="2256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3"/>
            <p:cNvSpPr/>
            <p:nvPr/>
          </p:nvSpPr>
          <p:spPr>
            <a:xfrm>
              <a:off x="10437366" y="-1658849"/>
              <a:ext cx="80570" cy="36734"/>
            </a:xfrm>
            <a:custGeom>
              <a:avLst/>
              <a:gdLst/>
              <a:ahLst/>
              <a:cxnLst/>
              <a:rect l="l" t="t" r="r" b="b"/>
              <a:pathLst>
                <a:path w="2178" h="993" fill="none" extrusionOk="0">
                  <a:moveTo>
                    <a:pt x="2177" y="1"/>
                  </a:moveTo>
                  <a:lnTo>
                    <a:pt x="0" y="1"/>
                  </a:lnTo>
                  <a:lnTo>
                    <a:pt x="0" y="992"/>
                  </a:lnTo>
                  <a:lnTo>
                    <a:pt x="2177" y="992"/>
                  </a:lnTo>
                  <a:lnTo>
                    <a:pt x="2177" y="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3"/>
            <p:cNvSpPr/>
            <p:nvPr/>
          </p:nvSpPr>
          <p:spPr>
            <a:xfrm>
              <a:off x="9855553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3"/>
            <p:cNvSpPr/>
            <p:nvPr/>
          </p:nvSpPr>
          <p:spPr>
            <a:xfrm>
              <a:off x="9855553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3"/>
            <p:cNvSpPr/>
            <p:nvPr/>
          </p:nvSpPr>
          <p:spPr>
            <a:xfrm>
              <a:off x="9950475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3"/>
            <p:cNvSpPr/>
            <p:nvPr/>
          </p:nvSpPr>
          <p:spPr>
            <a:xfrm>
              <a:off x="9950475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3"/>
            <p:cNvSpPr/>
            <p:nvPr/>
          </p:nvSpPr>
          <p:spPr>
            <a:xfrm>
              <a:off x="10045397" y="-1622153"/>
              <a:ext cx="11579" cy="134505"/>
            </a:xfrm>
            <a:custGeom>
              <a:avLst/>
              <a:gdLst/>
              <a:ahLst/>
              <a:cxnLst/>
              <a:rect l="l" t="t" r="r" b="b"/>
              <a:pathLst>
                <a:path w="313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3"/>
            <p:cNvSpPr/>
            <p:nvPr/>
          </p:nvSpPr>
          <p:spPr>
            <a:xfrm>
              <a:off x="10045397" y="-1658849"/>
              <a:ext cx="11579" cy="36734"/>
            </a:xfrm>
            <a:custGeom>
              <a:avLst/>
              <a:gdLst/>
              <a:ahLst/>
              <a:cxnLst/>
              <a:rect l="l" t="t" r="r" b="b"/>
              <a:pathLst>
                <a:path w="31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3"/>
            <p:cNvSpPr/>
            <p:nvPr/>
          </p:nvSpPr>
          <p:spPr>
            <a:xfrm>
              <a:off x="10141059" y="-1622153"/>
              <a:ext cx="10839" cy="134505"/>
            </a:xfrm>
            <a:custGeom>
              <a:avLst/>
              <a:gdLst/>
              <a:ahLst/>
              <a:cxnLst/>
              <a:rect l="l" t="t" r="r" b="b"/>
              <a:pathLst>
                <a:path w="293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292" y="3635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3"/>
            <p:cNvSpPr/>
            <p:nvPr/>
          </p:nvSpPr>
          <p:spPr>
            <a:xfrm>
              <a:off x="10141059" y="-1658849"/>
              <a:ext cx="10839" cy="36734"/>
            </a:xfrm>
            <a:custGeom>
              <a:avLst/>
              <a:gdLst/>
              <a:ahLst/>
              <a:cxnLst/>
              <a:rect l="l" t="t" r="r" b="b"/>
              <a:pathLst>
                <a:path w="293" h="993" extrusionOk="0">
                  <a:moveTo>
                    <a:pt x="1" y="1"/>
                  </a:moveTo>
                  <a:lnTo>
                    <a:pt x="1" y="992"/>
                  </a:lnTo>
                  <a:lnTo>
                    <a:pt x="292" y="992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3"/>
            <p:cNvSpPr/>
            <p:nvPr/>
          </p:nvSpPr>
          <p:spPr>
            <a:xfrm>
              <a:off x="1023598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3"/>
            <p:cNvSpPr/>
            <p:nvPr/>
          </p:nvSpPr>
          <p:spPr>
            <a:xfrm>
              <a:off x="1023598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fill="none" extrusionOk="0">
                  <a:moveTo>
                    <a:pt x="312" y="1"/>
                  </a:moveTo>
                  <a:lnTo>
                    <a:pt x="1" y="1"/>
                  </a:ln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3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1" y="0"/>
                  </a:move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33"/>
            <p:cNvSpPr/>
            <p:nvPr/>
          </p:nvSpPr>
          <p:spPr>
            <a:xfrm>
              <a:off x="10330902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fill="none" extrusionOk="0">
                  <a:moveTo>
                    <a:pt x="312" y="0"/>
                  </a:moveTo>
                  <a:lnTo>
                    <a:pt x="1" y="0"/>
                  </a:lnTo>
                  <a:lnTo>
                    <a:pt x="1" y="3635"/>
                  </a:lnTo>
                  <a:lnTo>
                    <a:pt x="312" y="3635"/>
                  </a:lnTo>
                  <a:lnTo>
                    <a:pt x="312" y="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33"/>
            <p:cNvSpPr/>
            <p:nvPr/>
          </p:nvSpPr>
          <p:spPr>
            <a:xfrm>
              <a:off x="10330902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1" y="1"/>
                  </a:moveTo>
                  <a:lnTo>
                    <a:pt x="1" y="992"/>
                  </a:lnTo>
                  <a:lnTo>
                    <a:pt x="312" y="992"/>
                  </a:lnTo>
                  <a:lnTo>
                    <a:pt x="312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33"/>
            <p:cNvSpPr/>
            <p:nvPr/>
          </p:nvSpPr>
          <p:spPr>
            <a:xfrm>
              <a:off x="10425861" y="-1622153"/>
              <a:ext cx="11542" cy="134505"/>
            </a:xfrm>
            <a:custGeom>
              <a:avLst/>
              <a:gdLst/>
              <a:ahLst/>
              <a:cxnLst/>
              <a:rect l="l" t="t" r="r" b="b"/>
              <a:pathLst>
                <a:path w="312" h="3636" extrusionOk="0">
                  <a:moveTo>
                    <a:pt x="0" y="0"/>
                  </a:moveTo>
                  <a:lnTo>
                    <a:pt x="0" y="3635"/>
                  </a:lnTo>
                  <a:lnTo>
                    <a:pt x="311" y="3635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33"/>
            <p:cNvSpPr/>
            <p:nvPr/>
          </p:nvSpPr>
          <p:spPr>
            <a:xfrm>
              <a:off x="10425861" y="-1658849"/>
              <a:ext cx="11542" cy="36734"/>
            </a:xfrm>
            <a:custGeom>
              <a:avLst/>
              <a:gdLst/>
              <a:ahLst/>
              <a:cxnLst/>
              <a:rect l="l" t="t" r="r" b="b"/>
              <a:pathLst>
                <a:path w="312" h="993" extrusionOk="0">
                  <a:moveTo>
                    <a:pt x="0" y="1"/>
                  </a:moveTo>
                  <a:lnTo>
                    <a:pt x="0" y="992"/>
                  </a:lnTo>
                  <a:lnTo>
                    <a:pt x="311" y="992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3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20666" y="2995"/>
                  </a:lnTo>
                  <a:lnTo>
                    <a:pt x="19499" y="1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33"/>
            <p:cNvSpPr/>
            <p:nvPr/>
          </p:nvSpPr>
          <p:spPr>
            <a:xfrm>
              <a:off x="9765662" y="-1769603"/>
              <a:ext cx="764487" cy="110793"/>
            </a:xfrm>
            <a:custGeom>
              <a:avLst/>
              <a:gdLst/>
              <a:ahLst/>
              <a:cxnLst/>
              <a:rect l="l" t="t" r="r" b="b"/>
              <a:pathLst>
                <a:path w="20666" h="2995" fill="none" extrusionOk="0">
                  <a:moveTo>
                    <a:pt x="19499" y="1"/>
                  </a:moveTo>
                  <a:lnTo>
                    <a:pt x="17653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2994" y="2995"/>
                  </a:lnTo>
                  <a:lnTo>
                    <a:pt x="17653" y="2995"/>
                  </a:lnTo>
                  <a:lnTo>
                    <a:pt x="20666" y="2995"/>
                  </a:lnTo>
                  <a:lnTo>
                    <a:pt x="194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33"/>
            <p:cNvSpPr/>
            <p:nvPr/>
          </p:nvSpPr>
          <p:spPr>
            <a:xfrm>
              <a:off x="10171281" y="-1769603"/>
              <a:ext cx="222954" cy="110793"/>
            </a:xfrm>
            <a:custGeom>
              <a:avLst/>
              <a:gdLst/>
              <a:ahLst/>
              <a:cxnLst/>
              <a:rect l="l" t="t" r="r" b="b"/>
              <a:pathLst>
                <a:path w="6027" h="2995" extrusionOk="0">
                  <a:moveTo>
                    <a:pt x="0" y="1"/>
                  </a:moveTo>
                  <a:lnTo>
                    <a:pt x="0" y="2995"/>
                  </a:lnTo>
                  <a:lnTo>
                    <a:pt x="6027" y="2995"/>
                  </a:lnTo>
                  <a:lnTo>
                    <a:pt x="6027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33"/>
            <p:cNvSpPr/>
            <p:nvPr/>
          </p:nvSpPr>
          <p:spPr>
            <a:xfrm>
              <a:off x="9765662" y="-1769603"/>
              <a:ext cx="628577" cy="110793"/>
            </a:xfrm>
            <a:custGeom>
              <a:avLst/>
              <a:gdLst/>
              <a:ahLst/>
              <a:cxnLst/>
              <a:rect l="l" t="t" r="r" b="b"/>
              <a:pathLst>
                <a:path w="16992" h="2995" fill="none" extrusionOk="0">
                  <a:moveTo>
                    <a:pt x="16992" y="1"/>
                  </a:moveTo>
                  <a:lnTo>
                    <a:pt x="10965" y="1"/>
                  </a:lnTo>
                  <a:lnTo>
                    <a:pt x="10965" y="2995"/>
                  </a:lnTo>
                  <a:lnTo>
                    <a:pt x="1" y="2995"/>
                  </a:lnTo>
                  <a:lnTo>
                    <a:pt x="16992" y="2995"/>
                  </a:lnTo>
                  <a:lnTo>
                    <a:pt x="169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33"/>
            <p:cNvSpPr/>
            <p:nvPr/>
          </p:nvSpPr>
          <p:spPr>
            <a:xfrm>
              <a:off x="9932497" y="-1769603"/>
              <a:ext cx="238824" cy="110793"/>
            </a:xfrm>
            <a:custGeom>
              <a:avLst/>
              <a:gdLst/>
              <a:ahLst/>
              <a:cxnLst/>
              <a:rect l="l" t="t" r="r" b="b"/>
              <a:pathLst>
                <a:path w="6456" h="2995" extrusionOk="0">
                  <a:moveTo>
                    <a:pt x="1" y="1"/>
                  </a:moveTo>
                  <a:lnTo>
                    <a:pt x="1" y="2995"/>
                  </a:lnTo>
                  <a:lnTo>
                    <a:pt x="6455" y="2995"/>
                  </a:lnTo>
                  <a:lnTo>
                    <a:pt x="6455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33"/>
            <p:cNvSpPr/>
            <p:nvPr/>
          </p:nvSpPr>
          <p:spPr>
            <a:xfrm>
              <a:off x="9765662" y="-1769603"/>
              <a:ext cx="405660" cy="110793"/>
            </a:xfrm>
            <a:custGeom>
              <a:avLst/>
              <a:gdLst/>
              <a:ahLst/>
              <a:cxnLst/>
              <a:rect l="l" t="t" r="r" b="b"/>
              <a:pathLst>
                <a:path w="10966" h="2995" fill="none" extrusionOk="0">
                  <a:moveTo>
                    <a:pt x="10965" y="1"/>
                  </a:moveTo>
                  <a:lnTo>
                    <a:pt x="4511" y="1"/>
                  </a:lnTo>
                  <a:lnTo>
                    <a:pt x="4511" y="2995"/>
                  </a:lnTo>
                  <a:lnTo>
                    <a:pt x="1" y="2995"/>
                  </a:lnTo>
                  <a:lnTo>
                    <a:pt x="10965" y="2995"/>
                  </a:lnTo>
                  <a:lnTo>
                    <a:pt x="109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3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extrusionOk="0">
                  <a:moveTo>
                    <a:pt x="1148" y="1"/>
                  </a:move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33"/>
            <p:cNvSpPr/>
            <p:nvPr/>
          </p:nvSpPr>
          <p:spPr>
            <a:xfrm>
              <a:off x="9765662" y="-1769603"/>
              <a:ext cx="166873" cy="110793"/>
            </a:xfrm>
            <a:custGeom>
              <a:avLst/>
              <a:gdLst/>
              <a:ahLst/>
              <a:cxnLst/>
              <a:rect l="l" t="t" r="r" b="b"/>
              <a:pathLst>
                <a:path w="4511" h="2995" fill="none" extrusionOk="0">
                  <a:moveTo>
                    <a:pt x="4511" y="1"/>
                  </a:moveTo>
                  <a:lnTo>
                    <a:pt x="4511" y="1"/>
                  </a:lnTo>
                  <a:lnTo>
                    <a:pt x="2994" y="1"/>
                  </a:lnTo>
                  <a:lnTo>
                    <a:pt x="1148" y="1"/>
                  </a:lnTo>
                  <a:lnTo>
                    <a:pt x="1" y="2995"/>
                  </a:lnTo>
                  <a:lnTo>
                    <a:pt x="4511" y="2995"/>
                  </a:lnTo>
                  <a:lnTo>
                    <a:pt x="45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3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19499" y="3014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33"/>
            <p:cNvSpPr/>
            <p:nvPr/>
          </p:nvSpPr>
          <p:spPr>
            <a:xfrm>
              <a:off x="9765662" y="-1487686"/>
              <a:ext cx="764487" cy="111495"/>
            </a:xfrm>
            <a:custGeom>
              <a:avLst/>
              <a:gdLst/>
              <a:ahLst/>
              <a:cxnLst/>
              <a:rect l="l" t="t" r="r" b="b"/>
              <a:pathLst>
                <a:path w="20666" h="3014" fill="none" extrusionOk="0">
                  <a:moveTo>
                    <a:pt x="19499" y="3014"/>
                  </a:moveTo>
                  <a:lnTo>
                    <a:pt x="17653" y="3014"/>
                  </a:lnTo>
                  <a:lnTo>
                    <a:pt x="2994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2994" y="0"/>
                  </a:lnTo>
                  <a:lnTo>
                    <a:pt x="17653" y="0"/>
                  </a:lnTo>
                  <a:lnTo>
                    <a:pt x="20666" y="0"/>
                  </a:lnTo>
                  <a:lnTo>
                    <a:pt x="19499" y="30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33"/>
            <p:cNvSpPr/>
            <p:nvPr/>
          </p:nvSpPr>
          <p:spPr>
            <a:xfrm>
              <a:off x="10171281" y="-1487686"/>
              <a:ext cx="222954" cy="111495"/>
            </a:xfrm>
            <a:custGeom>
              <a:avLst/>
              <a:gdLst/>
              <a:ahLst/>
              <a:cxnLst/>
              <a:rect l="l" t="t" r="r" b="b"/>
              <a:pathLst>
                <a:path w="6027" h="3014" extrusionOk="0">
                  <a:moveTo>
                    <a:pt x="0" y="0"/>
                  </a:moveTo>
                  <a:lnTo>
                    <a:pt x="0" y="3014"/>
                  </a:lnTo>
                  <a:lnTo>
                    <a:pt x="6027" y="3014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33"/>
            <p:cNvSpPr/>
            <p:nvPr/>
          </p:nvSpPr>
          <p:spPr>
            <a:xfrm>
              <a:off x="9765662" y="-1487686"/>
              <a:ext cx="628577" cy="111495"/>
            </a:xfrm>
            <a:custGeom>
              <a:avLst/>
              <a:gdLst/>
              <a:ahLst/>
              <a:cxnLst/>
              <a:rect l="l" t="t" r="r" b="b"/>
              <a:pathLst>
                <a:path w="16992" h="3014" fill="none" extrusionOk="0">
                  <a:moveTo>
                    <a:pt x="16992" y="0"/>
                  </a:moveTo>
                  <a:lnTo>
                    <a:pt x="15592" y="0"/>
                  </a:lnTo>
                  <a:lnTo>
                    <a:pt x="15281" y="0"/>
                  </a:lnTo>
                  <a:lnTo>
                    <a:pt x="13026" y="0"/>
                  </a:lnTo>
                  <a:lnTo>
                    <a:pt x="12715" y="0"/>
                  </a:lnTo>
                  <a:lnTo>
                    <a:pt x="10965" y="0"/>
                  </a:lnTo>
                  <a:lnTo>
                    <a:pt x="10965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6992" y="3014"/>
                  </a:lnTo>
                  <a:lnTo>
                    <a:pt x="169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33"/>
            <p:cNvSpPr/>
            <p:nvPr/>
          </p:nvSpPr>
          <p:spPr>
            <a:xfrm>
              <a:off x="9932497" y="-1487686"/>
              <a:ext cx="238824" cy="111495"/>
            </a:xfrm>
            <a:custGeom>
              <a:avLst/>
              <a:gdLst/>
              <a:ahLst/>
              <a:cxnLst/>
              <a:rect l="l" t="t" r="r" b="b"/>
              <a:pathLst>
                <a:path w="6456" h="3014" extrusionOk="0">
                  <a:moveTo>
                    <a:pt x="1" y="0"/>
                  </a:moveTo>
                  <a:lnTo>
                    <a:pt x="1" y="3014"/>
                  </a:lnTo>
                  <a:lnTo>
                    <a:pt x="6455" y="3014"/>
                  </a:lnTo>
                  <a:lnTo>
                    <a:pt x="6455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33"/>
            <p:cNvSpPr/>
            <p:nvPr/>
          </p:nvSpPr>
          <p:spPr>
            <a:xfrm>
              <a:off x="9765662" y="-1487686"/>
              <a:ext cx="405660" cy="111495"/>
            </a:xfrm>
            <a:custGeom>
              <a:avLst/>
              <a:gdLst/>
              <a:ahLst/>
              <a:cxnLst/>
              <a:rect l="l" t="t" r="r" b="b"/>
              <a:pathLst>
                <a:path w="10966" h="3014" fill="none" extrusionOk="0">
                  <a:moveTo>
                    <a:pt x="10965" y="0"/>
                  </a:moveTo>
                  <a:lnTo>
                    <a:pt x="10440" y="0"/>
                  </a:lnTo>
                  <a:lnTo>
                    <a:pt x="10149" y="0"/>
                  </a:lnTo>
                  <a:lnTo>
                    <a:pt x="7874" y="0"/>
                  </a:lnTo>
                  <a:lnTo>
                    <a:pt x="7563" y="0"/>
                  </a:lnTo>
                  <a:lnTo>
                    <a:pt x="5308" y="0"/>
                  </a:lnTo>
                  <a:lnTo>
                    <a:pt x="4997" y="0"/>
                  </a:lnTo>
                  <a:lnTo>
                    <a:pt x="4511" y="0"/>
                  </a:lnTo>
                  <a:lnTo>
                    <a:pt x="4511" y="3014"/>
                  </a:lnTo>
                  <a:lnTo>
                    <a:pt x="1148" y="3014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10965" y="3014"/>
                  </a:lnTo>
                  <a:lnTo>
                    <a:pt x="109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3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extrusionOk="0">
                  <a:moveTo>
                    <a:pt x="1" y="0"/>
                  </a:move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33"/>
            <p:cNvSpPr/>
            <p:nvPr/>
          </p:nvSpPr>
          <p:spPr>
            <a:xfrm>
              <a:off x="9765662" y="-1487686"/>
              <a:ext cx="166873" cy="111495"/>
            </a:xfrm>
            <a:custGeom>
              <a:avLst/>
              <a:gdLst/>
              <a:ahLst/>
              <a:cxnLst/>
              <a:rect l="l" t="t" r="r" b="b"/>
              <a:pathLst>
                <a:path w="4511" h="3014" fill="none" extrusionOk="0">
                  <a:moveTo>
                    <a:pt x="4511" y="0"/>
                  </a:moveTo>
                  <a:lnTo>
                    <a:pt x="2994" y="0"/>
                  </a:lnTo>
                  <a:lnTo>
                    <a:pt x="2742" y="0"/>
                  </a:lnTo>
                  <a:lnTo>
                    <a:pt x="2431" y="0"/>
                  </a:lnTo>
                  <a:lnTo>
                    <a:pt x="1" y="0"/>
                  </a:lnTo>
                  <a:lnTo>
                    <a:pt x="1148" y="3014"/>
                  </a:lnTo>
                  <a:lnTo>
                    <a:pt x="4511" y="3014"/>
                  </a:lnTo>
                  <a:lnTo>
                    <a:pt x="45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33"/>
            <p:cNvSpPr/>
            <p:nvPr/>
          </p:nvSpPr>
          <p:spPr>
            <a:xfrm>
              <a:off x="9880005" y="-1879618"/>
              <a:ext cx="535097" cy="76981"/>
            </a:xfrm>
            <a:custGeom>
              <a:avLst/>
              <a:gdLst/>
              <a:ahLst/>
              <a:cxnLst/>
              <a:rect l="l" t="t" r="r" b="b"/>
              <a:pathLst>
                <a:path w="14465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4251" y="2081"/>
                  </a:lnTo>
                  <a:lnTo>
                    <a:pt x="14464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33"/>
            <p:cNvSpPr/>
            <p:nvPr/>
          </p:nvSpPr>
          <p:spPr>
            <a:xfrm>
              <a:off x="9880005" y="-1879618"/>
              <a:ext cx="426487" cy="76981"/>
            </a:xfrm>
            <a:custGeom>
              <a:avLst/>
              <a:gdLst/>
              <a:ahLst/>
              <a:cxnLst/>
              <a:rect l="l" t="t" r="r" b="b"/>
              <a:pathLst>
                <a:path w="11529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11315" y="2081"/>
                  </a:lnTo>
                  <a:lnTo>
                    <a:pt x="115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33"/>
            <p:cNvSpPr/>
            <p:nvPr/>
          </p:nvSpPr>
          <p:spPr>
            <a:xfrm>
              <a:off x="9880005" y="-1879618"/>
              <a:ext cx="243115" cy="76981"/>
            </a:xfrm>
            <a:custGeom>
              <a:avLst/>
              <a:gdLst/>
              <a:ahLst/>
              <a:cxnLst/>
              <a:rect l="l" t="t" r="r" b="b"/>
              <a:pathLst>
                <a:path w="6572" h="2081" extrusionOk="0">
                  <a:moveTo>
                    <a:pt x="1" y="0"/>
                  </a:moveTo>
                  <a:lnTo>
                    <a:pt x="234" y="2081"/>
                  </a:lnTo>
                  <a:lnTo>
                    <a:pt x="6358" y="2081"/>
                  </a:lnTo>
                  <a:lnTo>
                    <a:pt x="6572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3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16700" y="2061"/>
                  </a:lnTo>
                  <a:lnTo>
                    <a:pt x="169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33"/>
            <p:cNvSpPr/>
            <p:nvPr/>
          </p:nvSpPr>
          <p:spPr>
            <a:xfrm>
              <a:off x="9833987" y="-2078118"/>
              <a:ext cx="627134" cy="76279"/>
            </a:xfrm>
            <a:custGeom>
              <a:avLst/>
              <a:gdLst/>
              <a:ahLst/>
              <a:cxnLst/>
              <a:rect l="l" t="t" r="r" b="b"/>
              <a:pathLst>
                <a:path w="16953" h="2062" fill="none" extrusionOk="0">
                  <a:moveTo>
                    <a:pt x="14600" y="1"/>
                  </a:moveTo>
                  <a:lnTo>
                    <a:pt x="16272" y="1"/>
                  </a:lnTo>
                  <a:lnTo>
                    <a:pt x="13900" y="1"/>
                  </a:ln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2372" y="2061"/>
                  </a:lnTo>
                  <a:lnTo>
                    <a:pt x="5599" y="2061"/>
                  </a:lnTo>
                  <a:lnTo>
                    <a:pt x="7057" y="2061"/>
                  </a:lnTo>
                  <a:lnTo>
                    <a:pt x="13900" y="2061"/>
                  </a:lnTo>
                  <a:lnTo>
                    <a:pt x="15359" y="2061"/>
                  </a:lnTo>
                  <a:lnTo>
                    <a:pt x="14600" y="2061"/>
                  </a:lnTo>
                  <a:lnTo>
                    <a:pt x="16700" y="2061"/>
                  </a:lnTo>
                  <a:lnTo>
                    <a:pt x="16953" y="1"/>
                  </a:lnTo>
                  <a:lnTo>
                    <a:pt x="1460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33"/>
            <p:cNvSpPr/>
            <p:nvPr/>
          </p:nvSpPr>
          <p:spPr>
            <a:xfrm>
              <a:off x="10109430" y="-2078118"/>
              <a:ext cx="224397" cy="76279"/>
            </a:xfrm>
            <a:custGeom>
              <a:avLst/>
              <a:gdLst/>
              <a:ahLst/>
              <a:cxnLst/>
              <a:rect l="l" t="t" r="r" b="b"/>
              <a:pathLst>
                <a:path w="6066" h="2062" extrusionOk="0">
                  <a:moveTo>
                    <a:pt x="253" y="1"/>
                  </a:moveTo>
                  <a:lnTo>
                    <a:pt x="0" y="2061"/>
                  </a:lnTo>
                  <a:lnTo>
                    <a:pt x="5813" y="2061"/>
                  </a:lnTo>
                  <a:lnTo>
                    <a:pt x="6066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33"/>
            <p:cNvSpPr/>
            <p:nvPr/>
          </p:nvSpPr>
          <p:spPr>
            <a:xfrm>
              <a:off x="9833987" y="-2078118"/>
              <a:ext cx="499843" cy="76279"/>
            </a:xfrm>
            <a:custGeom>
              <a:avLst/>
              <a:gdLst/>
              <a:ahLst/>
              <a:cxnLst/>
              <a:rect l="l" t="t" r="r" b="b"/>
              <a:pathLst>
                <a:path w="13512" h="2062" fill="none" extrusionOk="0">
                  <a:moveTo>
                    <a:pt x="13512" y="1"/>
                  </a:moveTo>
                  <a:lnTo>
                    <a:pt x="8904" y="1"/>
                  </a:lnTo>
                  <a:lnTo>
                    <a:pt x="8049" y="1"/>
                  </a:lnTo>
                  <a:lnTo>
                    <a:pt x="7699" y="1"/>
                  </a:lnTo>
                  <a:lnTo>
                    <a:pt x="7446" y="2061"/>
                  </a:lnTo>
                  <a:lnTo>
                    <a:pt x="253" y="206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13259" y="2061"/>
                  </a:lnTo>
                  <a:lnTo>
                    <a:pt x="135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3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extrusionOk="0">
                  <a:moveTo>
                    <a:pt x="0" y="1"/>
                  </a:move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33"/>
            <p:cNvSpPr/>
            <p:nvPr/>
          </p:nvSpPr>
          <p:spPr>
            <a:xfrm>
              <a:off x="9833987" y="-2078118"/>
              <a:ext cx="284805" cy="76279"/>
            </a:xfrm>
            <a:custGeom>
              <a:avLst/>
              <a:gdLst/>
              <a:ahLst/>
              <a:cxnLst/>
              <a:rect l="l" t="t" r="r" b="b"/>
              <a:pathLst>
                <a:path w="7699" h="2062" fill="none" extrusionOk="0">
                  <a:moveTo>
                    <a:pt x="7699" y="1"/>
                  </a:moveTo>
                  <a:lnTo>
                    <a:pt x="7057" y="1"/>
                  </a:lnTo>
                  <a:lnTo>
                    <a:pt x="4686" y="1"/>
                  </a:lnTo>
                  <a:lnTo>
                    <a:pt x="2372" y="1"/>
                  </a:lnTo>
                  <a:lnTo>
                    <a:pt x="0" y="1"/>
                  </a:lnTo>
                  <a:lnTo>
                    <a:pt x="253" y="2061"/>
                  </a:lnTo>
                  <a:lnTo>
                    <a:pt x="7446" y="2061"/>
                  </a:lnTo>
                  <a:lnTo>
                    <a:pt x="769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2" name="Google Shape;3162;p34"/>
          <p:cNvGrpSpPr/>
          <p:nvPr/>
        </p:nvGrpSpPr>
        <p:grpSpPr>
          <a:xfrm>
            <a:off x="-2293683" y="4070300"/>
            <a:ext cx="13807567" cy="1073228"/>
            <a:chOff x="-2293683" y="4070300"/>
            <a:chExt cx="13807567" cy="1073228"/>
          </a:xfrm>
        </p:grpSpPr>
        <p:grpSp>
          <p:nvGrpSpPr>
            <p:cNvPr id="3163" name="Google Shape;3163;p34"/>
            <p:cNvGrpSpPr/>
            <p:nvPr/>
          </p:nvGrpSpPr>
          <p:grpSpPr>
            <a:xfrm>
              <a:off x="-2293683" y="4070300"/>
              <a:ext cx="13807567" cy="1073228"/>
              <a:chOff x="-1066800" y="4070300"/>
              <a:chExt cx="13807567" cy="1073228"/>
            </a:xfrm>
          </p:grpSpPr>
          <p:sp>
            <p:nvSpPr>
              <p:cNvPr id="3164" name="Google Shape;3164;p34"/>
              <p:cNvSpPr/>
              <p:nvPr/>
            </p:nvSpPr>
            <p:spPr>
              <a:xfrm>
                <a:off x="-1066800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34"/>
              <p:cNvSpPr/>
              <p:nvPr/>
            </p:nvSpPr>
            <p:spPr>
              <a:xfrm flipH="1">
                <a:off x="8874838" y="4070300"/>
                <a:ext cx="3865929" cy="1073228"/>
              </a:xfrm>
              <a:custGeom>
                <a:avLst/>
                <a:gdLst/>
                <a:ahLst/>
                <a:cxnLst/>
                <a:rect l="l" t="t" r="r" b="b"/>
                <a:pathLst>
                  <a:path w="89427" h="24826" extrusionOk="0">
                    <a:moveTo>
                      <a:pt x="53404" y="0"/>
                    </a:moveTo>
                    <a:lnTo>
                      <a:pt x="53404" y="1827"/>
                    </a:lnTo>
                    <a:lnTo>
                      <a:pt x="50682" y="1827"/>
                    </a:lnTo>
                    <a:lnTo>
                      <a:pt x="50682" y="5191"/>
                    </a:lnTo>
                    <a:lnTo>
                      <a:pt x="48271" y="5191"/>
                    </a:lnTo>
                    <a:lnTo>
                      <a:pt x="46036" y="3966"/>
                    </a:lnTo>
                    <a:lnTo>
                      <a:pt x="46036" y="1186"/>
                    </a:lnTo>
                    <a:lnTo>
                      <a:pt x="37540" y="1186"/>
                    </a:lnTo>
                    <a:lnTo>
                      <a:pt x="37540" y="6921"/>
                    </a:lnTo>
                    <a:lnTo>
                      <a:pt x="32330" y="6921"/>
                    </a:lnTo>
                    <a:lnTo>
                      <a:pt x="32330" y="680"/>
                    </a:lnTo>
                    <a:lnTo>
                      <a:pt x="26887" y="680"/>
                    </a:lnTo>
                    <a:lnTo>
                      <a:pt x="26887" y="4238"/>
                    </a:lnTo>
                    <a:lnTo>
                      <a:pt x="20141" y="4238"/>
                    </a:lnTo>
                    <a:lnTo>
                      <a:pt x="20141" y="6065"/>
                    </a:lnTo>
                    <a:lnTo>
                      <a:pt x="16894" y="6065"/>
                    </a:lnTo>
                    <a:lnTo>
                      <a:pt x="16894" y="4394"/>
                    </a:lnTo>
                    <a:lnTo>
                      <a:pt x="15281" y="4394"/>
                    </a:lnTo>
                    <a:lnTo>
                      <a:pt x="15281" y="7912"/>
                    </a:lnTo>
                    <a:lnTo>
                      <a:pt x="11218" y="7912"/>
                    </a:lnTo>
                    <a:lnTo>
                      <a:pt x="9604" y="8787"/>
                    </a:lnTo>
                    <a:lnTo>
                      <a:pt x="5444" y="8787"/>
                    </a:lnTo>
                    <a:lnTo>
                      <a:pt x="5444" y="17594"/>
                    </a:lnTo>
                    <a:lnTo>
                      <a:pt x="0" y="17594"/>
                    </a:lnTo>
                    <a:lnTo>
                      <a:pt x="0" y="24826"/>
                    </a:lnTo>
                    <a:lnTo>
                      <a:pt x="89427" y="24826"/>
                    </a:lnTo>
                    <a:lnTo>
                      <a:pt x="89427" y="15028"/>
                    </a:lnTo>
                    <a:lnTo>
                      <a:pt x="80698" y="15028"/>
                    </a:lnTo>
                    <a:lnTo>
                      <a:pt x="80698" y="10381"/>
                    </a:lnTo>
                    <a:lnTo>
                      <a:pt x="78579" y="10381"/>
                    </a:lnTo>
                    <a:lnTo>
                      <a:pt x="78579" y="4666"/>
                    </a:lnTo>
                    <a:lnTo>
                      <a:pt x="76421" y="4666"/>
                    </a:lnTo>
                    <a:lnTo>
                      <a:pt x="76421" y="9429"/>
                    </a:lnTo>
                    <a:lnTo>
                      <a:pt x="74963" y="9429"/>
                    </a:lnTo>
                    <a:lnTo>
                      <a:pt x="74963" y="7854"/>
                    </a:lnTo>
                    <a:lnTo>
                      <a:pt x="71581" y="7854"/>
                    </a:lnTo>
                    <a:lnTo>
                      <a:pt x="71581" y="6202"/>
                    </a:lnTo>
                    <a:lnTo>
                      <a:pt x="66137" y="6202"/>
                    </a:lnTo>
                    <a:lnTo>
                      <a:pt x="66137" y="4530"/>
                    </a:lnTo>
                    <a:lnTo>
                      <a:pt x="55873" y="4530"/>
                    </a:lnTo>
                    <a:lnTo>
                      <a:pt x="55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66" name="Google Shape;3166;p34"/>
            <p:cNvSpPr/>
            <p:nvPr/>
          </p:nvSpPr>
          <p:spPr>
            <a:xfrm>
              <a:off x="1572250" y="4717725"/>
              <a:ext cx="6078600" cy="42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7" name="Google Shape;3167;p34"/>
          <p:cNvGrpSpPr/>
          <p:nvPr/>
        </p:nvGrpSpPr>
        <p:grpSpPr>
          <a:xfrm flipH="1">
            <a:off x="85525" y="3197463"/>
            <a:ext cx="665236" cy="1946062"/>
            <a:chOff x="8991157" y="-2384450"/>
            <a:chExt cx="665236" cy="1946062"/>
          </a:xfrm>
        </p:grpSpPr>
        <p:sp>
          <p:nvSpPr>
            <p:cNvPr id="3168" name="Google Shape;3168;p34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34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34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34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34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34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34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34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34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34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34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34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4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4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4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4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4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4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4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4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4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4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4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4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4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4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4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4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6" name="Google Shape;3196;p34"/>
          <p:cNvGrpSpPr/>
          <p:nvPr/>
        </p:nvGrpSpPr>
        <p:grpSpPr>
          <a:xfrm>
            <a:off x="2729782" y="141845"/>
            <a:ext cx="965604" cy="239081"/>
            <a:chOff x="4036326" y="-955475"/>
            <a:chExt cx="1775987" cy="439811"/>
          </a:xfrm>
        </p:grpSpPr>
        <p:sp>
          <p:nvSpPr>
            <p:cNvPr id="3197" name="Google Shape;3197;p34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4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9" name="Google Shape;3199;p34"/>
          <p:cNvGrpSpPr/>
          <p:nvPr/>
        </p:nvGrpSpPr>
        <p:grpSpPr>
          <a:xfrm>
            <a:off x="5592732" y="141845"/>
            <a:ext cx="965604" cy="239081"/>
            <a:chOff x="4036326" y="-955475"/>
            <a:chExt cx="1775987" cy="439811"/>
          </a:xfrm>
        </p:grpSpPr>
        <p:sp>
          <p:nvSpPr>
            <p:cNvPr id="3200" name="Google Shape;3200;p34"/>
            <p:cNvSpPr/>
            <p:nvPr/>
          </p:nvSpPr>
          <p:spPr>
            <a:xfrm>
              <a:off x="4203186" y="-955475"/>
              <a:ext cx="1609127" cy="439811"/>
            </a:xfrm>
            <a:custGeom>
              <a:avLst/>
              <a:gdLst/>
              <a:ahLst/>
              <a:cxnLst/>
              <a:rect l="l" t="t" r="r" b="b"/>
              <a:pathLst>
                <a:path w="34644" h="9469" extrusionOk="0">
                  <a:moveTo>
                    <a:pt x="16583" y="1"/>
                  </a:moveTo>
                  <a:lnTo>
                    <a:pt x="16330" y="20"/>
                  </a:lnTo>
                  <a:lnTo>
                    <a:pt x="16077" y="40"/>
                  </a:lnTo>
                  <a:lnTo>
                    <a:pt x="15844" y="79"/>
                  </a:lnTo>
                  <a:lnTo>
                    <a:pt x="15611" y="118"/>
                  </a:lnTo>
                  <a:lnTo>
                    <a:pt x="15397" y="176"/>
                  </a:lnTo>
                  <a:lnTo>
                    <a:pt x="15203" y="254"/>
                  </a:lnTo>
                  <a:lnTo>
                    <a:pt x="15028" y="331"/>
                  </a:lnTo>
                  <a:lnTo>
                    <a:pt x="14853" y="429"/>
                  </a:lnTo>
                  <a:lnTo>
                    <a:pt x="14697" y="506"/>
                  </a:lnTo>
                  <a:lnTo>
                    <a:pt x="14561" y="623"/>
                  </a:lnTo>
                  <a:lnTo>
                    <a:pt x="14425" y="720"/>
                  </a:lnTo>
                  <a:lnTo>
                    <a:pt x="14211" y="953"/>
                  </a:lnTo>
                  <a:lnTo>
                    <a:pt x="14017" y="1187"/>
                  </a:lnTo>
                  <a:lnTo>
                    <a:pt x="13861" y="1420"/>
                  </a:lnTo>
                  <a:lnTo>
                    <a:pt x="13745" y="1653"/>
                  </a:lnTo>
                  <a:lnTo>
                    <a:pt x="13667" y="1887"/>
                  </a:lnTo>
                  <a:lnTo>
                    <a:pt x="13608" y="2100"/>
                  </a:lnTo>
                  <a:lnTo>
                    <a:pt x="13550" y="2295"/>
                  </a:lnTo>
                  <a:lnTo>
                    <a:pt x="13511" y="2586"/>
                  </a:lnTo>
                  <a:lnTo>
                    <a:pt x="13511" y="2684"/>
                  </a:lnTo>
                  <a:lnTo>
                    <a:pt x="13356" y="2586"/>
                  </a:lnTo>
                  <a:lnTo>
                    <a:pt x="13181" y="2489"/>
                  </a:lnTo>
                  <a:lnTo>
                    <a:pt x="12947" y="2392"/>
                  </a:lnTo>
                  <a:lnTo>
                    <a:pt x="12811" y="2353"/>
                  </a:lnTo>
                  <a:lnTo>
                    <a:pt x="12675" y="2334"/>
                  </a:lnTo>
                  <a:lnTo>
                    <a:pt x="12345" y="2334"/>
                  </a:lnTo>
                  <a:lnTo>
                    <a:pt x="12189" y="2353"/>
                  </a:lnTo>
                  <a:lnTo>
                    <a:pt x="12014" y="2392"/>
                  </a:lnTo>
                  <a:lnTo>
                    <a:pt x="11820" y="2470"/>
                  </a:lnTo>
                  <a:lnTo>
                    <a:pt x="11645" y="2567"/>
                  </a:lnTo>
                  <a:lnTo>
                    <a:pt x="11489" y="2664"/>
                  </a:lnTo>
                  <a:lnTo>
                    <a:pt x="11373" y="2781"/>
                  </a:lnTo>
                  <a:lnTo>
                    <a:pt x="11276" y="2917"/>
                  </a:lnTo>
                  <a:lnTo>
                    <a:pt x="11198" y="3053"/>
                  </a:lnTo>
                  <a:lnTo>
                    <a:pt x="11139" y="3189"/>
                  </a:lnTo>
                  <a:lnTo>
                    <a:pt x="11101" y="3325"/>
                  </a:lnTo>
                  <a:lnTo>
                    <a:pt x="11062" y="3461"/>
                  </a:lnTo>
                  <a:lnTo>
                    <a:pt x="11062" y="3597"/>
                  </a:lnTo>
                  <a:lnTo>
                    <a:pt x="11062" y="3850"/>
                  </a:lnTo>
                  <a:lnTo>
                    <a:pt x="11081" y="4045"/>
                  </a:lnTo>
                  <a:lnTo>
                    <a:pt x="11120" y="4239"/>
                  </a:lnTo>
                  <a:lnTo>
                    <a:pt x="11023" y="4161"/>
                  </a:lnTo>
                  <a:lnTo>
                    <a:pt x="10751" y="4006"/>
                  </a:lnTo>
                  <a:lnTo>
                    <a:pt x="10323" y="3811"/>
                  </a:lnTo>
                  <a:lnTo>
                    <a:pt x="10051" y="3695"/>
                  </a:lnTo>
                  <a:lnTo>
                    <a:pt x="9759" y="3597"/>
                  </a:lnTo>
                  <a:lnTo>
                    <a:pt x="9429" y="3520"/>
                  </a:lnTo>
                  <a:lnTo>
                    <a:pt x="9098" y="3442"/>
                  </a:lnTo>
                  <a:lnTo>
                    <a:pt x="8729" y="3403"/>
                  </a:lnTo>
                  <a:lnTo>
                    <a:pt x="8359" y="3384"/>
                  </a:lnTo>
                  <a:lnTo>
                    <a:pt x="7971" y="3403"/>
                  </a:lnTo>
                  <a:lnTo>
                    <a:pt x="7562" y="3461"/>
                  </a:lnTo>
                  <a:lnTo>
                    <a:pt x="7368" y="3520"/>
                  </a:lnTo>
                  <a:lnTo>
                    <a:pt x="7154" y="3578"/>
                  </a:lnTo>
                  <a:lnTo>
                    <a:pt x="6960" y="3656"/>
                  </a:lnTo>
                  <a:lnTo>
                    <a:pt x="6746" y="3733"/>
                  </a:lnTo>
                  <a:lnTo>
                    <a:pt x="6396" y="3928"/>
                  </a:lnTo>
                  <a:lnTo>
                    <a:pt x="6085" y="4122"/>
                  </a:lnTo>
                  <a:lnTo>
                    <a:pt x="5813" y="4356"/>
                  </a:lnTo>
                  <a:lnTo>
                    <a:pt x="5579" y="4569"/>
                  </a:lnTo>
                  <a:lnTo>
                    <a:pt x="5385" y="4803"/>
                  </a:lnTo>
                  <a:lnTo>
                    <a:pt x="5230" y="5055"/>
                  </a:lnTo>
                  <a:lnTo>
                    <a:pt x="5093" y="5289"/>
                  </a:lnTo>
                  <a:lnTo>
                    <a:pt x="4996" y="5503"/>
                  </a:lnTo>
                  <a:lnTo>
                    <a:pt x="4919" y="5716"/>
                  </a:lnTo>
                  <a:lnTo>
                    <a:pt x="4860" y="5930"/>
                  </a:lnTo>
                  <a:lnTo>
                    <a:pt x="4782" y="6261"/>
                  </a:lnTo>
                  <a:lnTo>
                    <a:pt x="4763" y="6475"/>
                  </a:lnTo>
                  <a:lnTo>
                    <a:pt x="4763" y="6572"/>
                  </a:lnTo>
                  <a:lnTo>
                    <a:pt x="4394" y="6533"/>
                  </a:lnTo>
                  <a:lnTo>
                    <a:pt x="4044" y="6513"/>
                  </a:lnTo>
                  <a:lnTo>
                    <a:pt x="3733" y="6533"/>
                  </a:lnTo>
                  <a:lnTo>
                    <a:pt x="3422" y="6552"/>
                  </a:lnTo>
                  <a:lnTo>
                    <a:pt x="3149" y="6591"/>
                  </a:lnTo>
                  <a:lnTo>
                    <a:pt x="2897" y="6630"/>
                  </a:lnTo>
                  <a:lnTo>
                    <a:pt x="2663" y="6708"/>
                  </a:lnTo>
                  <a:lnTo>
                    <a:pt x="2430" y="6786"/>
                  </a:lnTo>
                  <a:lnTo>
                    <a:pt x="2236" y="6863"/>
                  </a:lnTo>
                  <a:lnTo>
                    <a:pt x="2061" y="6961"/>
                  </a:lnTo>
                  <a:lnTo>
                    <a:pt x="1905" y="7077"/>
                  </a:lnTo>
                  <a:lnTo>
                    <a:pt x="1750" y="7174"/>
                  </a:lnTo>
                  <a:lnTo>
                    <a:pt x="1614" y="7291"/>
                  </a:lnTo>
                  <a:lnTo>
                    <a:pt x="1497" y="7427"/>
                  </a:lnTo>
                  <a:lnTo>
                    <a:pt x="1400" y="7544"/>
                  </a:lnTo>
                  <a:lnTo>
                    <a:pt x="1303" y="7680"/>
                  </a:lnTo>
                  <a:lnTo>
                    <a:pt x="1166" y="7952"/>
                  </a:lnTo>
                  <a:lnTo>
                    <a:pt x="1050" y="8205"/>
                  </a:lnTo>
                  <a:lnTo>
                    <a:pt x="972" y="8458"/>
                  </a:lnTo>
                  <a:lnTo>
                    <a:pt x="933" y="8671"/>
                  </a:lnTo>
                  <a:lnTo>
                    <a:pt x="914" y="8866"/>
                  </a:lnTo>
                  <a:lnTo>
                    <a:pt x="914" y="9002"/>
                  </a:lnTo>
                  <a:lnTo>
                    <a:pt x="914" y="9138"/>
                  </a:lnTo>
                  <a:lnTo>
                    <a:pt x="642" y="9119"/>
                  </a:lnTo>
                  <a:lnTo>
                    <a:pt x="428" y="9138"/>
                  </a:lnTo>
                  <a:lnTo>
                    <a:pt x="272" y="9177"/>
                  </a:lnTo>
                  <a:lnTo>
                    <a:pt x="156" y="9255"/>
                  </a:lnTo>
                  <a:lnTo>
                    <a:pt x="78" y="9332"/>
                  </a:lnTo>
                  <a:lnTo>
                    <a:pt x="19" y="9391"/>
                  </a:lnTo>
                  <a:lnTo>
                    <a:pt x="0" y="9468"/>
                  </a:lnTo>
                  <a:lnTo>
                    <a:pt x="34643" y="9468"/>
                  </a:lnTo>
                  <a:lnTo>
                    <a:pt x="34565" y="9274"/>
                  </a:lnTo>
                  <a:lnTo>
                    <a:pt x="34488" y="9099"/>
                  </a:lnTo>
                  <a:lnTo>
                    <a:pt x="34390" y="8924"/>
                  </a:lnTo>
                  <a:lnTo>
                    <a:pt x="34293" y="8769"/>
                  </a:lnTo>
                  <a:lnTo>
                    <a:pt x="34177" y="8633"/>
                  </a:lnTo>
                  <a:lnTo>
                    <a:pt x="34040" y="8516"/>
                  </a:lnTo>
                  <a:lnTo>
                    <a:pt x="33904" y="8399"/>
                  </a:lnTo>
                  <a:lnTo>
                    <a:pt x="33768" y="8302"/>
                  </a:lnTo>
                  <a:lnTo>
                    <a:pt x="33613" y="8205"/>
                  </a:lnTo>
                  <a:lnTo>
                    <a:pt x="33477" y="8127"/>
                  </a:lnTo>
                  <a:lnTo>
                    <a:pt x="33146" y="7991"/>
                  </a:lnTo>
                  <a:lnTo>
                    <a:pt x="32835" y="7894"/>
                  </a:lnTo>
                  <a:lnTo>
                    <a:pt x="32505" y="7835"/>
                  </a:lnTo>
                  <a:lnTo>
                    <a:pt x="32194" y="7777"/>
                  </a:lnTo>
                  <a:lnTo>
                    <a:pt x="31883" y="7758"/>
                  </a:lnTo>
                  <a:lnTo>
                    <a:pt x="31377" y="7758"/>
                  </a:lnTo>
                  <a:lnTo>
                    <a:pt x="31008" y="7777"/>
                  </a:lnTo>
                  <a:lnTo>
                    <a:pt x="30891" y="7797"/>
                  </a:lnTo>
                  <a:lnTo>
                    <a:pt x="30833" y="7622"/>
                  </a:lnTo>
                  <a:lnTo>
                    <a:pt x="30794" y="7466"/>
                  </a:lnTo>
                  <a:lnTo>
                    <a:pt x="30658" y="7174"/>
                  </a:lnTo>
                  <a:lnTo>
                    <a:pt x="30522" y="6941"/>
                  </a:lnTo>
                  <a:lnTo>
                    <a:pt x="30347" y="6727"/>
                  </a:lnTo>
                  <a:lnTo>
                    <a:pt x="30152" y="6552"/>
                  </a:lnTo>
                  <a:lnTo>
                    <a:pt x="29939" y="6397"/>
                  </a:lnTo>
                  <a:lnTo>
                    <a:pt x="29744" y="6280"/>
                  </a:lnTo>
                  <a:lnTo>
                    <a:pt x="29530" y="6183"/>
                  </a:lnTo>
                  <a:lnTo>
                    <a:pt x="29336" y="6125"/>
                  </a:lnTo>
                  <a:lnTo>
                    <a:pt x="29141" y="6066"/>
                  </a:lnTo>
                  <a:lnTo>
                    <a:pt x="28792" y="6008"/>
                  </a:lnTo>
                  <a:lnTo>
                    <a:pt x="28558" y="5989"/>
                  </a:lnTo>
                  <a:lnTo>
                    <a:pt x="28480" y="5989"/>
                  </a:lnTo>
                  <a:lnTo>
                    <a:pt x="28461" y="5775"/>
                  </a:lnTo>
                  <a:lnTo>
                    <a:pt x="28442" y="5561"/>
                  </a:lnTo>
                  <a:lnTo>
                    <a:pt x="28403" y="5386"/>
                  </a:lnTo>
                  <a:lnTo>
                    <a:pt x="28344" y="5211"/>
                  </a:lnTo>
                  <a:lnTo>
                    <a:pt x="28286" y="5055"/>
                  </a:lnTo>
                  <a:lnTo>
                    <a:pt x="28208" y="4919"/>
                  </a:lnTo>
                  <a:lnTo>
                    <a:pt x="28131" y="4783"/>
                  </a:lnTo>
                  <a:lnTo>
                    <a:pt x="28033" y="4667"/>
                  </a:lnTo>
                  <a:lnTo>
                    <a:pt x="27936" y="4569"/>
                  </a:lnTo>
                  <a:lnTo>
                    <a:pt x="27839" y="4472"/>
                  </a:lnTo>
                  <a:lnTo>
                    <a:pt x="27606" y="4317"/>
                  </a:lnTo>
                  <a:lnTo>
                    <a:pt x="27372" y="4200"/>
                  </a:lnTo>
                  <a:lnTo>
                    <a:pt x="27120" y="4122"/>
                  </a:lnTo>
                  <a:lnTo>
                    <a:pt x="26886" y="4064"/>
                  </a:lnTo>
                  <a:lnTo>
                    <a:pt x="26634" y="4045"/>
                  </a:lnTo>
                  <a:lnTo>
                    <a:pt x="26420" y="4025"/>
                  </a:lnTo>
                  <a:lnTo>
                    <a:pt x="26225" y="4025"/>
                  </a:lnTo>
                  <a:lnTo>
                    <a:pt x="25914" y="4064"/>
                  </a:lnTo>
                  <a:lnTo>
                    <a:pt x="25798" y="4064"/>
                  </a:lnTo>
                  <a:lnTo>
                    <a:pt x="25817" y="4006"/>
                  </a:lnTo>
                  <a:lnTo>
                    <a:pt x="25817" y="3792"/>
                  </a:lnTo>
                  <a:lnTo>
                    <a:pt x="25817" y="3520"/>
                  </a:lnTo>
                  <a:lnTo>
                    <a:pt x="25778" y="3345"/>
                  </a:lnTo>
                  <a:lnTo>
                    <a:pt x="25739" y="3170"/>
                  </a:lnTo>
                  <a:lnTo>
                    <a:pt x="25681" y="2995"/>
                  </a:lnTo>
                  <a:lnTo>
                    <a:pt x="25603" y="2820"/>
                  </a:lnTo>
                  <a:lnTo>
                    <a:pt x="25506" y="2664"/>
                  </a:lnTo>
                  <a:lnTo>
                    <a:pt x="25370" y="2509"/>
                  </a:lnTo>
                  <a:lnTo>
                    <a:pt x="25195" y="2353"/>
                  </a:lnTo>
                  <a:lnTo>
                    <a:pt x="25001" y="2237"/>
                  </a:lnTo>
                  <a:lnTo>
                    <a:pt x="24767" y="2139"/>
                  </a:lnTo>
                  <a:lnTo>
                    <a:pt x="24476" y="2062"/>
                  </a:lnTo>
                  <a:lnTo>
                    <a:pt x="24165" y="2023"/>
                  </a:lnTo>
                  <a:lnTo>
                    <a:pt x="23892" y="2023"/>
                  </a:lnTo>
                  <a:lnTo>
                    <a:pt x="23640" y="2081"/>
                  </a:lnTo>
                  <a:lnTo>
                    <a:pt x="23406" y="2159"/>
                  </a:lnTo>
                  <a:lnTo>
                    <a:pt x="23212" y="2256"/>
                  </a:lnTo>
                  <a:lnTo>
                    <a:pt x="23057" y="2373"/>
                  </a:lnTo>
                  <a:lnTo>
                    <a:pt x="22901" y="2509"/>
                  </a:lnTo>
                  <a:lnTo>
                    <a:pt x="22784" y="2664"/>
                  </a:lnTo>
                  <a:lnTo>
                    <a:pt x="22668" y="2820"/>
                  </a:lnTo>
                  <a:lnTo>
                    <a:pt x="22590" y="2975"/>
                  </a:lnTo>
                  <a:lnTo>
                    <a:pt x="22473" y="3247"/>
                  </a:lnTo>
                  <a:lnTo>
                    <a:pt x="22415" y="3442"/>
                  </a:lnTo>
                  <a:lnTo>
                    <a:pt x="22396" y="3520"/>
                  </a:lnTo>
                  <a:lnTo>
                    <a:pt x="22318" y="3345"/>
                  </a:lnTo>
                  <a:lnTo>
                    <a:pt x="22240" y="3189"/>
                  </a:lnTo>
                  <a:lnTo>
                    <a:pt x="22143" y="3053"/>
                  </a:lnTo>
                  <a:lnTo>
                    <a:pt x="22046" y="2917"/>
                  </a:lnTo>
                  <a:lnTo>
                    <a:pt x="21948" y="2800"/>
                  </a:lnTo>
                  <a:lnTo>
                    <a:pt x="21851" y="2703"/>
                  </a:lnTo>
                  <a:lnTo>
                    <a:pt x="21618" y="2528"/>
                  </a:lnTo>
                  <a:lnTo>
                    <a:pt x="21385" y="2412"/>
                  </a:lnTo>
                  <a:lnTo>
                    <a:pt x="21151" y="2314"/>
                  </a:lnTo>
                  <a:lnTo>
                    <a:pt x="20918" y="2256"/>
                  </a:lnTo>
                  <a:lnTo>
                    <a:pt x="20665" y="2237"/>
                  </a:lnTo>
                  <a:lnTo>
                    <a:pt x="20238" y="2237"/>
                  </a:lnTo>
                  <a:lnTo>
                    <a:pt x="20043" y="2256"/>
                  </a:lnTo>
                  <a:lnTo>
                    <a:pt x="19868" y="2295"/>
                  </a:lnTo>
                  <a:lnTo>
                    <a:pt x="19635" y="2353"/>
                  </a:lnTo>
                  <a:lnTo>
                    <a:pt x="19538" y="2392"/>
                  </a:lnTo>
                  <a:lnTo>
                    <a:pt x="19518" y="2275"/>
                  </a:lnTo>
                  <a:lnTo>
                    <a:pt x="19421" y="1984"/>
                  </a:lnTo>
                  <a:lnTo>
                    <a:pt x="19363" y="1789"/>
                  </a:lnTo>
                  <a:lnTo>
                    <a:pt x="19266" y="1576"/>
                  </a:lnTo>
                  <a:lnTo>
                    <a:pt x="19130" y="1362"/>
                  </a:lnTo>
                  <a:lnTo>
                    <a:pt x="18974" y="1128"/>
                  </a:lnTo>
                  <a:lnTo>
                    <a:pt x="18799" y="895"/>
                  </a:lnTo>
                  <a:lnTo>
                    <a:pt x="18566" y="681"/>
                  </a:lnTo>
                  <a:lnTo>
                    <a:pt x="18313" y="467"/>
                  </a:lnTo>
                  <a:lnTo>
                    <a:pt x="18158" y="390"/>
                  </a:lnTo>
                  <a:lnTo>
                    <a:pt x="18002" y="292"/>
                  </a:lnTo>
                  <a:lnTo>
                    <a:pt x="17846" y="215"/>
                  </a:lnTo>
                  <a:lnTo>
                    <a:pt x="17672" y="156"/>
                  </a:lnTo>
                  <a:lnTo>
                    <a:pt x="17477" y="98"/>
                  </a:lnTo>
                  <a:lnTo>
                    <a:pt x="17263" y="59"/>
                  </a:lnTo>
                  <a:lnTo>
                    <a:pt x="17049" y="20"/>
                  </a:lnTo>
                  <a:lnTo>
                    <a:pt x="16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4"/>
            <p:cNvSpPr/>
            <p:nvPr/>
          </p:nvSpPr>
          <p:spPr>
            <a:xfrm>
              <a:off x="4036326" y="-783902"/>
              <a:ext cx="1609127" cy="268234"/>
            </a:xfrm>
            <a:custGeom>
              <a:avLst/>
              <a:gdLst/>
              <a:ahLst/>
              <a:cxnLst/>
              <a:rect l="l" t="t" r="r" b="b"/>
              <a:pathLst>
                <a:path w="34644" h="5775" extrusionOk="0">
                  <a:moveTo>
                    <a:pt x="18138" y="1"/>
                  </a:moveTo>
                  <a:lnTo>
                    <a:pt x="17827" y="39"/>
                  </a:lnTo>
                  <a:lnTo>
                    <a:pt x="17536" y="98"/>
                  </a:lnTo>
                  <a:lnTo>
                    <a:pt x="17263" y="195"/>
                  </a:lnTo>
                  <a:lnTo>
                    <a:pt x="17030" y="292"/>
                  </a:lnTo>
                  <a:lnTo>
                    <a:pt x="16836" y="428"/>
                  </a:lnTo>
                  <a:lnTo>
                    <a:pt x="16661" y="564"/>
                  </a:lnTo>
                  <a:lnTo>
                    <a:pt x="16505" y="700"/>
                  </a:lnTo>
                  <a:lnTo>
                    <a:pt x="16369" y="856"/>
                  </a:lnTo>
                  <a:lnTo>
                    <a:pt x="16272" y="992"/>
                  </a:lnTo>
                  <a:lnTo>
                    <a:pt x="16175" y="1148"/>
                  </a:lnTo>
                  <a:lnTo>
                    <a:pt x="16116" y="1284"/>
                  </a:lnTo>
                  <a:lnTo>
                    <a:pt x="16019" y="1536"/>
                  </a:lnTo>
                  <a:lnTo>
                    <a:pt x="15980" y="1692"/>
                  </a:lnTo>
                  <a:lnTo>
                    <a:pt x="15961" y="1770"/>
                  </a:lnTo>
                  <a:lnTo>
                    <a:pt x="15669" y="1653"/>
                  </a:lnTo>
                  <a:lnTo>
                    <a:pt x="15397" y="1575"/>
                  </a:lnTo>
                  <a:lnTo>
                    <a:pt x="15164" y="1556"/>
                  </a:lnTo>
                  <a:lnTo>
                    <a:pt x="14931" y="1536"/>
                  </a:lnTo>
                  <a:lnTo>
                    <a:pt x="14717" y="1575"/>
                  </a:lnTo>
                  <a:lnTo>
                    <a:pt x="14542" y="1614"/>
                  </a:lnTo>
                  <a:lnTo>
                    <a:pt x="14367" y="1672"/>
                  </a:lnTo>
                  <a:lnTo>
                    <a:pt x="14211" y="1731"/>
                  </a:lnTo>
                  <a:lnTo>
                    <a:pt x="14075" y="1809"/>
                  </a:lnTo>
                  <a:lnTo>
                    <a:pt x="13978" y="1906"/>
                  </a:lnTo>
                  <a:lnTo>
                    <a:pt x="13803" y="2061"/>
                  </a:lnTo>
                  <a:lnTo>
                    <a:pt x="13706" y="2178"/>
                  </a:lnTo>
                  <a:lnTo>
                    <a:pt x="13667" y="2236"/>
                  </a:lnTo>
                  <a:lnTo>
                    <a:pt x="13822" y="2295"/>
                  </a:lnTo>
                  <a:lnTo>
                    <a:pt x="13959" y="2372"/>
                  </a:lnTo>
                  <a:lnTo>
                    <a:pt x="14095" y="2450"/>
                  </a:lnTo>
                  <a:lnTo>
                    <a:pt x="14192" y="2547"/>
                  </a:lnTo>
                  <a:lnTo>
                    <a:pt x="14289" y="2625"/>
                  </a:lnTo>
                  <a:lnTo>
                    <a:pt x="14367" y="2722"/>
                  </a:lnTo>
                  <a:lnTo>
                    <a:pt x="14503" y="2897"/>
                  </a:lnTo>
                  <a:lnTo>
                    <a:pt x="14581" y="3072"/>
                  </a:lnTo>
                  <a:lnTo>
                    <a:pt x="14620" y="3208"/>
                  </a:lnTo>
                  <a:lnTo>
                    <a:pt x="14658" y="3325"/>
                  </a:lnTo>
                  <a:lnTo>
                    <a:pt x="14561" y="3169"/>
                  </a:lnTo>
                  <a:lnTo>
                    <a:pt x="14445" y="3033"/>
                  </a:lnTo>
                  <a:lnTo>
                    <a:pt x="14309" y="2897"/>
                  </a:lnTo>
                  <a:lnTo>
                    <a:pt x="14172" y="2800"/>
                  </a:lnTo>
                  <a:lnTo>
                    <a:pt x="14017" y="2722"/>
                  </a:lnTo>
                  <a:lnTo>
                    <a:pt x="13861" y="2645"/>
                  </a:lnTo>
                  <a:lnTo>
                    <a:pt x="13706" y="2586"/>
                  </a:lnTo>
                  <a:lnTo>
                    <a:pt x="13550" y="2547"/>
                  </a:lnTo>
                  <a:lnTo>
                    <a:pt x="13239" y="2489"/>
                  </a:lnTo>
                  <a:lnTo>
                    <a:pt x="13006" y="2470"/>
                  </a:lnTo>
                  <a:lnTo>
                    <a:pt x="12773" y="2470"/>
                  </a:lnTo>
                  <a:lnTo>
                    <a:pt x="12734" y="2353"/>
                  </a:lnTo>
                  <a:lnTo>
                    <a:pt x="12675" y="2217"/>
                  </a:lnTo>
                  <a:lnTo>
                    <a:pt x="12578" y="2061"/>
                  </a:lnTo>
                  <a:lnTo>
                    <a:pt x="12403" y="1906"/>
                  </a:lnTo>
                  <a:lnTo>
                    <a:pt x="12306" y="1809"/>
                  </a:lnTo>
                  <a:lnTo>
                    <a:pt x="12189" y="1731"/>
                  </a:lnTo>
                  <a:lnTo>
                    <a:pt x="12034" y="1653"/>
                  </a:lnTo>
                  <a:lnTo>
                    <a:pt x="11878" y="1575"/>
                  </a:lnTo>
                  <a:lnTo>
                    <a:pt x="11684" y="1517"/>
                  </a:lnTo>
                  <a:lnTo>
                    <a:pt x="11470" y="1459"/>
                  </a:lnTo>
                  <a:lnTo>
                    <a:pt x="11237" y="1439"/>
                  </a:lnTo>
                  <a:lnTo>
                    <a:pt x="11023" y="1420"/>
                  </a:lnTo>
                  <a:lnTo>
                    <a:pt x="10829" y="1439"/>
                  </a:lnTo>
                  <a:lnTo>
                    <a:pt x="10634" y="1478"/>
                  </a:lnTo>
                  <a:lnTo>
                    <a:pt x="10459" y="1517"/>
                  </a:lnTo>
                  <a:lnTo>
                    <a:pt x="10284" y="1595"/>
                  </a:lnTo>
                  <a:lnTo>
                    <a:pt x="10148" y="1653"/>
                  </a:lnTo>
                  <a:lnTo>
                    <a:pt x="10012" y="1731"/>
                  </a:lnTo>
                  <a:lnTo>
                    <a:pt x="9779" y="1886"/>
                  </a:lnTo>
                  <a:lnTo>
                    <a:pt x="9604" y="2042"/>
                  </a:lnTo>
                  <a:lnTo>
                    <a:pt x="9468" y="2197"/>
                  </a:lnTo>
                  <a:lnTo>
                    <a:pt x="9409" y="2120"/>
                  </a:lnTo>
                  <a:lnTo>
                    <a:pt x="9235" y="1945"/>
                  </a:lnTo>
                  <a:lnTo>
                    <a:pt x="8943" y="1692"/>
                  </a:lnTo>
                  <a:lnTo>
                    <a:pt x="8768" y="1556"/>
                  </a:lnTo>
                  <a:lnTo>
                    <a:pt x="8574" y="1420"/>
                  </a:lnTo>
                  <a:lnTo>
                    <a:pt x="8340" y="1284"/>
                  </a:lnTo>
                  <a:lnTo>
                    <a:pt x="8107" y="1167"/>
                  </a:lnTo>
                  <a:lnTo>
                    <a:pt x="7835" y="1050"/>
                  </a:lnTo>
                  <a:lnTo>
                    <a:pt x="7543" y="973"/>
                  </a:lnTo>
                  <a:lnTo>
                    <a:pt x="7232" y="895"/>
                  </a:lnTo>
                  <a:lnTo>
                    <a:pt x="6921" y="875"/>
                  </a:lnTo>
                  <a:lnTo>
                    <a:pt x="6571" y="875"/>
                  </a:lnTo>
                  <a:lnTo>
                    <a:pt x="6221" y="914"/>
                  </a:lnTo>
                  <a:lnTo>
                    <a:pt x="5969" y="973"/>
                  </a:lnTo>
                  <a:lnTo>
                    <a:pt x="5735" y="1050"/>
                  </a:lnTo>
                  <a:lnTo>
                    <a:pt x="5521" y="1128"/>
                  </a:lnTo>
                  <a:lnTo>
                    <a:pt x="5308" y="1245"/>
                  </a:lnTo>
                  <a:lnTo>
                    <a:pt x="5133" y="1536"/>
                  </a:lnTo>
                  <a:lnTo>
                    <a:pt x="4996" y="1847"/>
                  </a:lnTo>
                  <a:lnTo>
                    <a:pt x="4899" y="2120"/>
                  </a:lnTo>
                  <a:lnTo>
                    <a:pt x="4841" y="2372"/>
                  </a:lnTo>
                  <a:lnTo>
                    <a:pt x="4802" y="2567"/>
                  </a:lnTo>
                  <a:lnTo>
                    <a:pt x="4783" y="2742"/>
                  </a:lnTo>
                  <a:lnTo>
                    <a:pt x="4763" y="2878"/>
                  </a:lnTo>
                  <a:lnTo>
                    <a:pt x="4413" y="2839"/>
                  </a:lnTo>
                  <a:lnTo>
                    <a:pt x="4083" y="2819"/>
                  </a:lnTo>
                  <a:lnTo>
                    <a:pt x="4005" y="3072"/>
                  </a:lnTo>
                  <a:lnTo>
                    <a:pt x="3986" y="3169"/>
                  </a:lnTo>
                  <a:lnTo>
                    <a:pt x="3830" y="3150"/>
                  </a:lnTo>
                  <a:lnTo>
                    <a:pt x="3694" y="3131"/>
                  </a:lnTo>
                  <a:lnTo>
                    <a:pt x="3577" y="3131"/>
                  </a:lnTo>
                  <a:lnTo>
                    <a:pt x="3461" y="3150"/>
                  </a:lnTo>
                  <a:lnTo>
                    <a:pt x="3363" y="3189"/>
                  </a:lnTo>
                  <a:lnTo>
                    <a:pt x="3266" y="3228"/>
                  </a:lnTo>
                  <a:lnTo>
                    <a:pt x="3130" y="3325"/>
                  </a:lnTo>
                  <a:lnTo>
                    <a:pt x="3033" y="3422"/>
                  </a:lnTo>
                  <a:lnTo>
                    <a:pt x="2955" y="3519"/>
                  </a:lnTo>
                  <a:lnTo>
                    <a:pt x="2916" y="3636"/>
                  </a:lnTo>
                  <a:lnTo>
                    <a:pt x="2800" y="3597"/>
                  </a:lnTo>
                  <a:lnTo>
                    <a:pt x="2683" y="3558"/>
                  </a:lnTo>
                  <a:lnTo>
                    <a:pt x="2508" y="3519"/>
                  </a:lnTo>
                  <a:lnTo>
                    <a:pt x="2294" y="3519"/>
                  </a:lnTo>
                  <a:lnTo>
                    <a:pt x="2080" y="3539"/>
                  </a:lnTo>
                  <a:lnTo>
                    <a:pt x="1808" y="3617"/>
                  </a:lnTo>
                  <a:lnTo>
                    <a:pt x="1692" y="3655"/>
                  </a:lnTo>
                  <a:lnTo>
                    <a:pt x="1536" y="3733"/>
                  </a:lnTo>
                  <a:lnTo>
                    <a:pt x="1458" y="3792"/>
                  </a:lnTo>
                  <a:lnTo>
                    <a:pt x="1361" y="3928"/>
                  </a:lnTo>
                  <a:lnTo>
                    <a:pt x="1264" y="4064"/>
                  </a:lnTo>
                  <a:lnTo>
                    <a:pt x="1108" y="4355"/>
                  </a:lnTo>
                  <a:lnTo>
                    <a:pt x="1011" y="4647"/>
                  </a:lnTo>
                  <a:lnTo>
                    <a:pt x="953" y="4900"/>
                  </a:lnTo>
                  <a:lnTo>
                    <a:pt x="933" y="5113"/>
                  </a:lnTo>
                  <a:lnTo>
                    <a:pt x="914" y="5288"/>
                  </a:lnTo>
                  <a:lnTo>
                    <a:pt x="914" y="5444"/>
                  </a:lnTo>
                  <a:lnTo>
                    <a:pt x="642" y="5425"/>
                  </a:lnTo>
                  <a:lnTo>
                    <a:pt x="428" y="5444"/>
                  </a:lnTo>
                  <a:lnTo>
                    <a:pt x="272" y="5483"/>
                  </a:lnTo>
                  <a:lnTo>
                    <a:pt x="156" y="5561"/>
                  </a:lnTo>
                  <a:lnTo>
                    <a:pt x="78" y="5638"/>
                  </a:lnTo>
                  <a:lnTo>
                    <a:pt x="20" y="5697"/>
                  </a:lnTo>
                  <a:lnTo>
                    <a:pt x="0" y="5774"/>
                  </a:lnTo>
                  <a:lnTo>
                    <a:pt x="34643" y="5774"/>
                  </a:lnTo>
                  <a:lnTo>
                    <a:pt x="34585" y="5580"/>
                  </a:lnTo>
                  <a:lnTo>
                    <a:pt x="34488" y="5405"/>
                  </a:lnTo>
                  <a:lnTo>
                    <a:pt x="34391" y="5230"/>
                  </a:lnTo>
                  <a:lnTo>
                    <a:pt x="34293" y="5075"/>
                  </a:lnTo>
                  <a:lnTo>
                    <a:pt x="34177" y="4939"/>
                  </a:lnTo>
                  <a:lnTo>
                    <a:pt x="34041" y="4822"/>
                  </a:lnTo>
                  <a:lnTo>
                    <a:pt x="33905" y="4705"/>
                  </a:lnTo>
                  <a:lnTo>
                    <a:pt x="33769" y="4608"/>
                  </a:lnTo>
                  <a:lnTo>
                    <a:pt x="33632" y="4511"/>
                  </a:lnTo>
                  <a:lnTo>
                    <a:pt x="33477" y="4433"/>
                  </a:lnTo>
                  <a:lnTo>
                    <a:pt x="33166" y="4297"/>
                  </a:lnTo>
                  <a:lnTo>
                    <a:pt x="32835" y="4200"/>
                  </a:lnTo>
                  <a:lnTo>
                    <a:pt x="32505" y="4141"/>
                  </a:lnTo>
                  <a:lnTo>
                    <a:pt x="32194" y="4083"/>
                  </a:lnTo>
                  <a:lnTo>
                    <a:pt x="31902" y="4064"/>
                  </a:lnTo>
                  <a:lnTo>
                    <a:pt x="31377" y="4064"/>
                  </a:lnTo>
                  <a:lnTo>
                    <a:pt x="31027" y="4083"/>
                  </a:lnTo>
                  <a:lnTo>
                    <a:pt x="30891" y="4103"/>
                  </a:lnTo>
                  <a:lnTo>
                    <a:pt x="30852" y="3928"/>
                  </a:lnTo>
                  <a:lnTo>
                    <a:pt x="30794" y="3772"/>
                  </a:lnTo>
                  <a:lnTo>
                    <a:pt x="30677" y="3480"/>
                  </a:lnTo>
                  <a:lnTo>
                    <a:pt x="30522" y="3247"/>
                  </a:lnTo>
                  <a:lnTo>
                    <a:pt x="30347" y="3033"/>
                  </a:lnTo>
                  <a:lnTo>
                    <a:pt x="30153" y="2858"/>
                  </a:lnTo>
                  <a:lnTo>
                    <a:pt x="29958" y="2703"/>
                  </a:lnTo>
                  <a:lnTo>
                    <a:pt x="29744" y="2586"/>
                  </a:lnTo>
                  <a:lnTo>
                    <a:pt x="29530" y="2489"/>
                  </a:lnTo>
                  <a:lnTo>
                    <a:pt x="29336" y="2431"/>
                  </a:lnTo>
                  <a:lnTo>
                    <a:pt x="29142" y="2372"/>
                  </a:lnTo>
                  <a:lnTo>
                    <a:pt x="28811" y="2314"/>
                  </a:lnTo>
                  <a:lnTo>
                    <a:pt x="28578" y="2295"/>
                  </a:lnTo>
                  <a:lnTo>
                    <a:pt x="28481" y="2295"/>
                  </a:lnTo>
                  <a:lnTo>
                    <a:pt x="28461" y="2042"/>
                  </a:lnTo>
                  <a:lnTo>
                    <a:pt x="28422" y="1789"/>
                  </a:lnTo>
                  <a:lnTo>
                    <a:pt x="28383" y="1575"/>
                  </a:lnTo>
                  <a:lnTo>
                    <a:pt x="28306" y="1381"/>
                  </a:lnTo>
                  <a:lnTo>
                    <a:pt x="28209" y="1206"/>
                  </a:lnTo>
                  <a:lnTo>
                    <a:pt x="28111" y="1050"/>
                  </a:lnTo>
                  <a:lnTo>
                    <a:pt x="27995" y="914"/>
                  </a:lnTo>
                  <a:lnTo>
                    <a:pt x="27878" y="798"/>
                  </a:lnTo>
                  <a:lnTo>
                    <a:pt x="27859" y="856"/>
                  </a:lnTo>
                  <a:lnTo>
                    <a:pt x="27800" y="837"/>
                  </a:lnTo>
                  <a:lnTo>
                    <a:pt x="27703" y="817"/>
                  </a:lnTo>
                  <a:lnTo>
                    <a:pt x="27586" y="798"/>
                  </a:lnTo>
                  <a:lnTo>
                    <a:pt x="27450" y="798"/>
                  </a:lnTo>
                  <a:lnTo>
                    <a:pt x="27256" y="817"/>
                  </a:lnTo>
                  <a:lnTo>
                    <a:pt x="27042" y="875"/>
                  </a:lnTo>
                  <a:lnTo>
                    <a:pt x="26809" y="992"/>
                  </a:lnTo>
                  <a:lnTo>
                    <a:pt x="26673" y="1050"/>
                  </a:lnTo>
                  <a:lnTo>
                    <a:pt x="26575" y="1128"/>
                  </a:lnTo>
                  <a:lnTo>
                    <a:pt x="26478" y="1225"/>
                  </a:lnTo>
                  <a:lnTo>
                    <a:pt x="26401" y="1323"/>
                  </a:lnTo>
                  <a:lnTo>
                    <a:pt x="26323" y="1420"/>
                  </a:lnTo>
                  <a:lnTo>
                    <a:pt x="26264" y="1517"/>
                  </a:lnTo>
                  <a:lnTo>
                    <a:pt x="26187" y="1731"/>
                  </a:lnTo>
                  <a:lnTo>
                    <a:pt x="26148" y="1925"/>
                  </a:lnTo>
                  <a:lnTo>
                    <a:pt x="26109" y="2081"/>
                  </a:lnTo>
                  <a:lnTo>
                    <a:pt x="26109" y="2217"/>
                  </a:lnTo>
                  <a:lnTo>
                    <a:pt x="26070" y="2159"/>
                  </a:lnTo>
                  <a:lnTo>
                    <a:pt x="25953" y="1984"/>
                  </a:lnTo>
                  <a:lnTo>
                    <a:pt x="25740" y="1750"/>
                  </a:lnTo>
                  <a:lnTo>
                    <a:pt x="25487" y="1478"/>
                  </a:lnTo>
                  <a:lnTo>
                    <a:pt x="25312" y="1361"/>
                  </a:lnTo>
                  <a:lnTo>
                    <a:pt x="25137" y="1225"/>
                  </a:lnTo>
                  <a:lnTo>
                    <a:pt x="24942" y="1109"/>
                  </a:lnTo>
                  <a:lnTo>
                    <a:pt x="24729" y="1012"/>
                  </a:lnTo>
                  <a:lnTo>
                    <a:pt x="24495" y="934"/>
                  </a:lnTo>
                  <a:lnTo>
                    <a:pt x="24262" y="875"/>
                  </a:lnTo>
                  <a:lnTo>
                    <a:pt x="23990" y="837"/>
                  </a:lnTo>
                  <a:lnTo>
                    <a:pt x="23718" y="837"/>
                  </a:lnTo>
                  <a:lnTo>
                    <a:pt x="23446" y="875"/>
                  </a:lnTo>
                  <a:lnTo>
                    <a:pt x="23193" y="953"/>
                  </a:lnTo>
                  <a:lnTo>
                    <a:pt x="22960" y="1031"/>
                  </a:lnTo>
                  <a:lnTo>
                    <a:pt x="22746" y="1148"/>
                  </a:lnTo>
                  <a:lnTo>
                    <a:pt x="22551" y="1284"/>
                  </a:lnTo>
                  <a:lnTo>
                    <a:pt x="22376" y="1439"/>
                  </a:lnTo>
                  <a:lnTo>
                    <a:pt x="22221" y="1575"/>
                  </a:lnTo>
                  <a:lnTo>
                    <a:pt x="22085" y="1731"/>
                  </a:lnTo>
                  <a:lnTo>
                    <a:pt x="21871" y="2042"/>
                  </a:lnTo>
                  <a:lnTo>
                    <a:pt x="21715" y="2295"/>
                  </a:lnTo>
                  <a:lnTo>
                    <a:pt x="21618" y="2470"/>
                  </a:lnTo>
                  <a:lnTo>
                    <a:pt x="21599" y="2547"/>
                  </a:lnTo>
                  <a:lnTo>
                    <a:pt x="21404" y="2489"/>
                  </a:lnTo>
                  <a:lnTo>
                    <a:pt x="21229" y="2470"/>
                  </a:lnTo>
                  <a:lnTo>
                    <a:pt x="21035" y="2450"/>
                  </a:lnTo>
                  <a:lnTo>
                    <a:pt x="20860" y="2431"/>
                  </a:lnTo>
                  <a:lnTo>
                    <a:pt x="20529" y="2470"/>
                  </a:lnTo>
                  <a:lnTo>
                    <a:pt x="20218" y="2528"/>
                  </a:lnTo>
                  <a:lnTo>
                    <a:pt x="19927" y="2625"/>
                  </a:lnTo>
                  <a:lnTo>
                    <a:pt x="19655" y="2742"/>
                  </a:lnTo>
                  <a:lnTo>
                    <a:pt x="19402" y="2897"/>
                  </a:lnTo>
                  <a:lnTo>
                    <a:pt x="19188" y="3053"/>
                  </a:lnTo>
                  <a:lnTo>
                    <a:pt x="18974" y="3228"/>
                  </a:lnTo>
                  <a:lnTo>
                    <a:pt x="18799" y="3383"/>
                  </a:lnTo>
                  <a:lnTo>
                    <a:pt x="18527" y="3694"/>
                  </a:lnTo>
                  <a:lnTo>
                    <a:pt x="18372" y="3908"/>
                  </a:lnTo>
                  <a:lnTo>
                    <a:pt x="18313" y="4005"/>
                  </a:lnTo>
                  <a:lnTo>
                    <a:pt x="18333" y="3811"/>
                  </a:lnTo>
                  <a:lnTo>
                    <a:pt x="18352" y="3636"/>
                  </a:lnTo>
                  <a:lnTo>
                    <a:pt x="18391" y="3461"/>
                  </a:lnTo>
                  <a:lnTo>
                    <a:pt x="18449" y="3305"/>
                  </a:lnTo>
                  <a:lnTo>
                    <a:pt x="18566" y="3014"/>
                  </a:lnTo>
                  <a:lnTo>
                    <a:pt x="18741" y="2761"/>
                  </a:lnTo>
                  <a:lnTo>
                    <a:pt x="18916" y="2528"/>
                  </a:lnTo>
                  <a:lnTo>
                    <a:pt x="19110" y="2333"/>
                  </a:lnTo>
                  <a:lnTo>
                    <a:pt x="19324" y="2159"/>
                  </a:lnTo>
                  <a:lnTo>
                    <a:pt x="19538" y="2003"/>
                  </a:lnTo>
                  <a:lnTo>
                    <a:pt x="19752" y="1886"/>
                  </a:lnTo>
                  <a:lnTo>
                    <a:pt x="19946" y="1770"/>
                  </a:lnTo>
                  <a:lnTo>
                    <a:pt x="20316" y="1634"/>
                  </a:lnTo>
                  <a:lnTo>
                    <a:pt x="20568" y="1556"/>
                  </a:lnTo>
                  <a:lnTo>
                    <a:pt x="20666" y="1536"/>
                  </a:lnTo>
                  <a:lnTo>
                    <a:pt x="20607" y="1459"/>
                  </a:lnTo>
                  <a:lnTo>
                    <a:pt x="20452" y="1264"/>
                  </a:lnTo>
                  <a:lnTo>
                    <a:pt x="20199" y="992"/>
                  </a:lnTo>
                  <a:lnTo>
                    <a:pt x="20043" y="837"/>
                  </a:lnTo>
                  <a:lnTo>
                    <a:pt x="19869" y="681"/>
                  </a:lnTo>
                  <a:lnTo>
                    <a:pt x="19674" y="525"/>
                  </a:lnTo>
                  <a:lnTo>
                    <a:pt x="19460" y="389"/>
                  </a:lnTo>
                  <a:lnTo>
                    <a:pt x="19227" y="273"/>
                  </a:lnTo>
                  <a:lnTo>
                    <a:pt x="18974" y="156"/>
                  </a:lnTo>
                  <a:lnTo>
                    <a:pt x="18702" y="78"/>
                  </a:lnTo>
                  <a:lnTo>
                    <a:pt x="18430" y="20"/>
                  </a:lnTo>
                  <a:lnTo>
                    <a:pt x="1813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2" name="Google Shape;3202;p34"/>
          <p:cNvGrpSpPr/>
          <p:nvPr/>
        </p:nvGrpSpPr>
        <p:grpSpPr>
          <a:xfrm flipH="1">
            <a:off x="8430773" y="3938138"/>
            <a:ext cx="811246" cy="1205364"/>
            <a:chOff x="8044750" y="-1789024"/>
            <a:chExt cx="811246" cy="1205364"/>
          </a:xfrm>
        </p:grpSpPr>
        <p:sp>
          <p:nvSpPr>
            <p:cNvPr id="3203" name="Google Shape;3203;p34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4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4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4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4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4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4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4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4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4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4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4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4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4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4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4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4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4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4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4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3" name="Google Shape;3223;p34"/>
          <p:cNvGrpSpPr/>
          <p:nvPr/>
        </p:nvGrpSpPr>
        <p:grpSpPr>
          <a:xfrm flipH="1">
            <a:off x="8430773" y="3938138"/>
            <a:ext cx="811246" cy="1205364"/>
            <a:chOff x="8044750" y="-1789024"/>
            <a:chExt cx="811246" cy="1205364"/>
          </a:xfrm>
        </p:grpSpPr>
        <p:sp>
          <p:nvSpPr>
            <p:cNvPr id="3224" name="Google Shape;3224;p34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4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4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4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4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4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4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4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4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4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4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4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4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4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4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4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4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4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4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4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i="1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 i="1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●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○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Char char="■"/>
              <a:defRPr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5" r:id="rId3"/>
    <p:sldLayoutId id="2147483658" r:id="rId4"/>
    <p:sldLayoutId id="2147483659" r:id="rId5"/>
    <p:sldLayoutId id="2147483663" r:id="rId6"/>
    <p:sldLayoutId id="2147483664" r:id="rId7"/>
    <p:sldLayoutId id="2147483665" r:id="rId8"/>
    <p:sldLayoutId id="2147483668" r:id="rId9"/>
    <p:sldLayoutId id="2147483669" r:id="rId10"/>
    <p:sldLayoutId id="2147483671" r:id="rId11"/>
    <p:sldLayoutId id="2147483679" r:id="rId12"/>
    <p:sldLayoutId id="214748368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pypi.org/project/qrcode/" TargetMode="External"/><Relationship Id="rId5" Type="http://schemas.openxmlformats.org/officeDocument/2006/relationships/hyperlink" Target="https://pyfpdf.readthedocs.io/" TargetMode="External"/><Relationship Id="rId4" Type="http://schemas.openxmlformats.org/officeDocument/2006/relationships/hyperlink" Target="https://docs.python.org/3/library/tkinter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7" name="Google Shape;8897;p75"/>
          <p:cNvSpPr txBox="1">
            <a:spLocks noGrp="1"/>
          </p:cNvSpPr>
          <p:nvPr>
            <p:ph type="title"/>
          </p:nvPr>
        </p:nvSpPr>
        <p:spPr>
          <a:xfrm>
            <a:off x="630588" y="2245744"/>
            <a:ext cx="7704000" cy="688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i="0" dirty="0">
                <a:solidFill>
                  <a:schemeClr val="bg2"/>
                </a:solidFill>
                <a:latin typeface="+mj-lt"/>
              </a:rPr>
              <a:t>Smart AI Airlines System</a:t>
            </a:r>
            <a:endParaRPr b="1" i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898" name="Google Shape;8898;p75"/>
          <p:cNvSpPr txBox="1">
            <a:spLocks noGrp="1"/>
          </p:cNvSpPr>
          <p:nvPr>
            <p:ph type="body" idx="1"/>
          </p:nvPr>
        </p:nvSpPr>
        <p:spPr>
          <a:xfrm>
            <a:off x="794950" y="3037668"/>
            <a:ext cx="3749400" cy="1561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Names -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</a:rPr>
              <a:t>Nandini Agnihotri (202210101150066)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</a:rPr>
              <a:t>Vaishali Gupta (202210101150068)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</a:rPr>
              <a:t>Suyash Sharma (202210101150076)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</a:rPr>
              <a:t>Ayush Yadav (202210101150081)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99" name="Google Shape;8899;p75"/>
          <p:cNvSpPr txBox="1">
            <a:spLocks noGrp="1"/>
          </p:cNvSpPr>
          <p:nvPr>
            <p:ph type="body" idx="2"/>
          </p:nvPr>
        </p:nvSpPr>
        <p:spPr>
          <a:xfrm>
            <a:off x="4599650" y="3037668"/>
            <a:ext cx="3749400" cy="1561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n-lt"/>
              </a:rPr>
              <a:t>Guide Name - </a:t>
            </a:r>
            <a:endParaRPr b="1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EBE9E8-3107-9C67-EDAE-DD352FDBB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2" y="0"/>
            <a:ext cx="8279832" cy="1008000"/>
          </a:xfrm>
          <a:prstGeom prst="rect">
            <a:avLst/>
          </a:prstGeom>
        </p:spPr>
      </p:pic>
      <p:pic>
        <p:nvPicPr>
          <p:cNvPr id="3" name="Image 1" descr="Shri Ramswaroop Memorial University - [SRMU], Lucknow - Admissions,  Contact, Website, Facilities 2020-2021">
            <a:extLst>
              <a:ext uri="{FF2B5EF4-FFF2-40B4-BE49-F238E27FC236}">
                <a16:creationId xmlns:a16="http://schemas.microsoft.com/office/drawing/2014/main" id="{A117B403-FDDB-E5DD-4ADD-0EEAAC506595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63930" y="1110947"/>
            <a:ext cx="1237315" cy="11159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p40"/>
          <p:cNvSpPr/>
          <p:nvPr/>
        </p:nvSpPr>
        <p:spPr>
          <a:xfrm>
            <a:off x="426899" y="3191666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6" name="Google Shape;3786;p40"/>
          <p:cNvSpPr/>
          <p:nvPr/>
        </p:nvSpPr>
        <p:spPr>
          <a:xfrm>
            <a:off x="438613" y="1671632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7" name="Google Shape;3787;p40"/>
          <p:cNvSpPr/>
          <p:nvPr/>
        </p:nvSpPr>
        <p:spPr>
          <a:xfrm>
            <a:off x="432606" y="2431649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8" name="Google Shape;3788;p40"/>
          <p:cNvSpPr/>
          <p:nvPr/>
        </p:nvSpPr>
        <p:spPr>
          <a:xfrm>
            <a:off x="438613" y="911615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9" name="Google Shape;3789;p40"/>
          <p:cNvSpPr txBox="1">
            <a:spLocks noGrp="1"/>
          </p:cNvSpPr>
          <p:nvPr>
            <p:ph type="title" idx="4"/>
          </p:nvPr>
        </p:nvSpPr>
        <p:spPr>
          <a:xfrm>
            <a:off x="448934" y="986817"/>
            <a:ext cx="734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790" name="Google Shape;3790;p40"/>
          <p:cNvSpPr txBox="1">
            <a:spLocks noGrp="1"/>
          </p:cNvSpPr>
          <p:nvPr>
            <p:ph type="title" idx="6"/>
          </p:nvPr>
        </p:nvSpPr>
        <p:spPr>
          <a:xfrm>
            <a:off x="562304" y="0"/>
            <a:ext cx="7704000" cy="6981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dirty="0"/>
              <a:t>Table of contents</a:t>
            </a:r>
            <a:endParaRPr sz="3600" b="1" i="0" dirty="0"/>
          </a:p>
        </p:txBody>
      </p:sp>
      <p:sp>
        <p:nvSpPr>
          <p:cNvPr id="3792" name="Google Shape;3792;p40"/>
          <p:cNvSpPr txBox="1">
            <a:spLocks noGrp="1"/>
          </p:cNvSpPr>
          <p:nvPr>
            <p:ph type="title"/>
          </p:nvPr>
        </p:nvSpPr>
        <p:spPr>
          <a:xfrm>
            <a:off x="1157505" y="1101950"/>
            <a:ext cx="2340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i="0" dirty="0"/>
              <a:t>Introduction</a:t>
            </a:r>
            <a:endParaRPr i="0" dirty="0"/>
          </a:p>
        </p:txBody>
      </p:sp>
      <p:sp>
        <p:nvSpPr>
          <p:cNvPr id="3794" name="Google Shape;3794;p40"/>
          <p:cNvSpPr txBox="1">
            <a:spLocks noGrp="1"/>
          </p:cNvSpPr>
          <p:nvPr>
            <p:ph type="title" idx="2"/>
          </p:nvPr>
        </p:nvSpPr>
        <p:spPr>
          <a:xfrm flipH="1">
            <a:off x="1176091" y="3345116"/>
            <a:ext cx="3244164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/>
              <a:t>System Workflow</a:t>
            </a:r>
            <a:endParaRPr dirty="0"/>
          </a:p>
        </p:txBody>
      </p:sp>
      <p:sp>
        <p:nvSpPr>
          <p:cNvPr id="3795" name="Google Shape;3795;p40"/>
          <p:cNvSpPr txBox="1">
            <a:spLocks noGrp="1"/>
          </p:cNvSpPr>
          <p:nvPr>
            <p:ph type="title" idx="7"/>
          </p:nvPr>
        </p:nvSpPr>
        <p:spPr>
          <a:xfrm>
            <a:off x="1145791" y="1864803"/>
            <a:ext cx="2340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Objective</a:t>
            </a:r>
            <a:endParaRPr dirty="0"/>
          </a:p>
        </p:txBody>
      </p:sp>
      <p:sp>
        <p:nvSpPr>
          <p:cNvPr id="3797" name="Google Shape;3797;p40"/>
          <p:cNvSpPr txBox="1">
            <a:spLocks noGrp="1"/>
          </p:cNvSpPr>
          <p:nvPr>
            <p:ph type="title" idx="9"/>
          </p:nvPr>
        </p:nvSpPr>
        <p:spPr>
          <a:xfrm flipH="1">
            <a:off x="1157355" y="2651397"/>
            <a:ext cx="2693974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Technologies Used</a:t>
            </a:r>
            <a:endParaRPr dirty="0"/>
          </a:p>
        </p:txBody>
      </p:sp>
      <p:sp>
        <p:nvSpPr>
          <p:cNvPr id="3799" name="Google Shape;3799;p40"/>
          <p:cNvSpPr txBox="1">
            <a:spLocks noGrp="1"/>
          </p:cNvSpPr>
          <p:nvPr>
            <p:ph type="title" idx="14"/>
          </p:nvPr>
        </p:nvSpPr>
        <p:spPr>
          <a:xfrm>
            <a:off x="426899" y="2527811"/>
            <a:ext cx="718892" cy="4075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3800" name="Google Shape;3800;p40"/>
          <p:cNvSpPr txBox="1">
            <a:spLocks noGrp="1"/>
          </p:cNvSpPr>
          <p:nvPr>
            <p:ph type="title" idx="5"/>
          </p:nvPr>
        </p:nvSpPr>
        <p:spPr>
          <a:xfrm flipH="1">
            <a:off x="438313" y="1767794"/>
            <a:ext cx="718892" cy="4075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801" name="Google Shape;3801;p40"/>
          <p:cNvSpPr txBox="1">
            <a:spLocks noGrp="1"/>
          </p:cNvSpPr>
          <p:nvPr>
            <p:ph type="title" idx="15"/>
          </p:nvPr>
        </p:nvSpPr>
        <p:spPr>
          <a:xfrm flipH="1">
            <a:off x="448934" y="3327752"/>
            <a:ext cx="658292" cy="4075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grpSp>
        <p:nvGrpSpPr>
          <p:cNvPr id="3802" name="Google Shape;3802;p40"/>
          <p:cNvGrpSpPr/>
          <p:nvPr/>
        </p:nvGrpSpPr>
        <p:grpSpPr>
          <a:xfrm>
            <a:off x="8000833" y="685981"/>
            <a:ext cx="1143167" cy="451268"/>
            <a:chOff x="5454775" y="-1447800"/>
            <a:chExt cx="3232025" cy="1275850"/>
          </a:xfrm>
        </p:grpSpPr>
        <p:sp>
          <p:nvSpPr>
            <p:cNvPr id="3803" name="Google Shape;3803;p40"/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40"/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40"/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40"/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40"/>
            <p:cNvSpPr/>
            <p:nvPr/>
          </p:nvSpPr>
          <p:spPr>
            <a:xfrm>
              <a:off x="7169125" y="-1359675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40"/>
            <p:cNvSpPr/>
            <p:nvPr/>
          </p:nvSpPr>
          <p:spPr>
            <a:xfrm>
              <a:off x="6634925" y="-1230150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40"/>
            <p:cNvSpPr/>
            <p:nvPr/>
          </p:nvSpPr>
          <p:spPr>
            <a:xfrm>
              <a:off x="7169125" y="-1317750"/>
              <a:ext cx="489075" cy="106425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40"/>
            <p:cNvSpPr/>
            <p:nvPr/>
          </p:nvSpPr>
          <p:spPr>
            <a:xfrm>
              <a:off x="6637075" y="-1200600"/>
              <a:ext cx="486925" cy="98375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40"/>
            <p:cNvSpPr/>
            <p:nvPr/>
          </p:nvSpPr>
          <p:spPr>
            <a:xfrm>
              <a:off x="6059900" y="-765300"/>
              <a:ext cx="419750" cy="224125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40"/>
            <p:cNvSpPr/>
            <p:nvPr/>
          </p:nvSpPr>
          <p:spPr>
            <a:xfrm>
              <a:off x="6124925" y="-528300"/>
              <a:ext cx="420275" cy="223600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40"/>
            <p:cNvSpPr/>
            <p:nvPr/>
          </p:nvSpPr>
          <p:spPr>
            <a:xfrm>
              <a:off x="6188875" y="-758850"/>
              <a:ext cx="290775" cy="217675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40"/>
            <p:cNvSpPr/>
            <p:nvPr/>
          </p:nvSpPr>
          <p:spPr>
            <a:xfrm>
              <a:off x="6298500" y="-511625"/>
              <a:ext cx="246700" cy="206925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40"/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40"/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40"/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40"/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40"/>
            <p:cNvSpPr/>
            <p:nvPr/>
          </p:nvSpPr>
          <p:spPr>
            <a:xfrm>
              <a:off x="7617325" y="-1163525"/>
              <a:ext cx="835175" cy="557325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40"/>
            <p:cNvSpPr/>
            <p:nvPr/>
          </p:nvSpPr>
          <p:spPr>
            <a:xfrm>
              <a:off x="6672000" y="-14478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40"/>
            <p:cNvSpPr/>
            <p:nvPr/>
          </p:nvSpPr>
          <p:spPr>
            <a:xfrm>
              <a:off x="5536975" y="-1344100"/>
              <a:ext cx="50550" cy="59700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40"/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40"/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40"/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40"/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40"/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40"/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40"/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40"/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40"/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40"/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40"/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40"/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40"/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40"/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40"/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40"/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40"/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40"/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40"/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40"/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40"/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40"/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40"/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40"/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40"/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40"/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40"/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40"/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40"/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40"/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40"/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40"/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40"/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40"/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40"/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40"/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40"/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40"/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40"/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40"/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40"/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40"/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40"/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40"/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40"/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40"/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40"/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40"/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40"/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40"/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40"/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40"/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40"/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40"/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40"/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40"/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40"/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40"/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40"/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40"/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40"/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40"/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40"/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40"/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40"/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40"/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40"/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40"/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40"/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40"/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40"/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40"/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40"/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40"/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40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40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40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40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40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40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40"/>
            <p:cNvSpPr/>
            <p:nvPr/>
          </p:nvSpPr>
          <p:spPr>
            <a:xfrm>
              <a:off x="6103425" y="-1128050"/>
              <a:ext cx="51075" cy="93000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40"/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40"/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40"/>
            <p:cNvSpPr/>
            <p:nvPr/>
          </p:nvSpPr>
          <p:spPr>
            <a:xfrm>
              <a:off x="7394850" y="-1138800"/>
              <a:ext cx="1057650" cy="643850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40"/>
            <p:cNvSpPr/>
            <p:nvPr/>
          </p:nvSpPr>
          <p:spPr>
            <a:xfrm>
              <a:off x="5455300" y="-1260800"/>
              <a:ext cx="550" cy="3800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40"/>
            <p:cNvSpPr/>
            <p:nvPr/>
          </p:nvSpPr>
          <p:spPr>
            <a:xfrm>
              <a:off x="5455300" y="-125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40"/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40"/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40"/>
            <p:cNvSpPr/>
            <p:nvPr/>
          </p:nvSpPr>
          <p:spPr>
            <a:xfrm>
              <a:off x="5455300" y="-125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40"/>
            <p:cNvSpPr/>
            <p:nvPr/>
          </p:nvSpPr>
          <p:spPr>
            <a:xfrm>
              <a:off x="5455300" y="-1258650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40"/>
            <p:cNvSpPr/>
            <p:nvPr/>
          </p:nvSpPr>
          <p:spPr>
            <a:xfrm>
              <a:off x="5455300" y="-1258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40"/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40"/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40"/>
            <p:cNvSpPr/>
            <p:nvPr/>
          </p:nvSpPr>
          <p:spPr>
            <a:xfrm>
              <a:off x="5455300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40"/>
            <p:cNvSpPr/>
            <p:nvPr/>
          </p:nvSpPr>
          <p:spPr>
            <a:xfrm>
              <a:off x="5455825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40"/>
            <p:cNvSpPr/>
            <p:nvPr/>
          </p:nvSpPr>
          <p:spPr>
            <a:xfrm>
              <a:off x="5455825" y="-1260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40"/>
            <p:cNvSpPr/>
            <p:nvPr/>
          </p:nvSpPr>
          <p:spPr>
            <a:xfrm>
              <a:off x="5455825" y="-126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40"/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40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40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40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40"/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40"/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extrusionOk="0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40"/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40"/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40"/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40"/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40"/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40"/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40"/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40"/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40"/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40"/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40"/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40"/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40"/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40"/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40"/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40"/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40"/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40"/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40"/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40"/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40"/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40"/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40"/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40"/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40"/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40"/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40"/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40"/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40"/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40"/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40"/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40"/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40"/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40"/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40"/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40"/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40"/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40"/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40"/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40"/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40"/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40"/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40"/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40"/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40"/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40"/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40"/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40"/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40"/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40"/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40"/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40"/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40"/>
            <p:cNvSpPr/>
            <p:nvPr/>
          </p:nvSpPr>
          <p:spPr>
            <a:xfrm>
              <a:off x="7675375" y="-49927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40"/>
            <p:cNvSpPr/>
            <p:nvPr/>
          </p:nvSpPr>
          <p:spPr>
            <a:xfrm>
              <a:off x="76743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40"/>
            <p:cNvSpPr/>
            <p:nvPr/>
          </p:nvSpPr>
          <p:spPr>
            <a:xfrm>
              <a:off x="76737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40"/>
            <p:cNvSpPr/>
            <p:nvPr/>
          </p:nvSpPr>
          <p:spPr>
            <a:xfrm>
              <a:off x="7673225" y="-499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40"/>
            <p:cNvSpPr/>
            <p:nvPr/>
          </p:nvSpPr>
          <p:spPr>
            <a:xfrm>
              <a:off x="767215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40"/>
            <p:cNvSpPr/>
            <p:nvPr/>
          </p:nvSpPr>
          <p:spPr>
            <a:xfrm>
              <a:off x="767160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40"/>
            <p:cNvSpPr/>
            <p:nvPr/>
          </p:nvSpPr>
          <p:spPr>
            <a:xfrm>
              <a:off x="7671075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40"/>
            <p:cNvSpPr/>
            <p:nvPr/>
          </p:nvSpPr>
          <p:spPr>
            <a:xfrm>
              <a:off x="76700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40"/>
            <p:cNvSpPr/>
            <p:nvPr/>
          </p:nvSpPr>
          <p:spPr>
            <a:xfrm>
              <a:off x="76694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40"/>
            <p:cNvSpPr/>
            <p:nvPr/>
          </p:nvSpPr>
          <p:spPr>
            <a:xfrm>
              <a:off x="7668925" y="-4998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40"/>
            <p:cNvSpPr/>
            <p:nvPr/>
          </p:nvSpPr>
          <p:spPr>
            <a:xfrm>
              <a:off x="7667850" y="-499800"/>
              <a:ext cx="1100" cy="25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40"/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40"/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40"/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40"/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40"/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40"/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40"/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40"/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40"/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40"/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40"/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40"/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40"/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40"/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40"/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40"/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40"/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40"/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40"/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40"/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40"/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40"/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40"/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40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40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40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40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40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40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40"/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40"/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40"/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40"/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40"/>
            <p:cNvSpPr/>
            <p:nvPr/>
          </p:nvSpPr>
          <p:spPr>
            <a:xfrm>
              <a:off x="6045925" y="-987250"/>
              <a:ext cx="735750" cy="815300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40"/>
            <p:cNvSpPr/>
            <p:nvPr/>
          </p:nvSpPr>
          <p:spPr>
            <a:xfrm>
              <a:off x="7752225" y="-585800"/>
              <a:ext cx="394475" cy="31172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40"/>
            <p:cNvSpPr/>
            <p:nvPr/>
          </p:nvSpPr>
          <p:spPr>
            <a:xfrm>
              <a:off x="6164700" y="-980800"/>
              <a:ext cx="616975" cy="778200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40"/>
            <p:cNvSpPr/>
            <p:nvPr/>
          </p:nvSpPr>
          <p:spPr>
            <a:xfrm>
              <a:off x="6672000" y="-13716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40"/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40"/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40"/>
            <p:cNvSpPr/>
            <p:nvPr/>
          </p:nvSpPr>
          <p:spPr>
            <a:xfrm>
              <a:off x="7617325" y="-819575"/>
              <a:ext cx="147825" cy="6237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40"/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40"/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40"/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40"/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40"/>
            <p:cNvSpPr/>
            <p:nvPr/>
          </p:nvSpPr>
          <p:spPr>
            <a:xfrm>
              <a:off x="7973625" y="-669625"/>
              <a:ext cx="139775" cy="63425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40"/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40"/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3786;p40">
            <a:extLst>
              <a:ext uri="{FF2B5EF4-FFF2-40B4-BE49-F238E27FC236}">
                <a16:creationId xmlns:a16="http://schemas.microsoft.com/office/drawing/2014/main" id="{89A2E7F1-F4DF-87F6-35A5-4E3E4AE02142}"/>
              </a:ext>
            </a:extLst>
          </p:cNvPr>
          <p:cNvSpPr/>
          <p:nvPr/>
        </p:nvSpPr>
        <p:spPr>
          <a:xfrm>
            <a:off x="4572000" y="2358656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786;p40">
            <a:extLst>
              <a:ext uri="{FF2B5EF4-FFF2-40B4-BE49-F238E27FC236}">
                <a16:creationId xmlns:a16="http://schemas.microsoft.com/office/drawing/2014/main" id="{9E6F3B32-421F-5B81-CDC7-9A78E3E4CB6D}"/>
              </a:ext>
            </a:extLst>
          </p:cNvPr>
          <p:cNvSpPr/>
          <p:nvPr/>
        </p:nvSpPr>
        <p:spPr>
          <a:xfrm>
            <a:off x="4572000" y="1624555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786;p40">
            <a:extLst>
              <a:ext uri="{FF2B5EF4-FFF2-40B4-BE49-F238E27FC236}">
                <a16:creationId xmlns:a16="http://schemas.microsoft.com/office/drawing/2014/main" id="{C09771EF-3477-8AA5-82F1-DDE57FE5529E}"/>
              </a:ext>
            </a:extLst>
          </p:cNvPr>
          <p:cNvSpPr/>
          <p:nvPr/>
        </p:nvSpPr>
        <p:spPr>
          <a:xfrm>
            <a:off x="4572000" y="926145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786;p40">
            <a:extLst>
              <a:ext uri="{FF2B5EF4-FFF2-40B4-BE49-F238E27FC236}">
                <a16:creationId xmlns:a16="http://schemas.microsoft.com/office/drawing/2014/main" id="{2637A52D-98D1-39D6-5290-1C223DE0BFB0}"/>
              </a:ext>
            </a:extLst>
          </p:cNvPr>
          <p:cNvSpPr/>
          <p:nvPr/>
        </p:nvSpPr>
        <p:spPr>
          <a:xfrm>
            <a:off x="4572000" y="3104250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794;p40">
            <a:extLst>
              <a:ext uri="{FF2B5EF4-FFF2-40B4-BE49-F238E27FC236}">
                <a16:creationId xmlns:a16="http://schemas.microsoft.com/office/drawing/2014/main" id="{48916B7D-4A67-339D-55E3-A305E7143EDE}"/>
              </a:ext>
            </a:extLst>
          </p:cNvPr>
          <p:cNvSpPr txBox="1">
            <a:spLocks/>
          </p:cNvSpPr>
          <p:nvPr/>
        </p:nvSpPr>
        <p:spPr>
          <a:xfrm flipH="1">
            <a:off x="1115491" y="4092637"/>
            <a:ext cx="327967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000" b="1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lvl="0"/>
            <a:r>
              <a:rPr lang="en-IN" dirty="0"/>
              <a:t>AI-Based Flight Booking</a:t>
            </a:r>
          </a:p>
        </p:txBody>
      </p:sp>
      <p:sp>
        <p:nvSpPr>
          <p:cNvPr id="10" name="Google Shape;3794;p40">
            <a:extLst>
              <a:ext uri="{FF2B5EF4-FFF2-40B4-BE49-F238E27FC236}">
                <a16:creationId xmlns:a16="http://schemas.microsoft.com/office/drawing/2014/main" id="{CCD0F1BE-7182-7329-ED3C-D340BCB22275}"/>
              </a:ext>
            </a:extLst>
          </p:cNvPr>
          <p:cNvSpPr txBox="1">
            <a:spLocks/>
          </p:cNvSpPr>
          <p:nvPr/>
        </p:nvSpPr>
        <p:spPr>
          <a:xfrm flipH="1">
            <a:off x="5235012" y="1108616"/>
            <a:ext cx="3302918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000" b="1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N"/>
              <a:t>Flight Booking Interface</a:t>
            </a:r>
            <a:endParaRPr lang="en-IN" dirty="0"/>
          </a:p>
        </p:txBody>
      </p:sp>
      <p:sp>
        <p:nvSpPr>
          <p:cNvPr id="11" name="Google Shape;3794;p40">
            <a:extLst>
              <a:ext uri="{FF2B5EF4-FFF2-40B4-BE49-F238E27FC236}">
                <a16:creationId xmlns:a16="http://schemas.microsoft.com/office/drawing/2014/main" id="{7F70CB67-658B-54AC-4268-D48B019301D3}"/>
              </a:ext>
            </a:extLst>
          </p:cNvPr>
          <p:cNvSpPr txBox="1">
            <a:spLocks/>
          </p:cNvSpPr>
          <p:nvPr/>
        </p:nvSpPr>
        <p:spPr>
          <a:xfrm flipH="1">
            <a:off x="5256421" y="1995971"/>
            <a:ext cx="3913389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000" b="1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N" i="0" dirty="0"/>
              <a:t>PDF Receipt Generation System</a:t>
            </a:r>
            <a:endParaRPr lang="en-IN" dirty="0"/>
          </a:p>
        </p:txBody>
      </p:sp>
      <p:sp>
        <p:nvSpPr>
          <p:cNvPr id="12" name="Google Shape;3794;p40">
            <a:extLst>
              <a:ext uri="{FF2B5EF4-FFF2-40B4-BE49-F238E27FC236}">
                <a16:creationId xmlns:a16="http://schemas.microsoft.com/office/drawing/2014/main" id="{C9B7DA9D-76FE-A260-15A0-7337276AC6CA}"/>
              </a:ext>
            </a:extLst>
          </p:cNvPr>
          <p:cNvSpPr txBox="1">
            <a:spLocks/>
          </p:cNvSpPr>
          <p:nvPr/>
        </p:nvSpPr>
        <p:spPr>
          <a:xfrm flipH="1">
            <a:off x="5256421" y="2555082"/>
            <a:ext cx="2340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000" b="1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N" dirty="0"/>
              <a:t>Payment System</a:t>
            </a:r>
          </a:p>
        </p:txBody>
      </p:sp>
      <p:sp>
        <p:nvSpPr>
          <p:cNvPr id="19" name="Google Shape;3786;p40">
            <a:extLst>
              <a:ext uri="{FF2B5EF4-FFF2-40B4-BE49-F238E27FC236}">
                <a16:creationId xmlns:a16="http://schemas.microsoft.com/office/drawing/2014/main" id="{95AEB50E-1635-E09D-A100-FE4718C29AB3}"/>
              </a:ext>
            </a:extLst>
          </p:cNvPr>
          <p:cNvSpPr/>
          <p:nvPr/>
        </p:nvSpPr>
        <p:spPr>
          <a:xfrm>
            <a:off x="396599" y="3951683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3794;p40">
            <a:extLst>
              <a:ext uri="{FF2B5EF4-FFF2-40B4-BE49-F238E27FC236}">
                <a16:creationId xmlns:a16="http://schemas.microsoft.com/office/drawing/2014/main" id="{839AFBEF-E492-0E02-20AC-C0C3DD5755BC}"/>
              </a:ext>
            </a:extLst>
          </p:cNvPr>
          <p:cNvSpPr txBox="1">
            <a:spLocks/>
          </p:cNvSpPr>
          <p:nvPr/>
        </p:nvSpPr>
        <p:spPr>
          <a:xfrm flipH="1">
            <a:off x="5346982" y="4089659"/>
            <a:ext cx="2340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000" b="1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N" dirty="0"/>
              <a:t>Conclusion</a:t>
            </a:r>
          </a:p>
        </p:txBody>
      </p:sp>
      <p:sp>
        <p:nvSpPr>
          <p:cNvPr id="21" name="Google Shape;3801;p40">
            <a:extLst>
              <a:ext uri="{FF2B5EF4-FFF2-40B4-BE49-F238E27FC236}">
                <a16:creationId xmlns:a16="http://schemas.microsoft.com/office/drawing/2014/main" id="{708E2F28-4CA2-9837-25B9-8FAFF6179568}"/>
              </a:ext>
            </a:extLst>
          </p:cNvPr>
          <p:cNvSpPr txBox="1">
            <a:spLocks/>
          </p:cNvSpPr>
          <p:nvPr/>
        </p:nvSpPr>
        <p:spPr>
          <a:xfrm flipH="1">
            <a:off x="412746" y="4047845"/>
            <a:ext cx="658292" cy="407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dirty="0"/>
              <a:t>5</a:t>
            </a:r>
          </a:p>
        </p:txBody>
      </p:sp>
      <p:sp>
        <p:nvSpPr>
          <p:cNvPr id="22" name="Google Shape;3801;p40">
            <a:extLst>
              <a:ext uri="{FF2B5EF4-FFF2-40B4-BE49-F238E27FC236}">
                <a16:creationId xmlns:a16="http://schemas.microsoft.com/office/drawing/2014/main" id="{C87AEDB3-C12F-2EF1-4897-3D9BCC4249B6}"/>
              </a:ext>
            </a:extLst>
          </p:cNvPr>
          <p:cNvSpPr txBox="1">
            <a:spLocks/>
          </p:cNvSpPr>
          <p:nvPr/>
        </p:nvSpPr>
        <p:spPr>
          <a:xfrm flipH="1">
            <a:off x="4649746" y="1743034"/>
            <a:ext cx="555057" cy="35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dirty="0"/>
              <a:t>7</a:t>
            </a:r>
          </a:p>
        </p:txBody>
      </p:sp>
      <p:sp>
        <p:nvSpPr>
          <p:cNvPr id="23" name="Google Shape;3801;p40">
            <a:extLst>
              <a:ext uri="{FF2B5EF4-FFF2-40B4-BE49-F238E27FC236}">
                <a16:creationId xmlns:a16="http://schemas.microsoft.com/office/drawing/2014/main" id="{8D62E135-979B-D366-DCF1-7C03125B9650}"/>
              </a:ext>
            </a:extLst>
          </p:cNvPr>
          <p:cNvSpPr txBox="1">
            <a:spLocks/>
          </p:cNvSpPr>
          <p:nvPr/>
        </p:nvSpPr>
        <p:spPr>
          <a:xfrm flipH="1">
            <a:off x="4576720" y="2491199"/>
            <a:ext cx="658292" cy="407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dirty="0"/>
              <a:t>8</a:t>
            </a:r>
          </a:p>
        </p:txBody>
      </p:sp>
      <p:sp>
        <p:nvSpPr>
          <p:cNvPr id="24" name="Google Shape;3801;p40">
            <a:extLst>
              <a:ext uri="{FF2B5EF4-FFF2-40B4-BE49-F238E27FC236}">
                <a16:creationId xmlns:a16="http://schemas.microsoft.com/office/drawing/2014/main" id="{E046D18B-F774-707D-FA4F-1E0D30911016}"/>
              </a:ext>
            </a:extLst>
          </p:cNvPr>
          <p:cNvSpPr txBox="1">
            <a:spLocks/>
          </p:cNvSpPr>
          <p:nvPr/>
        </p:nvSpPr>
        <p:spPr>
          <a:xfrm flipH="1">
            <a:off x="4623937" y="3191666"/>
            <a:ext cx="606674" cy="381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dirty="0"/>
              <a:t>9</a:t>
            </a:r>
          </a:p>
        </p:txBody>
      </p:sp>
      <p:sp>
        <p:nvSpPr>
          <p:cNvPr id="25" name="Google Shape;3801;p40">
            <a:extLst>
              <a:ext uri="{FF2B5EF4-FFF2-40B4-BE49-F238E27FC236}">
                <a16:creationId xmlns:a16="http://schemas.microsoft.com/office/drawing/2014/main" id="{59681B45-796C-9170-2625-86938A9537B3}"/>
              </a:ext>
            </a:extLst>
          </p:cNvPr>
          <p:cNvSpPr txBox="1">
            <a:spLocks/>
          </p:cNvSpPr>
          <p:nvPr/>
        </p:nvSpPr>
        <p:spPr>
          <a:xfrm flipH="1">
            <a:off x="4598129" y="1070433"/>
            <a:ext cx="658292" cy="407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dirty="0"/>
              <a:t>6</a:t>
            </a:r>
          </a:p>
        </p:txBody>
      </p:sp>
      <p:sp>
        <p:nvSpPr>
          <p:cNvPr id="4" name="Google Shape;3794;p40">
            <a:extLst>
              <a:ext uri="{FF2B5EF4-FFF2-40B4-BE49-F238E27FC236}">
                <a16:creationId xmlns:a16="http://schemas.microsoft.com/office/drawing/2014/main" id="{217EEADC-474E-C407-9829-8870BBF17476}"/>
              </a:ext>
            </a:extLst>
          </p:cNvPr>
          <p:cNvSpPr txBox="1">
            <a:spLocks/>
          </p:cNvSpPr>
          <p:nvPr/>
        </p:nvSpPr>
        <p:spPr>
          <a:xfrm flipH="1">
            <a:off x="5282548" y="3249027"/>
            <a:ext cx="2340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000" b="1" i="1" u="none" strike="noStrike" cap="none">
                <a:solidFill>
                  <a:schemeClr val="dk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nton"/>
              <a:buNone/>
              <a:defRPr sz="25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-IN" dirty="0"/>
              <a:t>Advantages</a:t>
            </a:r>
          </a:p>
        </p:txBody>
      </p:sp>
      <p:sp>
        <p:nvSpPr>
          <p:cNvPr id="15" name="Google Shape;3786;p40">
            <a:extLst>
              <a:ext uri="{FF2B5EF4-FFF2-40B4-BE49-F238E27FC236}">
                <a16:creationId xmlns:a16="http://schemas.microsoft.com/office/drawing/2014/main" id="{56928716-C5E7-C39B-4E58-1393A0A8F810}"/>
              </a:ext>
            </a:extLst>
          </p:cNvPr>
          <p:cNvSpPr/>
          <p:nvPr/>
        </p:nvSpPr>
        <p:spPr>
          <a:xfrm>
            <a:off x="4628090" y="3889388"/>
            <a:ext cx="718892" cy="672601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801;p40">
            <a:extLst>
              <a:ext uri="{FF2B5EF4-FFF2-40B4-BE49-F238E27FC236}">
                <a16:creationId xmlns:a16="http://schemas.microsoft.com/office/drawing/2014/main" id="{83FC7A07-65D9-39C4-C92B-2E84CB1747D7}"/>
              </a:ext>
            </a:extLst>
          </p:cNvPr>
          <p:cNvSpPr txBox="1">
            <a:spLocks/>
          </p:cNvSpPr>
          <p:nvPr/>
        </p:nvSpPr>
        <p:spPr>
          <a:xfrm flipH="1">
            <a:off x="4680027" y="3976804"/>
            <a:ext cx="606674" cy="381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2000" b="0" i="1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1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dirty="0"/>
              <a:t>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9" name="Google Shape;4039;p41"/>
          <p:cNvSpPr txBox="1">
            <a:spLocks noGrp="1"/>
          </p:cNvSpPr>
          <p:nvPr>
            <p:ph type="title"/>
          </p:nvPr>
        </p:nvSpPr>
        <p:spPr>
          <a:xfrm>
            <a:off x="1100076" y="375930"/>
            <a:ext cx="69051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000" i="0" dirty="0"/>
              <a:t>Introduction</a:t>
            </a:r>
            <a:endParaRPr sz="4000" i="0" dirty="0"/>
          </a:p>
        </p:txBody>
      </p:sp>
      <p:grpSp>
        <p:nvGrpSpPr>
          <p:cNvPr id="4041" name="Google Shape;4041;p41"/>
          <p:cNvGrpSpPr/>
          <p:nvPr/>
        </p:nvGrpSpPr>
        <p:grpSpPr>
          <a:xfrm>
            <a:off x="7460020" y="3197463"/>
            <a:ext cx="665236" cy="1946062"/>
            <a:chOff x="8991157" y="-2384450"/>
            <a:chExt cx="665236" cy="1946062"/>
          </a:xfrm>
        </p:grpSpPr>
        <p:sp>
          <p:nvSpPr>
            <p:cNvPr id="4042" name="Google Shape;4042;p41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41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41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41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41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41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41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41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41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41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41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41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41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41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41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41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41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41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41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41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41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41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41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41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41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41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41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41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70" name="Google Shape;4070;p41"/>
          <p:cNvGrpSpPr/>
          <p:nvPr/>
        </p:nvGrpSpPr>
        <p:grpSpPr>
          <a:xfrm flipH="1">
            <a:off x="6365673" y="3938138"/>
            <a:ext cx="811246" cy="1205364"/>
            <a:chOff x="8044750" y="-1789024"/>
            <a:chExt cx="811246" cy="1205364"/>
          </a:xfrm>
        </p:grpSpPr>
        <p:sp>
          <p:nvSpPr>
            <p:cNvPr id="4071" name="Google Shape;4071;p41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41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41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41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41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41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41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41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41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41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41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41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41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41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41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41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41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41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41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41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4DB02F7C-728F-E374-077D-9E75146472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31092" y="1371311"/>
            <a:ext cx="50577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Desktop-based airline system using Python 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Allows users to book flights using AI assistance 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Provides interactive and smart user experience 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Uses NLP to understand user requests </a:t>
            </a:r>
          </a:p>
        </p:txBody>
      </p:sp>
      <p:sp>
        <p:nvSpPr>
          <p:cNvPr id="1912" name="Google Shape;1912;p43"/>
          <p:cNvSpPr/>
          <p:nvPr/>
        </p:nvSpPr>
        <p:spPr>
          <a:xfrm>
            <a:off x="101246" y="3956612"/>
            <a:ext cx="774383" cy="1205364"/>
          </a:xfrm>
          <a:custGeom>
            <a:avLst/>
            <a:gdLst/>
            <a:ahLst/>
            <a:cxnLst/>
            <a:rect l="l" t="t" r="r" b="b"/>
            <a:pathLst>
              <a:path w="31323" h="1068" extrusionOk="0">
                <a:moveTo>
                  <a:pt x="31156" y="0"/>
                </a:moveTo>
                <a:cubicBezTo>
                  <a:pt x="20882" y="334"/>
                  <a:pt x="10441" y="601"/>
                  <a:pt x="134" y="734"/>
                </a:cubicBezTo>
                <a:cubicBezTo>
                  <a:pt x="67" y="734"/>
                  <a:pt x="0" y="801"/>
                  <a:pt x="0" y="901"/>
                </a:cubicBezTo>
                <a:cubicBezTo>
                  <a:pt x="0" y="968"/>
                  <a:pt x="67" y="1068"/>
                  <a:pt x="167" y="1068"/>
                </a:cubicBezTo>
                <a:cubicBezTo>
                  <a:pt x="10441" y="901"/>
                  <a:pt x="20882" y="668"/>
                  <a:pt x="31156" y="301"/>
                </a:cubicBezTo>
                <a:cubicBezTo>
                  <a:pt x="31256" y="301"/>
                  <a:pt x="31323" y="234"/>
                  <a:pt x="31323" y="134"/>
                </a:cubicBezTo>
                <a:cubicBezTo>
                  <a:pt x="31323" y="67"/>
                  <a:pt x="31256" y="0"/>
                  <a:pt x="3115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1" name="Google Shape;1881;p43"/>
          <p:cNvGrpSpPr/>
          <p:nvPr/>
        </p:nvGrpSpPr>
        <p:grpSpPr>
          <a:xfrm>
            <a:off x="6362555" y="1025523"/>
            <a:ext cx="2585502" cy="2120522"/>
            <a:chOff x="5884995" y="942492"/>
            <a:chExt cx="2285407" cy="1809464"/>
          </a:xfrm>
        </p:grpSpPr>
        <p:grpSp>
          <p:nvGrpSpPr>
            <p:cNvPr id="1882" name="Google Shape;1882;p43"/>
            <p:cNvGrpSpPr/>
            <p:nvPr/>
          </p:nvGrpSpPr>
          <p:grpSpPr>
            <a:xfrm>
              <a:off x="5977675" y="942492"/>
              <a:ext cx="1784618" cy="1809464"/>
              <a:chOff x="1547100" y="3125075"/>
              <a:chExt cx="1804650" cy="1829775"/>
            </a:xfrm>
          </p:grpSpPr>
          <p:sp>
            <p:nvSpPr>
              <p:cNvPr id="1883" name="Google Shape;1883;p43"/>
              <p:cNvSpPr/>
              <p:nvPr/>
            </p:nvSpPr>
            <p:spPr>
              <a:xfrm>
                <a:off x="2452750" y="3637275"/>
                <a:ext cx="212675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8872" extrusionOk="0">
                    <a:moveTo>
                      <a:pt x="5077" y="310"/>
                    </a:moveTo>
                    <a:cubicBezTo>
                      <a:pt x="5486" y="310"/>
                      <a:pt x="5938" y="455"/>
                      <a:pt x="6472" y="765"/>
                    </a:cubicBezTo>
                    <a:cubicBezTo>
                      <a:pt x="7373" y="1299"/>
                      <a:pt x="7906" y="1899"/>
                      <a:pt x="8040" y="2567"/>
                    </a:cubicBezTo>
                    <a:cubicBezTo>
                      <a:pt x="8207" y="3300"/>
                      <a:pt x="7940" y="4101"/>
                      <a:pt x="7273" y="5035"/>
                    </a:cubicBezTo>
                    <a:cubicBezTo>
                      <a:pt x="6474" y="6121"/>
                      <a:pt x="4269" y="8552"/>
                      <a:pt x="3205" y="8552"/>
                    </a:cubicBezTo>
                    <a:cubicBezTo>
                      <a:pt x="3157" y="8552"/>
                      <a:pt x="3112" y="8547"/>
                      <a:pt x="3070" y="8537"/>
                    </a:cubicBezTo>
                    <a:cubicBezTo>
                      <a:pt x="2202" y="8304"/>
                      <a:pt x="701" y="7136"/>
                      <a:pt x="534" y="6403"/>
                    </a:cubicBezTo>
                    <a:cubicBezTo>
                      <a:pt x="368" y="5602"/>
                      <a:pt x="2002" y="2967"/>
                      <a:pt x="2669" y="2100"/>
                    </a:cubicBezTo>
                    <a:cubicBezTo>
                      <a:pt x="3531" y="966"/>
                      <a:pt x="4208" y="310"/>
                      <a:pt x="5077" y="310"/>
                    </a:cubicBezTo>
                    <a:close/>
                    <a:moveTo>
                      <a:pt x="5085" y="1"/>
                    </a:moveTo>
                    <a:cubicBezTo>
                      <a:pt x="4100" y="1"/>
                      <a:pt x="3322" y="718"/>
                      <a:pt x="2436" y="1899"/>
                    </a:cubicBezTo>
                    <a:cubicBezTo>
                      <a:pt x="2036" y="2400"/>
                      <a:pt x="1" y="5435"/>
                      <a:pt x="234" y="6469"/>
                    </a:cubicBezTo>
                    <a:cubicBezTo>
                      <a:pt x="434" y="7403"/>
                      <a:pt x="2102" y="8604"/>
                      <a:pt x="3003" y="8838"/>
                    </a:cubicBezTo>
                    <a:cubicBezTo>
                      <a:pt x="3070" y="8838"/>
                      <a:pt x="3136" y="8871"/>
                      <a:pt x="3203" y="8871"/>
                    </a:cubicBezTo>
                    <a:cubicBezTo>
                      <a:pt x="4771" y="8871"/>
                      <a:pt x="7473" y="5268"/>
                      <a:pt x="7506" y="5235"/>
                    </a:cubicBezTo>
                    <a:cubicBezTo>
                      <a:pt x="8240" y="4234"/>
                      <a:pt x="8507" y="3300"/>
                      <a:pt x="8340" y="2500"/>
                    </a:cubicBezTo>
                    <a:cubicBezTo>
                      <a:pt x="8173" y="1733"/>
                      <a:pt x="7606" y="1065"/>
                      <a:pt x="6639" y="498"/>
                    </a:cubicBezTo>
                    <a:cubicBezTo>
                      <a:pt x="6054" y="158"/>
                      <a:pt x="5547" y="1"/>
                      <a:pt x="50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3"/>
              <p:cNvSpPr/>
              <p:nvPr/>
            </p:nvSpPr>
            <p:spPr>
              <a:xfrm>
                <a:off x="2525300" y="3711350"/>
                <a:ext cx="98425" cy="63475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2539" extrusionOk="0">
                    <a:moveTo>
                      <a:pt x="186" y="1"/>
                    </a:moveTo>
                    <a:cubicBezTo>
                      <a:pt x="157" y="1"/>
                      <a:pt x="126" y="12"/>
                      <a:pt x="101" y="37"/>
                    </a:cubicBezTo>
                    <a:cubicBezTo>
                      <a:pt x="34" y="71"/>
                      <a:pt x="1" y="171"/>
                      <a:pt x="34" y="237"/>
                    </a:cubicBezTo>
                    <a:cubicBezTo>
                      <a:pt x="401" y="838"/>
                      <a:pt x="968" y="1371"/>
                      <a:pt x="1669" y="1772"/>
                    </a:cubicBezTo>
                    <a:cubicBezTo>
                      <a:pt x="2236" y="2105"/>
                      <a:pt x="2903" y="2372"/>
                      <a:pt x="3703" y="2539"/>
                    </a:cubicBezTo>
                    <a:lnTo>
                      <a:pt x="3737" y="2539"/>
                    </a:lnTo>
                    <a:cubicBezTo>
                      <a:pt x="3837" y="2539"/>
                      <a:pt x="3870" y="2506"/>
                      <a:pt x="3904" y="2439"/>
                    </a:cubicBezTo>
                    <a:cubicBezTo>
                      <a:pt x="3937" y="2339"/>
                      <a:pt x="3870" y="2272"/>
                      <a:pt x="3804" y="2239"/>
                    </a:cubicBezTo>
                    <a:cubicBezTo>
                      <a:pt x="3003" y="2072"/>
                      <a:pt x="2369" y="1805"/>
                      <a:pt x="1802" y="1505"/>
                    </a:cubicBezTo>
                    <a:cubicBezTo>
                      <a:pt x="1168" y="1138"/>
                      <a:pt x="635" y="638"/>
                      <a:pt x="301" y="71"/>
                    </a:cubicBezTo>
                    <a:cubicBezTo>
                      <a:pt x="280" y="29"/>
                      <a:pt x="234" y="1"/>
                      <a:pt x="1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3"/>
              <p:cNvSpPr/>
              <p:nvPr/>
            </p:nvSpPr>
            <p:spPr>
              <a:xfrm>
                <a:off x="2521150" y="3777725"/>
                <a:ext cx="5672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1385" extrusionOk="0">
                    <a:moveTo>
                      <a:pt x="150" y="1"/>
                    </a:moveTo>
                    <a:cubicBezTo>
                      <a:pt x="108" y="1"/>
                      <a:pt x="67" y="17"/>
                      <a:pt x="33" y="51"/>
                    </a:cubicBezTo>
                    <a:cubicBezTo>
                      <a:pt x="0" y="117"/>
                      <a:pt x="0" y="218"/>
                      <a:pt x="67" y="284"/>
                    </a:cubicBezTo>
                    <a:cubicBezTo>
                      <a:pt x="634" y="785"/>
                      <a:pt x="1334" y="1185"/>
                      <a:pt x="2068" y="1385"/>
                    </a:cubicBezTo>
                    <a:lnTo>
                      <a:pt x="2102" y="1385"/>
                    </a:lnTo>
                    <a:cubicBezTo>
                      <a:pt x="2168" y="1385"/>
                      <a:pt x="2235" y="1352"/>
                      <a:pt x="2235" y="1285"/>
                    </a:cubicBezTo>
                    <a:cubicBezTo>
                      <a:pt x="2268" y="1185"/>
                      <a:pt x="2235" y="1118"/>
                      <a:pt x="2135" y="1085"/>
                    </a:cubicBezTo>
                    <a:cubicBezTo>
                      <a:pt x="1434" y="885"/>
                      <a:pt x="801" y="518"/>
                      <a:pt x="267" y="51"/>
                    </a:cubicBezTo>
                    <a:cubicBezTo>
                      <a:pt x="234" y="17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43"/>
              <p:cNvSpPr/>
              <p:nvPr/>
            </p:nvSpPr>
            <p:spPr>
              <a:xfrm>
                <a:off x="2544500" y="3648900"/>
                <a:ext cx="115925" cy="89250"/>
              </a:xfrm>
              <a:custGeom>
                <a:avLst/>
                <a:gdLst/>
                <a:ahLst/>
                <a:cxnLst/>
                <a:rect l="l" t="t" r="r" b="b"/>
                <a:pathLst>
                  <a:path w="4637" h="3570" extrusionOk="0">
                    <a:moveTo>
                      <a:pt x="167" y="0"/>
                    </a:moveTo>
                    <a:cubicBezTo>
                      <a:pt x="67" y="0"/>
                      <a:pt x="0" y="67"/>
                      <a:pt x="0" y="167"/>
                    </a:cubicBezTo>
                    <a:cubicBezTo>
                      <a:pt x="33" y="834"/>
                      <a:pt x="267" y="1468"/>
                      <a:pt x="801" y="2001"/>
                    </a:cubicBezTo>
                    <a:cubicBezTo>
                      <a:pt x="1201" y="2435"/>
                      <a:pt x="1735" y="2802"/>
                      <a:pt x="2502" y="3169"/>
                    </a:cubicBezTo>
                    <a:cubicBezTo>
                      <a:pt x="2935" y="3369"/>
                      <a:pt x="3436" y="3569"/>
                      <a:pt x="3903" y="3569"/>
                    </a:cubicBezTo>
                    <a:cubicBezTo>
                      <a:pt x="4103" y="3569"/>
                      <a:pt x="4303" y="3536"/>
                      <a:pt x="4537" y="3436"/>
                    </a:cubicBezTo>
                    <a:cubicBezTo>
                      <a:pt x="4603" y="3402"/>
                      <a:pt x="4637" y="3302"/>
                      <a:pt x="4603" y="3236"/>
                    </a:cubicBezTo>
                    <a:cubicBezTo>
                      <a:pt x="4578" y="3161"/>
                      <a:pt x="4516" y="3123"/>
                      <a:pt x="4458" y="3123"/>
                    </a:cubicBezTo>
                    <a:cubicBezTo>
                      <a:pt x="4439" y="3123"/>
                      <a:pt x="4420" y="3127"/>
                      <a:pt x="4403" y="3136"/>
                    </a:cubicBezTo>
                    <a:cubicBezTo>
                      <a:pt x="4247" y="3214"/>
                      <a:pt x="4079" y="3246"/>
                      <a:pt x="3906" y="3246"/>
                    </a:cubicBezTo>
                    <a:cubicBezTo>
                      <a:pt x="3487" y="3246"/>
                      <a:pt x="3036" y="3057"/>
                      <a:pt x="2635" y="2869"/>
                    </a:cubicBezTo>
                    <a:cubicBezTo>
                      <a:pt x="1935" y="2535"/>
                      <a:pt x="1401" y="2202"/>
                      <a:pt x="1034" y="1801"/>
                    </a:cubicBezTo>
                    <a:cubicBezTo>
                      <a:pt x="567" y="1301"/>
                      <a:pt x="334" y="734"/>
                      <a:pt x="334" y="167"/>
                    </a:cubicBezTo>
                    <a:cubicBezTo>
                      <a:pt x="334" y="67"/>
                      <a:pt x="267" y="0"/>
                      <a:pt x="1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43"/>
              <p:cNvSpPr/>
              <p:nvPr/>
            </p:nvSpPr>
            <p:spPr>
              <a:xfrm>
                <a:off x="2561175" y="3648050"/>
                <a:ext cx="93425" cy="77575"/>
              </a:xfrm>
              <a:custGeom>
                <a:avLst/>
                <a:gdLst/>
                <a:ahLst/>
                <a:cxnLst/>
                <a:rect l="l" t="t" r="r" b="b"/>
                <a:pathLst>
                  <a:path w="3737" h="3103" extrusionOk="0">
                    <a:moveTo>
                      <a:pt x="567" y="334"/>
                    </a:moveTo>
                    <a:cubicBezTo>
                      <a:pt x="1134" y="334"/>
                      <a:pt x="2335" y="1235"/>
                      <a:pt x="2569" y="1435"/>
                    </a:cubicBezTo>
                    <a:cubicBezTo>
                      <a:pt x="2836" y="1702"/>
                      <a:pt x="3102" y="2035"/>
                      <a:pt x="3303" y="2336"/>
                    </a:cubicBezTo>
                    <a:cubicBezTo>
                      <a:pt x="3369" y="2502"/>
                      <a:pt x="3403" y="2636"/>
                      <a:pt x="3336" y="2736"/>
                    </a:cubicBezTo>
                    <a:cubicBezTo>
                      <a:pt x="3316" y="2775"/>
                      <a:pt x="3251" y="2791"/>
                      <a:pt x="3167" y="2791"/>
                    </a:cubicBezTo>
                    <a:cubicBezTo>
                      <a:pt x="3107" y="2791"/>
                      <a:pt x="3038" y="2783"/>
                      <a:pt x="2969" y="2769"/>
                    </a:cubicBezTo>
                    <a:cubicBezTo>
                      <a:pt x="1935" y="2469"/>
                      <a:pt x="1068" y="1869"/>
                      <a:pt x="567" y="1068"/>
                    </a:cubicBezTo>
                    <a:cubicBezTo>
                      <a:pt x="467" y="901"/>
                      <a:pt x="334" y="668"/>
                      <a:pt x="367" y="501"/>
                    </a:cubicBezTo>
                    <a:cubicBezTo>
                      <a:pt x="367" y="401"/>
                      <a:pt x="400" y="334"/>
                      <a:pt x="567" y="334"/>
                    </a:cubicBezTo>
                    <a:close/>
                    <a:moveTo>
                      <a:pt x="567" y="1"/>
                    </a:moveTo>
                    <a:cubicBezTo>
                      <a:pt x="267" y="1"/>
                      <a:pt x="100" y="167"/>
                      <a:pt x="67" y="434"/>
                    </a:cubicBezTo>
                    <a:cubicBezTo>
                      <a:pt x="0" y="735"/>
                      <a:pt x="167" y="1001"/>
                      <a:pt x="334" y="1235"/>
                    </a:cubicBezTo>
                    <a:cubicBezTo>
                      <a:pt x="834" y="2102"/>
                      <a:pt x="1768" y="2736"/>
                      <a:pt x="2902" y="3070"/>
                    </a:cubicBezTo>
                    <a:cubicBezTo>
                      <a:pt x="3002" y="3103"/>
                      <a:pt x="3069" y="3103"/>
                      <a:pt x="3169" y="3103"/>
                    </a:cubicBezTo>
                    <a:cubicBezTo>
                      <a:pt x="3336" y="3103"/>
                      <a:pt x="3503" y="3036"/>
                      <a:pt x="3603" y="2903"/>
                    </a:cubicBezTo>
                    <a:cubicBezTo>
                      <a:pt x="3736" y="2736"/>
                      <a:pt x="3736" y="2469"/>
                      <a:pt x="3569" y="2169"/>
                    </a:cubicBezTo>
                    <a:cubicBezTo>
                      <a:pt x="3369" y="1835"/>
                      <a:pt x="3102" y="1502"/>
                      <a:pt x="2769" y="1202"/>
                    </a:cubicBezTo>
                    <a:cubicBezTo>
                      <a:pt x="2569" y="1001"/>
                      <a:pt x="1268" y="34"/>
                      <a:pt x="5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43"/>
              <p:cNvSpPr/>
              <p:nvPr/>
            </p:nvSpPr>
            <p:spPr>
              <a:xfrm>
                <a:off x="2450250" y="3805675"/>
                <a:ext cx="78425" cy="66725"/>
              </a:xfrm>
              <a:custGeom>
                <a:avLst/>
                <a:gdLst/>
                <a:ahLst/>
                <a:cxnLst/>
                <a:rect l="l" t="t" r="r" b="b"/>
                <a:pathLst>
                  <a:path w="3137" h="2669" extrusionOk="0">
                    <a:moveTo>
                      <a:pt x="735" y="0"/>
                    </a:moveTo>
                    <a:cubicBezTo>
                      <a:pt x="668" y="0"/>
                      <a:pt x="568" y="34"/>
                      <a:pt x="534" y="100"/>
                    </a:cubicBezTo>
                    <a:cubicBezTo>
                      <a:pt x="501" y="234"/>
                      <a:pt x="468" y="334"/>
                      <a:pt x="434" y="434"/>
                    </a:cubicBezTo>
                    <a:cubicBezTo>
                      <a:pt x="167" y="1101"/>
                      <a:pt x="1" y="1568"/>
                      <a:pt x="501" y="2002"/>
                    </a:cubicBezTo>
                    <a:cubicBezTo>
                      <a:pt x="1101" y="2502"/>
                      <a:pt x="1502" y="2669"/>
                      <a:pt x="1835" y="2669"/>
                    </a:cubicBezTo>
                    <a:cubicBezTo>
                      <a:pt x="2136" y="2669"/>
                      <a:pt x="2402" y="2502"/>
                      <a:pt x="2736" y="2235"/>
                    </a:cubicBezTo>
                    <a:cubicBezTo>
                      <a:pt x="2836" y="2168"/>
                      <a:pt x="2936" y="2102"/>
                      <a:pt x="3036" y="2002"/>
                    </a:cubicBezTo>
                    <a:cubicBezTo>
                      <a:pt x="3136" y="1968"/>
                      <a:pt x="3136" y="1868"/>
                      <a:pt x="3103" y="1801"/>
                    </a:cubicBezTo>
                    <a:cubicBezTo>
                      <a:pt x="3062" y="1760"/>
                      <a:pt x="3008" y="1732"/>
                      <a:pt x="2957" y="1732"/>
                    </a:cubicBezTo>
                    <a:cubicBezTo>
                      <a:pt x="2925" y="1732"/>
                      <a:pt x="2895" y="1743"/>
                      <a:pt x="2869" y="1768"/>
                    </a:cubicBezTo>
                    <a:cubicBezTo>
                      <a:pt x="2769" y="1835"/>
                      <a:pt x="2669" y="1902"/>
                      <a:pt x="2569" y="2002"/>
                    </a:cubicBezTo>
                    <a:cubicBezTo>
                      <a:pt x="2268" y="2223"/>
                      <a:pt x="2065" y="2370"/>
                      <a:pt x="1824" y="2370"/>
                    </a:cubicBezTo>
                    <a:cubicBezTo>
                      <a:pt x="1557" y="2370"/>
                      <a:pt x="1244" y="2190"/>
                      <a:pt x="701" y="1735"/>
                    </a:cubicBezTo>
                    <a:cubicBezTo>
                      <a:pt x="401" y="1501"/>
                      <a:pt x="468" y="1234"/>
                      <a:pt x="701" y="567"/>
                    </a:cubicBezTo>
                    <a:cubicBezTo>
                      <a:pt x="768" y="434"/>
                      <a:pt x="801" y="334"/>
                      <a:pt x="835" y="200"/>
                    </a:cubicBezTo>
                    <a:cubicBezTo>
                      <a:pt x="868" y="134"/>
                      <a:pt x="835" y="34"/>
                      <a:pt x="7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3"/>
              <p:cNvSpPr/>
              <p:nvPr/>
            </p:nvSpPr>
            <p:spPr>
              <a:xfrm>
                <a:off x="2456100" y="3824525"/>
                <a:ext cx="60050" cy="41200"/>
              </a:xfrm>
              <a:custGeom>
                <a:avLst/>
                <a:gdLst/>
                <a:ahLst/>
                <a:cxnLst/>
                <a:rect l="l" t="t" r="r" b="b"/>
                <a:pathLst>
                  <a:path w="2402" h="1648" extrusionOk="0">
                    <a:moveTo>
                      <a:pt x="160" y="0"/>
                    </a:moveTo>
                    <a:cubicBezTo>
                      <a:pt x="138" y="0"/>
                      <a:pt x="118" y="4"/>
                      <a:pt x="100" y="13"/>
                    </a:cubicBezTo>
                    <a:cubicBezTo>
                      <a:pt x="34" y="47"/>
                      <a:pt x="0" y="147"/>
                      <a:pt x="67" y="247"/>
                    </a:cubicBezTo>
                    <a:cubicBezTo>
                      <a:pt x="467" y="947"/>
                      <a:pt x="1401" y="1548"/>
                      <a:pt x="2235" y="1648"/>
                    </a:cubicBezTo>
                    <a:cubicBezTo>
                      <a:pt x="2335" y="1648"/>
                      <a:pt x="2402" y="1581"/>
                      <a:pt x="2402" y="1514"/>
                    </a:cubicBezTo>
                    <a:cubicBezTo>
                      <a:pt x="2402" y="1414"/>
                      <a:pt x="2335" y="1348"/>
                      <a:pt x="2268" y="1348"/>
                    </a:cubicBezTo>
                    <a:cubicBezTo>
                      <a:pt x="1501" y="1248"/>
                      <a:pt x="701" y="714"/>
                      <a:pt x="334" y="80"/>
                    </a:cubicBezTo>
                    <a:cubicBezTo>
                      <a:pt x="285" y="31"/>
                      <a:pt x="218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43"/>
              <p:cNvSpPr/>
              <p:nvPr/>
            </p:nvSpPr>
            <p:spPr>
              <a:xfrm>
                <a:off x="2449425" y="3846225"/>
                <a:ext cx="40050" cy="42850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714" extrusionOk="0">
                    <a:moveTo>
                      <a:pt x="546" y="0"/>
                    </a:moveTo>
                    <a:cubicBezTo>
                      <a:pt x="488" y="0"/>
                      <a:pt x="426" y="38"/>
                      <a:pt x="401" y="113"/>
                    </a:cubicBezTo>
                    <a:cubicBezTo>
                      <a:pt x="267" y="446"/>
                      <a:pt x="167" y="847"/>
                      <a:pt x="100" y="1214"/>
                    </a:cubicBezTo>
                    <a:lnTo>
                      <a:pt x="34" y="1447"/>
                    </a:lnTo>
                    <a:cubicBezTo>
                      <a:pt x="0" y="1614"/>
                      <a:pt x="100" y="1681"/>
                      <a:pt x="134" y="1714"/>
                    </a:cubicBezTo>
                    <a:lnTo>
                      <a:pt x="234" y="1714"/>
                    </a:lnTo>
                    <a:cubicBezTo>
                      <a:pt x="634" y="1714"/>
                      <a:pt x="1535" y="913"/>
                      <a:pt x="1535" y="880"/>
                    </a:cubicBezTo>
                    <a:cubicBezTo>
                      <a:pt x="1601" y="847"/>
                      <a:pt x="1601" y="747"/>
                      <a:pt x="1535" y="680"/>
                    </a:cubicBezTo>
                    <a:cubicBezTo>
                      <a:pt x="1501" y="646"/>
                      <a:pt x="1460" y="630"/>
                      <a:pt x="1418" y="630"/>
                    </a:cubicBezTo>
                    <a:cubicBezTo>
                      <a:pt x="1376" y="630"/>
                      <a:pt x="1335" y="646"/>
                      <a:pt x="1301" y="680"/>
                    </a:cubicBezTo>
                    <a:cubicBezTo>
                      <a:pt x="1101" y="880"/>
                      <a:pt x="634" y="1247"/>
                      <a:pt x="367" y="1347"/>
                    </a:cubicBezTo>
                    <a:lnTo>
                      <a:pt x="401" y="1280"/>
                    </a:lnTo>
                    <a:cubicBezTo>
                      <a:pt x="467" y="913"/>
                      <a:pt x="567" y="546"/>
                      <a:pt x="701" y="213"/>
                    </a:cubicBezTo>
                    <a:cubicBezTo>
                      <a:pt x="734" y="146"/>
                      <a:pt x="701" y="46"/>
                      <a:pt x="601" y="13"/>
                    </a:cubicBezTo>
                    <a:cubicBezTo>
                      <a:pt x="584" y="4"/>
                      <a:pt x="565" y="0"/>
                      <a:pt x="5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43"/>
              <p:cNvSpPr/>
              <p:nvPr/>
            </p:nvSpPr>
            <p:spPr>
              <a:xfrm>
                <a:off x="2982300" y="3872450"/>
                <a:ext cx="213500" cy="220950"/>
              </a:xfrm>
              <a:custGeom>
                <a:avLst/>
                <a:gdLst/>
                <a:ahLst/>
                <a:cxnLst/>
                <a:rect l="l" t="t" r="r" b="b"/>
                <a:pathLst>
                  <a:path w="8540" h="8838" extrusionOk="0">
                    <a:moveTo>
                      <a:pt x="5104" y="298"/>
                    </a:moveTo>
                    <a:cubicBezTo>
                      <a:pt x="5504" y="298"/>
                      <a:pt x="5971" y="465"/>
                      <a:pt x="6505" y="765"/>
                    </a:cubicBezTo>
                    <a:cubicBezTo>
                      <a:pt x="7406" y="1299"/>
                      <a:pt x="7906" y="1899"/>
                      <a:pt x="8073" y="2566"/>
                    </a:cubicBezTo>
                    <a:cubicBezTo>
                      <a:pt x="8206" y="3267"/>
                      <a:pt x="7940" y="4101"/>
                      <a:pt x="7272" y="5035"/>
                    </a:cubicBezTo>
                    <a:cubicBezTo>
                      <a:pt x="6510" y="6114"/>
                      <a:pt x="4328" y="8523"/>
                      <a:pt x="3257" y="8523"/>
                    </a:cubicBezTo>
                    <a:cubicBezTo>
                      <a:pt x="3203" y="8523"/>
                      <a:pt x="3151" y="8517"/>
                      <a:pt x="3103" y="8504"/>
                    </a:cubicBezTo>
                    <a:cubicBezTo>
                      <a:pt x="2202" y="8304"/>
                      <a:pt x="701" y="7136"/>
                      <a:pt x="534" y="6402"/>
                    </a:cubicBezTo>
                    <a:cubicBezTo>
                      <a:pt x="367" y="5602"/>
                      <a:pt x="2035" y="2967"/>
                      <a:pt x="2702" y="2099"/>
                    </a:cubicBezTo>
                    <a:cubicBezTo>
                      <a:pt x="3536" y="965"/>
                      <a:pt x="4237" y="298"/>
                      <a:pt x="5104" y="298"/>
                    </a:cubicBezTo>
                    <a:close/>
                    <a:moveTo>
                      <a:pt x="5085" y="0"/>
                    </a:moveTo>
                    <a:cubicBezTo>
                      <a:pt x="4099" y="0"/>
                      <a:pt x="3322" y="718"/>
                      <a:pt x="2436" y="1899"/>
                    </a:cubicBezTo>
                    <a:cubicBezTo>
                      <a:pt x="2069" y="2399"/>
                      <a:pt x="1" y="5435"/>
                      <a:pt x="234" y="6469"/>
                    </a:cubicBezTo>
                    <a:cubicBezTo>
                      <a:pt x="468" y="7403"/>
                      <a:pt x="2135" y="8604"/>
                      <a:pt x="3036" y="8837"/>
                    </a:cubicBezTo>
                    <a:lnTo>
                      <a:pt x="3236" y="8837"/>
                    </a:lnTo>
                    <a:cubicBezTo>
                      <a:pt x="4804" y="8837"/>
                      <a:pt x="7506" y="5268"/>
                      <a:pt x="7539" y="5235"/>
                    </a:cubicBezTo>
                    <a:cubicBezTo>
                      <a:pt x="8273" y="4234"/>
                      <a:pt x="8540" y="3300"/>
                      <a:pt x="8373" y="2500"/>
                    </a:cubicBezTo>
                    <a:cubicBezTo>
                      <a:pt x="8206" y="1732"/>
                      <a:pt x="7639" y="1065"/>
                      <a:pt x="6639" y="498"/>
                    </a:cubicBezTo>
                    <a:cubicBezTo>
                      <a:pt x="6054" y="158"/>
                      <a:pt x="5547" y="0"/>
                      <a:pt x="50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43"/>
              <p:cNvSpPr/>
              <p:nvPr/>
            </p:nvSpPr>
            <p:spPr>
              <a:xfrm>
                <a:off x="3055675" y="3946275"/>
                <a:ext cx="97600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2549" extrusionOk="0">
                    <a:moveTo>
                      <a:pt x="160" y="0"/>
                    </a:moveTo>
                    <a:cubicBezTo>
                      <a:pt x="139" y="0"/>
                      <a:pt x="119" y="5"/>
                      <a:pt x="101" y="14"/>
                    </a:cubicBezTo>
                    <a:cubicBezTo>
                      <a:pt x="1" y="80"/>
                      <a:pt x="1" y="180"/>
                      <a:pt x="34" y="247"/>
                    </a:cubicBezTo>
                    <a:cubicBezTo>
                      <a:pt x="401" y="847"/>
                      <a:pt x="935" y="1381"/>
                      <a:pt x="1635" y="1781"/>
                    </a:cubicBezTo>
                    <a:cubicBezTo>
                      <a:pt x="2203" y="2115"/>
                      <a:pt x="2870" y="2349"/>
                      <a:pt x="3704" y="2549"/>
                    </a:cubicBezTo>
                    <a:lnTo>
                      <a:pt x="3737" y="2549"/>
                    </a:lnTo>
                    <a:cubicBezTo>
                      <a:pt x="3804" y="2549"/>
                      <a:pt x="3870" y="2515"/>
                      <a:pt x="3904" y="2449"/>
                    </a:cubicBezTo>
                    <a:cubicBezTo>
                      <a:pt x="3904" y="2349"/>
                      <a:pt x="3870" y="2282"/>
                      <a:pt x="3770" y="2248"/>
                    </a:cubicBezTo>
                    <a:cubicBezTo>
                      <a:pt x="2970" y="2082"/>
                      <a:pt x="2336" y="1815"/>
                      <a:pt x="1802" y="1515"/>
                    </a:cubicBezTo>
                    <a:cubicBezTo>
                      <a:pt x="1135" y="1148"/>
                      <a:pt x="635" y="647"/>
                      <a:pt x="301" y="80"/>
                    </a:cubicBezTo>
                    <a:cubicBezTo>
                      <a:pt x="277" y="31"/>
                      <a:pt x="217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3"/>
              <p:cNvSpPr/>
              <p:nvPr/>
            </p:nvSpPr>
            <p:spPr>
              <a:xfrm>
                <a:off x="3050675" y="4012900"/>
                <a:ext cx="57575" cy="34625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1385" extrusionOk="0">
                    <a:moveTo>
                      <a:pt x="184" y="0"/>
                    </a:moveTo>
                    <a:cubicBezTo>
                      <a:pt x="143" y="0"/>
                      <a:pt x="101" y="17"/>
                      <a:pt x="68" y="50"/>
                    </a:cubicBezTo>
                    <a:cubicBezTo>
                      <a:pt x="1" y="117"/>
                      <a:pt x="34" y="217"/>
                      <a:pt x="68" y="284"/>
                    </a:cubicBezTo>
                    <a:cubicBezTo>
                      <a:pt x="668" y="784"/>
                      <a:pt x="1335" y="1185"/>
                      <a:pt x="2069" y="1385"/>
                    </a:cubicBezTo>
                    <a:lnTo>
                      <a:pt x="2136" y="1385"/>
                    </a:lnTo>
                    <a:cubicBezTo>
                      <a:pt x="2202" y="1385"/>
                      <a:pt x="2236" y="1351"/>
                      <a:pt x="2269" y="1285"/>
                    </a:cubicBezTo>
                    <a:cubicBezTo>
                      <a:pt x="2302" y="1185"/>
                      <a:pt x="2236" y="1118"/>
                      <a:pt x="2169" y="1085"/>
                    </a:cubicBezTo>
                    <a:cubicBezTo>
                      <a:pt x="1469" y="884"/>
                      <a:pt x="835" y="517"/>
                      <a:pt x="301" y="50"/>
                    </a:cubicBezTo>
                    <a:cubicBezTo>
                      <a:pt x="268" y="17"/>
                      <a:pt x="226" y="0"/>
                      <a:pt x="1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3"/>
              <p:cNvSpPr/>
              <p:nvPr/>
            </p:nvSpPr>
            <p:spPr>
              <a:xfrm>
                <a:off x="3074875" y="3884050"/>
                <a:ext cx="115100" cy="89250"/>
              </a:xfrm>
              <a:custGeom>
                <a:avLst/>
                <a:gdLst/>
                <a:ahLst/>
                <a:cxnLst/>
                <a:rect l="l" t="t" r="r" b="b"/>
                <a:pathLst>
                  <a:path w="4604" h="3570" extrusionOk="0">
                    <a:moveTo>
                      <a:pt x="134" y="1"/>
                    </a:moveTo>
                    <a:cubicBezTo>
                      <a:pt x="67" y="1"/>
                      <a:pt x="0" y="67"/>
                      <a:pt x="0" y="168"/>
                    </a:cubicBezTo>
                    <a:cubicBezTo>
                      <a:pt x="0" y="835"/>
                      <a:pt x="267" y="1435"/>
                      <a:pt x="767" y="2002"/>
                    </a:cubicBezTo>
                    <a:cubicBezTo>
                      <a:pt x="1201" y="2436"/>
                      <a:pt x="1735" y="2803"/>
                      <a:pt x="2469" y="3170"/>
                    </a:cubicBezTo>
                    <a:cubicBezTo>
                      <a:pt x="2936" y="3370"/>
                      <a:pt x="3403" y="3570"/>
                      <a:pt x="3903" y="3570"/>
                    </a:cubicBezTo>
                    <a:cubicBezTo>
                      <a:pt x="4103" y="3570"/>
                      <a:pt x="4303" y="3503"/>
                      <a:pt x="4503" y="3437"/>
                    </a:cubicBezTo>
                    <a:cubicBezTo>
                      <a:pt x="4570" y="3403"/>
                      <a:pt x="4603" y="3303"/>
                      <a:pt x="4570" y="3236"/>
                    </a:cubicBezTo>
                    <a:cubicBezTo>
                      <a:pt x="4545" y="3161"/>
                      <a:pt x="4483" y="3124"/>
                      <a:pt x="4425" y="3124"/>
                    </a:cubicBezTo>
                    <a:cubicBezTo>
                      <a:pt x="4405" y="3124"/>
                      <a:pt x="4387" y="3128"/>
                      <a:pt x="4370" y="3136"/>
                    </a:cubicBezTo>
                    <a:cubicBezTo>
                      <a:pt x="4214" y="3214"/>
                      <a:pt x="4046" y="3247"/>
                      <a:pt x="3873" y="3247"/>
                    </a:cubicBezTo>
                    <a:cubicBezTo>
                      <a:pt x="3454" y="3247"/>
                      <a:pt x="3003" y="3058"/>
                      <a:pt x="2602" y="2869"/>
                    </a:cubicBezTo>
                    <a:cubicBezTo>
                      <a:pt x="1902" y="2536"/>
                      <a:pt x="1401" y="2202"/>
                      <a:pt x="1001" y="1802"/>
                    </a:cubicBezTo>
                    <a:cubicBezTo>
                      <a:pt x="534" y="1302"/>
                      <a:pt x="300" y="735"/>
                      <a:pt x="300" y="134"/>
                    </a:cubicBezTo>
                    <a:cubicBezTo>
                      <a:pt x="300" y="67"/>
                      <a:pt x="234" y="1"/>
                      <a:pt x="1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3"/>
              <p:cNvSpPr/>
              <p:nvPr/>
            </p:nvSpPr>
            <p:spPr>
              <a:xfrm>
                <a:off x="3091550" y="3883225"/>
                <a:ext cx="93425" cy="77575"/>
              </a:xfrm>
              <a:custGeom>
                <a:avLst/>
                <a:gdLst/>
                <a:ahLst/>
                <a:cxnLst/>
                <a:rect l="l" t="t" r="r" b="b"/>
                <a:pathLst>
                  <a:path w="3737" h="3103" extrusionOk="0">
                    <a:moveTo>
                      <a:pt x="567" y="334"/>
                    </a:moveTo>
                    <a:cubicBezTo>
                      <a:pt x="1101" y="334"/>
                      <a:pt x="2335" y="1201"/>
                      <a:pt x="2535" y="1435"/>
                    </a:cubicBezTo>
                    <a:cubicBezTo>
                      <a:pt x="2836" y="1702"/>
                      <a:pt x="3103" y="2002"/>
                      <a:pt x="3269" y="2335"/>
                    </a:cubicBezTo>
                    <a:cubicBezTo>
                      <a:pt x="3369" y="2502"/>
                      <a:pt x="3403" y="2636"/>
                      <a:pt x="3336" y="2702"/>
                    </a:cubicBezTo>
                    <a:cubicBezTo>
                      <a:pt x="3287" y="2751"/>
                      <a:pt x="3203" y="2782"/>
                      <a:pt x="3095" y="2782"/>
                    </a:cubicBezTo>
                    <a:cubicBezTo>
                      <a:pt x="3056" y="2782"/>
                      <a:pt x="3014" y="2778"/>
                      <a:pt x="2969" y="2769"/>
                    </a:cubicBezTo>
                    <a:cubicBezTo>
                      <a:pt x="1902" y="2469"/>
                      <a:pt x="1068" y="1868"/>
                      <a:pt x="567" y="1068"/>
                    </a:cubicBezTo>
                    <a:cubicBezTo>
                      <a:pt x="467" y="901"/>
                      <a:pt x="301" y="668"/>
                      <a:pt x="334" y="467"/>
                    </a:cubicBezTo>
                    <a:cubicBezTo>
                      <a:pt x="367" y="367"/>
                      <a:pt x="401" y="334"/>
                      <a:pt x="534" y="334"/>
                    </a:cubicBezTo>
                    <a:close/>
                    <a:moveTo>
                      <a:pt x="534" y="0"/>
                    </a:moveTo>
                    <a:cubicBezTo>
                      <a:pt x="267" y="0"/>
                      <a:pt x="100" y="167"/>
                      <a:pt x="34" y="434"/>
                    </a:cubicBezTo>
                    <a:cubicBezTo>
                      <a:pt x="0" y="734"/>
                      <a:pt x="167" y="1001"/>
                      <a:pt x="301" y="1235"/>
                    </a:cubicBezTo>
                    <a:cubicBezTo>
                      <a:pt x="834" y="2102"/>
                      <a:pt x="1735" y="2736"/>
                      <a:pt x="2869" y="3069"/>
                    </a:cubicBezTo>
                    <a:cubicBezTo>
                      <a:pt x="2969" y="3069"/>
                      <a:pt x="3069" y="3103"/>
                      <a:pt x="3136" y="3103"/>
                    </a:cubicBezTo>
                    <a:cubicBezTo>
                      <a:pt x="3336" y="3103"/>
                      <a:pt x="3503" y="3036"/>
                      <a:pt x="3570" y="2902"/>
                    </a:cubicBezTo>
                    <a:cubicBezTo>
                      <a:pt x="3736" y="2736"/>
                      <a:pt x="3703" y="2435"/>
                      <a:pt x="3536" y="2169"/>
                    </a:cubicBezTo>
                    <a:cubicBezTo>
                      <a:pt x="3336" y="1835"/>
                      <a:pt x="3069" y="1501"/>
                      <a:pt x="2769" y="1201"/>
                    </a:cubicBezTo>
                    <a:cubicBezTo>
                      <a:pt x="2535" y="1001"/>
                      <a:pt x="1268" y="34"/>
                      <a:pt x="5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3"/>
              <p:cNvSpPr/>
              <p:nvPr/>
            </p:nvSpPr>
            <p:spPr>
              <a:xfrm>
                <a:off x="2980625" y="4040625"/>
                <a:ext cx="78425" cy="66950"/>
              </a:xfrm>
              <a:custGeom>
                <a:avLst/>
                <a:gdLst/>
                <a:ahLst/>
                <a:cxnLst/>
                <a:rect l="l" t="t" r="r" b="b"/>
                <a:pathLst>
                  <a:path w="3137" h="2678" extrusionOk="0">
                    <a:moveTo>
                      <a:pt x="695" y="0"/>
                    </a:moveTo>
                    <a:cubicBezTo>
                      <a:pt x="633" y="0"/>
                      <a:pt x="562" y="54"/>
                      <a:pt x="535" y="109"/>
                    </a:cubicBezTo>
                    <a:cubicBezTo>
                      <a:pt x="501" y="242"/>
                      <a:pt x="434" y="342"/>
                      <a:pt x="401" y="443"/>
                    </a:cubicBezTo>
                    <a:cubicBezTo>
                      <a:pt x="168" y="1110"/>
                      <a:pt x="1" y="1577"/>
                      <a:pt x="501" y="2010"/>
                    </a:cubicBezTo>
                    <a:cubicBezTo>
                      <a:pt x="1102" y="2477"/>
                      <a:pt x="1469" y="2677"/>
                      <a:pt x="1802" y="2677"/>
                    </a:cubicBezTo>
                    <a:cubicBezTo>
                      <a:pt x="2136" y="2677"/>
                      <a:pt x="2403" y="2511"/>
                      <a:pt x="2736" y="2244"/>
                    </a:cubicBezTo>
                    <a:cubicBezTo>
                      <a:pt x="2836" y="2177"/>
                      <a:pt x="2936" y="2077"/>
                      <a:pt x="3036" y="2010"/>
                    </a:cubicBezTo>
                    <a:cubicBezTo>
                      <a:pt x="3103" y="1977"/>
                      <a:pt x="3136" y="1877"/>
                      <a:pt x="3070" y="1810"/>
                    </a:cubicBezTo>
                    <a:cubicBezTo>
                      <a:pt x="3049" y="1769"/>
                      <a:pt x="3003" y="1740"/>
                      <a:pt x="2955" y="1740"/>
                    </a:cubicBezTo>
                    <a:cubicBezTo>
                      <a:pt x="2925" y="1740"/>
                      <a:pt x="2895" y="1751"/>
                      <a:pt x="2870" y="1777"/>
                    </a:cubicBezTo>
                    <a:cubicBezTo>
                      <a:pt x="2736" y="1844"/>
                      <a:pt x="2636" y="1910"/>
                      <a:pt x="2536" y="1977"/>
                    </a:cubicBezTo>
                    <a:cubicBezTo>
                      <a:pt x="2247" y="2218"/>
                      <a:pt x="2051" y="2374"/>
                      <a:pt x="1809" y="2374"/>
                    </a:cubicBezTo>
                    <a:cubicBezTo>
                      <a:pt x="1549" y="2374"/>
                      <a:pt x="1237" y="2193"/>
                      <a:pt x="701" y="1743"/>
                    </a:cubicBezTo>
                    <a:cubicBezTo>
                      <a:pt x="368" y="1477"/>
                      <a:pt x="434" y="1243"/>
                      <a:pt x="701" y="576"/>
                    </a:cubicBezTo>
                    <a:cubicBezTo>
                      <a:pt x="735" y="443"/>
                      <a:pt x="801" y="342"/>
                      <a:pt x="835" y="209"/>
                    </a:cubicBezTo>
                    <a:cubicBezTo>
                      <a:pt x="868" y="142"/>
                      <a:pt x="801" y="42"/>
                      <a:pt x="735" y="9"/>
                    </a:cubicBezTo>
                    <a:cubicBezTo>
                      <a:pt x="722" y="3"/>
                      <a:pt x="709" y="0"/>
                      <a:pt x="6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3"/>
              <p:cNvSpPr/>
              <p:nvPr/>
            </p:nvSpPr>
            <p:spPr>
              <a:xfrm>
                <a:off x="2986475" y="4059700"/>
                <a:ext cx="60075" cy="41200"/>
              </a:xfrm>
              <a:custGeom>
                <a:avLst/>
                <a:gdLst/>
                <a:ahLst/>
                <a:cxnLst/>
                <a:rect l="l" t="t" r="r" b="b"/>
                <a:pathLst>
                  <a:path w="2403" h="1648" extrusionOk="0">
                    <a:moveTo>
                      <a:pt x="159" y="0"/>
                    </a:moveTo>
                    <a:cubicBezTo>
                      <a:pt x="139" y="0"/>
                      <a:pt x="118" y="4"/>
                      <a:pt x="100" y="13"/>
                    </a:cubicBezTo>
                    <a:cubicBezTo>
                      <a:pt x="34" y="46"/>
                      <a:pt x="0" y="147"/>
                      <a:pt x="34" y="213"/>
                    </a:cubicBezTo>
                    <a:cubicBezTo>
                      <a:pt x="467" y="947"/>
                      <a:pt x="1368" y="1548"/>
                      <a:pt x="2202" y="1648"/>
                    </a:cubicBezTo>
                    <a:lnTo>
                      <a:pt x="2235" y="1648"/>
                    </a:lnTo>
                    <a:cubicBezTo>
                      <a:pt x="2302" y="1648"/>
                      <a:pt x="2369" y="1581"/>
                      <a:pt x="2369" y="1514"/>
                    </a:cubicBezTo>
                    <a:cubicBezTo>
                      <a:pt x="2402" y="1414"/>
                      <a:pt x="2335" y="1347"/>
                      <a:pt x="2235" y="1314"/>
                    </a:cubicBezTo>
                    <a:cubicBezTo>
                      <a:pt x="1501" y="1247"/>
                      <a:pt x="701" y="714"/>
                      <a:pt x="301" y="80"/>
                    </a:cubicBezTo>
                    <a:cubicBezTo>
                      <a:pt x="276" y="31"/>
                      <a:pt x="216" y="0"/>
                      <a:pt x="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3"/>
              <p:cNvSpPr/>
              <p:nvPr/>
            </p:nvSpPr>
            <p:spPr>
              <a:xfrm>
                <a:off x="2979800" y="4081375"/>
                <a:ext cx="39225" cy="4287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715" extrusionOk="0">
                    <a:moveTo>
                      <a:pt x="532" y="1"/>
                    </a:moveTo>
                    <a:cubicBezTo>
                      <a:pt x="470" y="1"/>
                      <a:pt x="426" y="38"/>
                      <a:pt x="401" y="113"/>
                    </a:cubicBezTo>
                    <a:cubicBezTo>
                      <a:pt x="234" y="447"/>
                      <a:pt x="167" y="814"/>
                      <a:pt x="101" y="1181"/>
                    </a:cubicBezTo>
                    <a:lnTo>
                      <a:pt x="34" y="1448"/>
                    </a:lnTo>
                    <a:cubicBezTo>
                      <a:pt x="0" y="1615"/>
                      <a:pt x="101" y="1681"/>
                      <a:pt x="134" y="1681"/>
                    </a:cubicBezTo>
                    <a:cubicBezTo>
                      <a:pt x="167" y="1715"/>
                      <a:pt x="201" y="1715"/>
                      <a:pt x="234" y="1715"/>
                    </a:cubicBezTo>
                    <a:cubicBezTo>
                      <a:pt x="634" y="1715"/>
                      <a:pt x="1502" y="914"/>
                      <a:pt x="1502" y="881"/>
                    </a:cubicBezTo>
                    <a:cubicBezTo>
                      <a:pt x="1568" y="847"/>
                      <a:pt x="1568" y="747"/>
                      <a:pt x="1502" y="681"/>
                    </a:cubicBezTo>
                    <a:cubicBezTo>
                      <a:pt x="1468" y="647"/>
                      <a:pt x="1435" y="631"/>
                      <a:pt x="1401" y="631"/>
                    </a:cubicBezTo>
                    <a:cubicBezTo>
                      <a:pt x="1368" y="631"/>
                      <a:pt x="1335" y="647"/>
                      <a:pt x="1301" y="681"/>
                    </a:cubicBezTo>
                    <a:cubicBezTo>
                      <a:pt x="1068" y="881"/>
                      <a:pt x="601" y="1248"/>
                      <a:pt x="367" y="1381"/>
                    </a:cubicBezTo>
                    <a:lnTo>
                      <a:pt x="401" y="1248"/>
                    </a:lnTo>
                    <a:cubicBezTo>
                      <a:pt x="467" y="914"/>
                      <a:pt x="534" y="547"/>
                      <a:pt x="668" y="214"/>
                    </a:cubicBezTo>
                    <a:cubicBezTo>
                      <a:pt x="701" y="147"/>
                      <a:pt x="668" y="47"/>
                      <a:pt x="601" y="13"/>
                    </a:cubicBezTo>
                    <a:cubicBezTo>
                      <a:pt x="576" y="5"/>
                      <a:pt x="553" y="1"/>
                      <a:pt x="5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43"/>
              <p:cNvSpPr/>
              <p:nvPr/>
            </p:nvSpPr>
            <p:spPr>
              <a:xfrm>
                <a:off x="2357700" y="3902400"/>
                <a:ext cx="115925" cy="156800"/>
              </a:xfrm>
              <a:custGeom>
                <a:avLst/>
                <a:gdLst/>
                <a:ahLst/>
                <a:cxnLst/>
                <a:rect l="l" t="t" r="r" b="b"/>
                <a:pathLst>
                  <a:path w="4637" h="6272" extrusionOk="0">
                    <a:moveTo>
                      <a:pt x="4203" y="468"/>
                    </a:moveTo>
                    <a:lnTo>
                      <a:pt x="4203" y="468"/>
                    </a:lnTo>
                    <a:cubicBezTo>
                      <a:pt x="4170" y="835"/>
                      <a:pt x="3970" y="1302"/>
                      <a:pt x="3836" y="1602"/>
                    </a:cubicBezTo>
                    <a:lnTo>
                      <a:pt x="3769" y="1735"/>
                    </a:lnTo>
                    <a:cubicBezTo>
                      <a:pt x="3536" y="2236"/>
                      <a:pt x="3236" y="2769"/>
                      <a:pt x="2869" y="3270"/>
                    </a:cubicBezTo>
                    <a:cubicBezTo>
                      <a:pt x="2035" y="4370"/>
                      <a:pt x="1268" y="5171"/>
                      <a:pt x="434" y="5738"/>
                    </a:cubicBezTo>
                    <a:cubicBezTo>
                      <a:pt x="767" y="4871"/>
                      <a:pt x="1268" y="3970"/>
                      <a:pt x="2068" y="2936"/>
                    </a:cubicBezTo>
                    <a:cubicBezTo>
                      <a:pt x="2402" y="2502"/>
                      <a:pt x="2802" y="2035"/>
                      <a:pt x="3269" y="1502"/>
                    </a:cubicBezTo>
                    <a:cubicBezTo>
                      <a:pt x="3402" y="1368"/>
                      <a:pt x="3503" y="1268"/>
                      <a:pt x="3636" y="1135"/>
                    </a:cubicBezTo>
                    <a:cubicBezTo>
                      <a:pt x="3836" y="901"/>
                      <a:pt x="4003" y="668"/>
                      <a:pt x="4203" y="468"/>
                    </a:cubicBezTo>
                    <a:close/>
                    <a:moveTo>
                      <a:pt x="4370" y="1"/>
                    </a:moveTo>
                    <a:cubicBezTo>
                      <a:pt x="4336" y="1"/>
                      <a:pt x="4270" y="1"/>
                      <a:pt x="4236" y="34"/>
                    </a:cubicBezTo>
                    <a:cubicBezTo>
                      <a:pt x="3903" y="301"/>
                      <a:pt x="3636" y="634"/>
                      <a:pt x="3402" y="901"/>
                    </a:cubicBezTo>
                    <a:cubicBezTo>
                      <a:pt x="3269" y="1035"/>
                      <a:pt x="3169" y="1168"/>
                      <a:pt x="3036" y="1302"/>
                    </a:cubicBezTo>
                    <a:cubicBezTo>
                      <a:pt x="2569" y="1835"/>
                      <a:pt x="2168" y="2302"/>
                      <a:pt x="1835" y="2769"/>
                    </a:cubicBezTo>
                    <a:cubicBezTo>
                      <a:pt x="867" y="4003"/>
                      <a:pt x="300" y="5038"/>
                      <a:pt x="33" y="6072"/>
                    </a:cubicBezTo>
                    <a:cubicBezTo>
                      <a:pt x="0" y="6138"/>
                      <a:pt x="33" y="6205"/>
                      <a:pt x="67" y="6238"/>
                    </a:cubicBezTo>
                    <a:cubicBezTo>
                      <a:pt x="100" y="6272"/>
                      <a:pt x="133" y="6272"/>
                      <a:pt x="167" y="6272"/>
                    </a:cubicBezTo>
                    <a:cubicBezTo>
                      <a:pt x="200" y="6272"/>
                      <a:pt x="234" y="6272"/>
                      <a:pt x="234" y="6238"/>
                    </a:cubicBezTo>
                    <a:cubicBezTo>
                      <a:pt x="1234" y="5671"/>
                      <a:pt x="2168" y="4771"/>
                      <a:pt x="3102" y="3436"/>
                    </a:cubicBezTo>
                    <a:cubicBezTo>
                      <a:pt x="3469" y="2936"/>
                      <a:pt x="3803" y="2402"/>
                      <a:pt x="4036" y="1869"/>
                    </a:cubicBezTo>
                    <a:lnTo>
                      <a:pt x="4103" y="1735"/>
                    </a:lnTo>
                    <a:cubicBezTo>
                      <a:pt x="4336" y="1268"/>
                      <a:pt x="4637" y="568"/>
                      <a:pt x="4470" y="101"/>
                    </a:cubicBezTo>
                    <a:cubicBezTo>
                      <a:pt x="4470" y="67"/>
                      <a:pt x="4437" y="34"/>
                      <a:pt x="43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43"/>
              <p:cNvSpPr/>
              <p:nvPr/>
            </p:nvSpPr>
            <p:spPr>
              <a:xfrm>
                <a:off x="2833850" y="4102550"/>
                <a:ext cx="101775" cy="165975"/>
              </a:xfrm>
              <a:custGeom>
                <a:avLst/>
                <a:gdLst/>
                <a:ahLst/>
                <a:cxnLst/>
                <a:rect l="l" t="t" r="r" b="b"/>
                <a:pathLst>
                  <a:path w="4071" h="6639" extrusionOk="0">
                    <a:moveTo>
                      <a:pt x="3604" y="501"/>
                    </a:moveTo>
                    <a:lnTo>
                      <a:pt x="3604" y="501"/>
                    </a:lnTo>
                    <a:cubicBezTo>
                      <a:pt x="3637" y="834"/>
                      <a:pt x="3470" y="1335"/>
                      <a:pt x="3337" y="1635"/>
                    </a:cubicBezTo>
                    <a:lnTo>
                      <a:pt x="3303" y="1802"/>
                    </a:lnTo>
                    <a:cubicBezTo>
                      <a:pt x="3103" y="2335"/>
                      <a:pt x="2870" y="2869"/>
                      <a:pt x="2536" y="3403"/>
                    </a:cubicBezTo>
                    <a:cubicBezTo>
                      <a:pt x="1869" y="4604"/>
                      <a:pt x="1168" y="5471"/>
                      <a:pt x="401" y="6105"/>
                    </a:cubicBezTo>
                    <a:cubicBezTo>
                      <a:pt x="635" y="5204"/>
                      <a:pt x="1035" y="4270"/>
                      <a:pt x="1736" y="3169"/>
                    </a:cubicBezTo>
                    <a:cubicBezTo>
                      <a:pt x="2036" y="2669"/>
                      <a:pt x="2369" y="2169"/>
                      <a:pt x="2803" y="1601"/>
                    </a:cubicBezTo>
                    <a:cubicBezTo>
                      <a:pt x="2903" y="1468"/>
                      <a:pt x="3003" y="1335"/>
                      <a:pt x="3103" y="1168"/>
                    </a:cubicBezTo>
                    <a:cubicBezTo>
                      <a:pt x="3270" y="934"/>
                      <a:pt x="3437" y="701"/>
                      <a:pt x="3604" y="501"/>
                    </a:cubicBezTo>
                    <a:close/>
                    <a:moveTo>
                      <a:pt x="3737" y="0"/>
                    </a:moveTo>
                    <a:cubicBezTo>
                      <a:pt x="3670" y="0"/>
                      <a:pt x="3637" y="0"/>
                      <a:pt x="3604" y="67"/>
                    </a:cubicBezTo>
                    <a:cubicBezTo>
                      <a:pt x="3303" y="367"/>
                      <a:pt x="3070" y="701"/>
                      <a:pt x="2836" y="1001"/>
                    </a:cubicBezTo>
                    <a:cubicBezTo>
                      <a:pt x="2736" y="1134"/>
                      <a:pt x="2636" y="1301"/>
                      <a:pt x="2536" y="1435"/>
                    </a:cubicBezTo>
                    <a:cubicBezTo>
                      <a:pt x="2136" y="2002"/>
                      <a:pt x="1769" y="2502"/>
                      <a:pt x="1469" y="3002"/>
                    </a:cubicBezTo>
                    <a:cubicBezTo>
                      <a:pt x="668" y="4303"/>
                      <a:pt x="201" y="5404"/>
                      <a:pt x="1" y="6472"/>
                    </a:cubicBezTo>
                    <a:cubicBezTo>
                      <a:pt x="1" y="6538"/>
                      <a:pt x="34" y="6605"/>
                      <a:pt x="68" y="6638"/>
                    </a:cubicBezTo>
                    <a:lnTo>
                      <a:pt x="234" y="6638"/>
                    </a:lnTo>
                    <a:cubicBezTo>
                      <a:pt x="1168" y="5938"/>
                      <a:pt x="2002" y="4971"/>
                      <a:pt x="2803" y="3570"/>
                    </a:cubicBezTo>
                    <a:cubicBezTo>
                      <a:pt x="3137" y="3002"/>
                      <a:pt x="3403" y="2435"/>
                      <a:pt x="3570" y="1902"/>
                    </a:cubicBezTo>
                    <a:lnTo>
                      <a:pt x="3637" y="1735"/>
                    </a:lnTo>
                    <a:cubicBezTo>
                      <a:pt x="3804" y="1268"/>
                      <a:pt x="4071" y="534"/>
                      <a:pt x="3837" y="100"/>
                    </a:cubicBezTo>
                    <a:cubicBezTo>
                      <a:pt x="3837" y="34"/>
                      <a:pt x="3770" y="0"/>
                      <a:pt x="3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3"/>
              <p:cNvSpPr/>
              <p:nvPr/>
            </p:nvSpPr>
            <p:spPr>
              <a:xfrm>
                <a:off x="2176725" y="3878225"/>
                <a:ext cx="102600" cy="131775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5271" extrusionOk="0">
                    <a:moveTo>
                      <a:pt x="3703" y="334"/>
                    </a:moveTo>
                    <a:cubicBezTo>
                      <a:pt x="3703" y="434"/>
                      <a:pt x="3603" y="767"/>
                      <a:pt x="3069" y="1735"/>
                    </a:cubicBezTo>
                    <a:lnTo>
                      <a:pt x="3036" y="1802"/>
                    </a:lnTo>
                    <a:cubicBezTo>
                      <a:pt x="2436" y="2902"/>
                      <a:pt x="1668" y="3870"/>
                      <a:pt x="734" y="4670"/>
                    </a:cubicBezTo>
                    <a:cubicBezTo>
                      <a:pt x="634" y="4737"/>
                      <a:pt x="534" y="4837"/>
                      <a:pt x="434" y="4870"/>
                    </a:cubicBezTo>
                    <a:cubicBezTo>
                      <a:pt x="1001" y="3636"/>
                      <a:pt x="1702" y="2469"/>
                      <a:pt x="2569" y="1435"/>
                    </a:cubicBezTo>
                    <a:cubicBezTo>
                      <a:pt x="3103" y="767"/>
                      <a:pt x="3570" y="367"/>
                      <a:pt x="3703" y="334"/>
                    </a:cubicBezTo>
                    <a:close/>
                    <a:moveTo>
                      <a:pt x="3703" y="0"/>
                    </a:moveTo>
                    <a:cubicBezTo>
                      <a:pt x="3336" y="34"/>
                      <a:pt x="2669" y="767"/>
                      <a:pt x="2336" y="1234"/>
                    </a:cubicBezTo>
                    <a:cubicBezTo>
                      <a:pt x="1368" y="2369"/>
                      <a:pt x="601" y="3670"/>
                      <a:pt x="34" y="5037"/>
                    </a:cubicBezTo>
                    <a:cubicBezTo>
                      <a:pt x="1" y="5104"/>
                      <a:pt x="34" y="5171"/>
                      <a:pt x="34" y="5204"/>
                    </a:cubicBezTo>
                    <a:cubicBezTo>
                      <a:pt x="67" y="5237"/>
                      <a:pt x="134" y="5271"/>
                      <a:pt x="167" y="5271"/>
                    </a:cubicBezTo>
                    <a:cubicBezTo>
                      <a:pt x="468" y="5271"/>
                      <a:pt x="701" y="5104"/>
                      <a:pt x="935" y="4904"/>
                    </a:cubicBezTo>
                    <a:cubicBezTo>
                      <a:pt x="1902" y="4070"/>
                      <a:pt x="2702" y="3069"/>
                      <a:pt x="3303" y="1968"/>
                    </a:cubicBezTo>
                    <a:lnTo>
                      <a:pt x="3336" y="1902"/>
                    </a:lnTo>
                    <a:cubicBezTo>
                      <a:pt x="4070" y="567"/>
                      <a:pt x="4103" y="234"/>
                      <a:pt x="3937" y="67"/>
                    </a:cubicBezTo>
                    <a:cubicBezTo>
                      <a:pt x="3903" y="34"/>
                      <a:pt x="3837" y="0"/>
                      <a:pt x="37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3"/>
              <p:cNvSpPr/>
              <p:nvPr/>
            </p:nvSpPr>
            <p:spPr>
              <a:xfrm>
                <a:off x="2940600" y="4196775"/>
                <a:ext cx="89250" cy="140125"/>
              </a:xfrm>
              <a:custGeom>
                <a:avLst/>
                <a:gdLst/>
                <a:ahLst/>
                <a:cxnLst/>
                <a:rect l="l" t="t" r="r" b="b"/>
                <a:pathLst>
                  <a:path w="3570" h="5605" extrusionOk="0">
                    <a:moveTo>
                      <a:pt x="3170" y="301"/>
                    </a:moveTo>
                    <a:cubicBezTo>
                      <a:pt x="3170" y="434"/>
                      <a:pt x="3136" y="768"/>
                      <a:pt x="2703" y="1802"/>
                    </a:cubicBezTo>
                    <a:lnTo>
                      <a:pt x="2669" y="1869"/>
                    </a:lnTo>
                    <a:cubicBezTo>
                      <a:pt x="2169" y="3003"/>
                      <a:pt x="1502" y="4070"/>
                      <a:pt x="668" y="4938"/>
                    </a:cubicBezTo>
                    <a:cubicBezTo>
                      <a:pt x="601" y="5038"/>
                      <a:pt x="501" y="5138"/>
                      <a:pt x="401" y="5204"/>
                    </a:cubicBezTo>
                    <a:cubicBezTo>
                      <a:pt x="801" y="3903"/>
                      <a:pt x="1402" y="2669"/>
                      <a:pt x="2169" y="1535"/>
                    </a:cubicBezTo>
                    <a:cubicBezTo>
                      <a:pt x="2636" y="835"/>
                      <a:pt x="3036" y="368"/>
                      <a:pt x="3170" y="301"/>
                    </a:cubicBezTo>
                    <a:close/>
                    <a:moveTo>
                      <a:pt x="3170" y="1"/>
                    </a:moveTo>
                    <a:cubicBezTo>
                      <a:pt x="2769" y="101"/>
                      <a:pt x="2202" y="901"/>
                      <a:pt x="1902" y="1368"/>
                    </a:cubicBezTo>
                    <a:cubicBezTo>
                      <a:pt x="1068" y="2603"/>
                      <a:pt x="434" y="3970"/>
                      <a:pt x="34" y="5405"/>
                    </a:cubicBezTo>
                    <a:cubicBezTo>
                      <a:pt x="1" y="5471"/>
                      <a:pt x="1" y="5505"/>
                      <a:pt x="34" y="5538"/>
                    </a:cubicBezTo>
                    <a:cubicBezTo>
                      <a:pt x="67" y="5571"/>
                      <a:pt x="134" y="5605"/>
                      <a:pt x="167" y="5605"/>
                    </a:cubicBezTo>
                    <a:lnTo>
                      <a:pt x="201" y="5605"/>
                    </a:lnTo>
                    <a:cubicBezTo>
                      <a:pt x="468" y="5571"/>
                      <a:pt x="701" y="5371"/>
                      <a:pt x="901" y="5171"/>
                    </a:cubicBezTo>
                    <a:cubicBezTo>
                      <a:pt x="1769" y="4237"/>
                      <a:pt x="2469" y="3170"/>
                      <a:pt x="2969" y="1969"/>
                    </a:cubicBezTo>
                    <a:lnTo>
                      <a:pt x="2969" y="1902"/>
                    </a:lnTo>
                    <a:cubicBezTo>
                      <a:pt x="3570" y="534"/>
                      <a:pt x="3570" y="167"/>
                      <a:pt x="3370" y="34"/>
                    </a:cubicBezTo>
                    <a:cubicBezTo>
                      <a:pt x="3336" y="1"/>
                      <a:pt x="3270" y="1"/>
                      <a:pt x="31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3"/>
              <p:cNvSpPr/>
              <p:nvPr/>
            </p:nvSpPr>
            <p:spPr>
              <a:xfrm>
                <a:off x="1985750" y="3859250"/>
                <a:ext cx="91775" cy="109900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4396" extrusionOk="0">
                    <a:moveTo>
                      <a:pt x="3270" y="459"/>
                    </a:moveTo>
                    <a:cubicBezTo>
                      <a:pt x="3170" y="1059"/>
                      <a:pt x="2536" y="1827"/>
                      <a:pt x="2202" y="2260"/>
                    </a:cubicBezTo>
                    <a:lnTo>
                      <a:pt x="2102" y="2360"/>
                    </a:lnTo>
                    <a:cubicBezTo>
                      <a:pt x="1935" y="2594"/>
                      <a:pt x="835" y="3728"/>
                      <a:pt x="434" y="4028"/>
                    </a:cubicBezTo>
                    <a:cubicBezTo>
                      <a:pt x="434" y="3995"/>
                      <a:pt x="468" y="3962"/>
                      <a:pt x="501" y="3928"/>
                    </a:cubicBezTo>
                    <a:cubicBezTo>
                      <a:pt x="668" y="3661"/>
                      <a:pt x="835" y="3394"/>
                      <a:pt x="968" y="3128"/>
                    </a:cubicBezTo>
                    <a:cubicBezTo>
                      <a:pt x="1268" y="2661"/>
                      <a:pt x="1535" y="2194"/>
                      <a:pt x="1869" y="1793"/>
                    </a:cubicBezTo>
                    <a:cubicBezTo>
                      <a:pt x="2369" y="1193"/>
                      <a:pt x="2836" y="759"/>
                      <a:pt x="3270" y="459"/>
                    </a:cubicBezTo>
                    <a:close/>
                    <a:moveTo>
                      <a:pt x="3403" y="0"/>
                    </a:moveTo>
                    <a:cubicBezTo>
                      <a:pt x="3378" y="0"/>
                      <a:pt x="3353" y="9"/>
                      <a:pt x="3336" y="25"/>
                    </a:cubicBezTo>
                    <a:cubicBezTo>
                      <a:pt x="2803" y="359"/>
                      <a:pt x="2236" y="859"/>
                      <a:pt x="1635" y="1560"/>
                    </a:cubicBezTo>
                    <a:cubicBezTo>
                      <a:pt x="1268" y="1993"/>
                      <a:pt x="1001" y="2494"/>
                      <a:pt x="701" y="2961"/>
                    </a:cubicBezTo>
                    <a:cubicBezTo>
                      <a:pt x="568" y="3228"/>
                      <a:pt x="401" y="3495"/>
                      <a:pt x="234" y="3728"/>
                    </a:cubicBezTo>
                    <a:cubicBezTo>
                      <a:pt x="1" y="4062"/>
                      <a:pt x="134" y="4262"/>
                      <a:pt x="201" y="4328"/>
                    </a:cubicBezTo>
                    <a:cubicBezTo>
                      <a:pt x="234" y="4362"/>
                      <a:pt x="301" y="4395"/>
                      <a:pt x="334" y="4395"/>
                    </a:cubicBezTo>
                    <a:cubicBezTo>
                      <a:pt x="334" y="4395"/>
                      <a:pt x="334" y="4395"/>
                      <a:pt x="368" y="4362"/>
                    </a:cubicBezTo>
                    <a:cubicBezTo>
                      <a:pt x="768" y="4362"/>
                      <a:pt x="2336" y="2561"/>
                      <a:pt x="2369" y="2561"/>
                    </a:cubicBezTo>
                    <a:lnTo>
                      <a:pt x="2436" y="2460"/>
                    </a:lnTo>
                    <a:cubicBezTo>
                      <a:pt x="2903" y="1860"/>
                      <a:pt x="3670" y="893"/>
                      <a:pt x="3570" y="125"/>
                    </a:cubicBezTo>
                    <a:cubicBezTo>
                      <a:pt x="3570" y="92"/>
                      <a:pt x="3537" y="25"/>
                      <a:pt x="3470" y="25"/>
                    </a:cubicBezTo>
                    <a:cubicBezTo>
                      <a:pt x="3453" y="9"/>
                      <a:pt x="3428" y="0"/>
                      <a:pt x="34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3"/>
              <p:cNvSpPr/>
              <p:nvPr/>
            </p:nvSpPr>
            <p:spPr>
              <a:xfrm>
                <a:off x="3046525" y="4298525"/>
                <a:ext cx="75900" cy="121775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4871" extrusionOk="0">
                    <a:moveTo>
                      <a:pt x="2535" y="467"/>
                    </a:moveTo>
                    <a:lnTo>
                      <a:pt x="2535" y="467"/>
                    </a:lnTo>
                    <a:cubicBezTo>
                      <a:pt x="2569" y="1101"/>
                      <a:pt x="2102" y="1968"/>
                      <a:pt x="1835" y="2435"/>
                    </a:cubicBezTo>
                    <a:lnTo>
                      <a:pt x="1768" y="2569"/>
                    </a:lnTo>
                    <a:cubicBezTo>
                      <a:pt x="1635" y="2836"/>
                      <a:pt x="767" y="4137"/>
                      <a:pt x="434" y="4503"/>
                    </a:cubicBezTo>
                    <a:cubicBezTo>
                      <a:pt x="434" y="4470"/>
                      <a:pt x="434" y="4437"/>
                      <a:pt x="467" y="4403"/>
                    </a:cubicBezTo>
                    <a:cubicBezTo>
                      <a:pt x="567" y="4103"/>
                      <a:pt x="701" y="3803"/>
                      <a:pt x="801" y="3503"/>
                    </a:cubicBezTo>
                    <a:cubicBezTo>
                      <a:pt x="967" y="3002"/>
                      <a:pt x="1168" y="2502"/>
                      <a:pt x="1434" y="2035"/>
                    </a:cubicBezTo>
                    <a:cubicBezTo>
                      <a:pt x="1835" y="1368"/>
                      <a:pt x="2168" y="868"/>
                      <a:pt x="2535" y="467"/>
                    </a:cubicBezTo>
                    <a:close/>
                    <a:moveTo>
                      <a:pt x="2702" y="0"/>
                    </a:moveTo>
                    <a:cubicBezTo>
                      <a:pt x="2635" y="0"/>
                      <a:pt x="2569" y="0"/>
                      <a:pt x="2535" y="34"/>
                    </a:cubicBezTo>
                    <a:cubicBezTo>
                      <a:pt x="2068" y="467"/>
                      <a:pt x="1635" y="1068"/>
                      <a:pt x="1168" y="1868"/>
                    </a:cubicBezTo>
                    <a:cubicBezTo>
                      <a:pt x="901" y="2369"/>
                      <a:pt x="701" y="2902"/>
                      <a:pt x="500" y="3403"/>
                    </a:cubicBezTo>
                    <a:cubicBezTo>
                      <a:pt x="400" y="3703"/>
                      <a:pt x="267" y="3970"/>
                      <a:pt x="167" y="4270"/>
                    </a:cubicBezTo>
                    <a:cubicBezTo>
                      <a:pt x="0" y="4637"/>
                      <a:pt x="167" y="4804"/>
                      <a:pt x="234" y="4837"/>
                    </a:cubicBezTo>
                    <a:cubicBezTo>
                      <a:pt x="267" y="4870"/>
                      <a:pt x="334" y="4870"/>
                      <a:pt x="367" y="4870"/>
                    </a:cubicBezTo>
                    <a:lnTo>
                      <a:pt x="400" y="4870"/>
                    </a:lnTo>
                    <a:cubicBezTo>
                      <a:pt x="801" y="4770"/>
                      <a:pt x="2035" y="2736"/>
                      <a:pt x="2035" y="2702"/>
                    </a:cubicBezTo>
                    <a:lnTo>
                      <a:pt x="2102" y="2602"/>
                    </a:lnTo>
                    <a:cubicBezTo>
                      <a:pt x="2435" y="1935"/>
                      <a:pt x="3036" y="834"/>
                      <a:pt x="2802" y="100"/>
                    </a:cubicBezTo>
                    <a:cubicBezTo>
                      <a:pt x="2769" y="67"/>
                      <a:pt x="2735" y="34"/>
                      <a:pt x="27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3"/>
              <p:cNvSpPr/>
              <p:nvPr/>
            </p:nvSpPr>
            <p:spPr>
              <a:xfrm>
                <a:off x="2367700" y="3766125"/>
                <a:ext cx="397800" cy="366475"/>
              </a:xfrm>
              <a:custGeom>
                <a:avLst/>
                <a:gdLst/>
                <a:ahLst/>
                <a:cxnLst/>
                <a:rect l="l" t="t" r="r" b="b"/>
                <a:pathLst>
                  <a:path w="15912" h="14659" extrusionOk="0">
                    <a:moveTo>
                      <a:pt x="15774" y="1"/>
                    </a:moveTo>
                    <a:cubicBezTo>
                      <a:pt x="15764" y="1"/>
                      <a:pt x="15755" y="5"/>
                      <a:pt x="15745" y="14"/>
                    </a:cubicBezTo>
                    <a:cubicBezTo>
                      <a:pt x="14277" y="281"/>
                      <a:pt x="12709" y="348"/>
                      <a:pt x="11208" y="381"/>
                    </a:cubicBezTo>
                    <a:cubicBezTo>
                      <a:pt x="10941" y="381"/>
                      <a:pt x="10641" y="381"/>
                      <a:pt x="10341" y="415"/>
                    </a:cubicBezTo>
                    <a:cubicBezTo>
                      <a:pt x="10241" y="415"/>
                      <a:pt x="10174" y="481"/>
                      <a:pt x="10174" y="581"/>
                    </a:cubicBezTo>
                    <a:cubicBezTo>
                      <a:pt x="10174" y="648"/>
                      <a:pt x="10274" y="715"/>
                      <a:pt x="10341" y="715"/>
                    </a:cubicBezTo>
                    <a:cubicBezTo>
                      <a:pt x="10641" y="715"/>
                      <a:pt x="10941" y="715"/>
                      <a:pt x="11242" y="682"/>
                    </a:cubicBezTo>
                    <a:cubicBezTo>
                      <a:pt x="12676" y="648"/>
                      <a:pt x="14144" y="615"/>
                      <a:pt x="15578" y="348"/>
                    </a:cubicBezTo>
                    <a:lnTo>
                      <a:pt x="15578" y="348"/>
                    </a:lnTo>
                    <a:cubicBezTo>
                      <a:pt x="15478" y="682"/>
                      <a:pt x="15245" y="948"/>
                      <a:pt x="15011" y="1215"/>
                    </a:cubicBezTo>
                    <a:cubicBezTo>
                      <a:pt x="14844" y="1382"/>
                      <a:pt x="14677" y="1582"/>
                      <a:pt x="14544" y="1782"/>
                    </a:cubicBezTo>
                    <a:cubicBezTo>
                      <a:pt x="14311" y="2216"/>
                      <a:pt x="14110" y="2650"/>
                      <a:pt x="13944" y="3117"/>
                    </a:cubicBezTo>
                    <a:cubicBezTo>
                      <a:pt x="13777" y="3484"/>
                      <a:pt x="13610" y="3850"/>
                      <a:pt x="13443" y="4217"/>
                    </a:cubicBezTo>
                    <a:cubicBezTo>
                      <a:pt x="12609" y="5785"/>
                      <a:pt x="11609" y="7320"/>
                      <a:pt x="10474" y="8687"/>
                    </a:cubicBezTo>
                    <a:cubicBezTo>
                      <a:pt x="10074" y="9188"/>
                      <a:pt x="9674" y="9655"/>
                      <a:pt x="9274" y="10122"/>
                    </a:cubicBezTo>
                    <a:cubicBezTo>
                      <a:pt x="8106" y="11389"/>
                      <a:pt x="6939" y="12757"/>
                      <a:pt x="6171" y="14325"/>
                    </a:cubicBezTo>
                    <a:cubicBezTo>
                      <a:pt x="6171" y="14291"/>
                      <a:pt x="6138" y="14291"/>
                      <a:pt x="6138" y="14291"/>
                    </a:cubicBezTo>
                    <a:cubicBezTo>
                      <a:pt x="6071" y="14225"/>
                      <a:pt x="6038" y="14191"/>
                      <a:pt x="6005" y="14191"/>
                    </a:cubicBezTo>
                    <a:cubicBezTo>
                      <a:pt x="4037" y="12990"/>
                      <a:pt x="2102" y="11990"/>
                      <a:pt x="234" y="11156"/>
                    </a:cubicBezTo>
                    <a:cubicBezTo>
                      <a:pt x="217" y="11147"/>
                      <a:pt x="198" y="11143"/>
                      <a:pt x="179" y="11143"/>
                    </a:cubicBezTo>
                    <a:cubicBezTo>
                      <a:pt x="121" y="11143"/>
                      <a:pt x="59" y="11181"/>
                      <a:pt x="34" y="11256"/>
                    </a:cubicBezTo>
                    <a:cubicBezTo>
                      <a:pt x="0" y="11322"/>
                      <a:pt x="34" y="11423"/>
                      <a:pt x="100" y="11456"/>
                    </a:cubicBezTo>
                    <a:cubicBezTo>
                      <a:pt x="1968" y="12256"/>
                      <a:pt x="3870" y="13257"/>
                      <a:pt x="5838" y="14458"/>
                    </a:cubicBezTo>
                    <a:cubicBezTo>
                      <a:pt x="5871" y="14458"/>
                      <a:pt x="5905" y="14491"/>
                      <a:pt x="5938" y="14525"/>
                    </a:cubicBezTo>
                    <a:cubicBezTo>
                      <a:pt x="6038" y="14591"/>
                      <a:pt x="6105" y="14658"/>
                      <a:pt x="6238" y="14658"/>
                    </a:cubicBezTo>
                    <a:lnTo>
                      <a:pt x="6271" y="14658"/>
                    </a:lnTo>
                    <a:cubicBezTo>
                      <a:pt x="6338" y="14658"/>
                      <a:pt x="6405" y="14591"/>
                      <a:pt x="6438" y="14525"/>
                    </a:cubicBezTo>
                    <a:cubicBezTo>
                      <a:pt x="7172" y="12957"/>
                      <a:pt x="8340" y="11623"/>
                      <a:pt x="9507" y="10322"/>
                    </a:cubicBezTo>
                    <a:cubicBezTo>
                      <a:pt x="9907" y="9855"/>
                      <a:pt x="10308" y="9388"/>
                      <a:pt x="10708" y="8887"/>
                    </a:cubicBezTo>
                    <a:cubicBezTo>
                      <a:pt x="11842" y="7486"/>
                      <a:pt x="12876" y="5952"/>
                      <a:pt x="13710" y="4351"/>
                    </a:cubicBezTo>
                    <a:cubicBezTo>
                      <a:pt x="13910" y="3984"/>
                      <a:pt x="14077" y="3617"/>
                      <a:pt x="14244" y="3217"/>
                    </a:cubicBezTo>
                    <a:cubicBezTo>
                      <a:pt x="14411" y="2783"/>
                      <a:pt x="14611" y="2349"/>
                      <a:pt x="14844" y="1949"/>
                    </a:cubicBezTo>
                    <a:cubicBezTo>
                      <a:pt x="14944" y="1749"/>
                      <a:pt x="15078" y="1582"/>
                      <a:pt x="15245" y="1415"/>
                    </a:cubicBezTo>
                    <a:cubicBezTo>
                      <a:pt x="15578" y="1048"/>
                      <a:pt x="15912" y="715"/>
                      <a:pt x="15912" y="148"/>
                    </a:cubicBezTo>
                    <a:cubicBezTo>
                      <a:pt x="15912" y="114"/>
                      <a:pt x="15912" y="81"/>
                      <a:pt x="15845" y="48"/>
                    </a:cubicBezTo>
                    <a:cubicBezTo>
                      <a:pt x="15821" y="24"/>
                      <a:pt x="15798" y="1"/>
                      <a:pt x="157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3"/>
              <p:cNvSpPr/>
              <p:nvPr/>
            </p:nvSpPr>
            <p:spPr>
              <a:xfrm>
                <a:off x="2427750" y="4029675"/>
                <a:ext cx="934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3737" h="2049" extrusionOk="0">
                    <a:moveTo>
                      <a:pt x="179" y="1"/>
                    </a:moveTo>
                    <a:cubicBezTo>
                      <a:pt x="121" y="1"/>
                      <a:pt x="58" y="38"/>
                      <a:pt x="33" y="113"/>
                    </a:cubicBezTo>
                    <a:cubicBezTo>
                      <a:pt x="0" y="180"/>
                      <a:pt x="33" y="280"/>
                      <a:pt x="100" y="313"/>
                    </a:cubicBezTo>
                    <a:lnTo>
                      <a:pt x="3503" y="2015"/>
                    </a:lnTo>
                    <a:cubicBezTo>
                      <a:pt x="3536" y="2048"/>
                      <a:pt x="3569" y="2048"/>
                      <a:pt x="3569" y="2048"/>
                    </a:cubicBezTo>
                    <a:cubicBezTo>
                      <a:pt x="3636" y="2048"/>
                      <a:pt x="3703" y="2015"/>
                      <a:pt x="3703" y="1948"/>
                    </a:cubicBezTo>
                    <a:cubicBezTo>
                      <a:pt x="3736" y="1881"/>
                      <a:pt x="3703" y="1781"/>
                      <a:pt x="3636" y="1748"/>
                    </a:cubicBezTo>
                    <a:lnTo>
                      <a:pt x="234" y="13"/>
                    </a:lnTo>
                    <a:cubicBezTo>
                      <a:pt x="217" y="5"/>
                      <a:pt x="198" y="1"/>
                      <a:pt x="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43"/>
              <p:cNvSpPr/>
              <p:nvPr/>
            </p:nvSpPr>
            <p:spPr>
              <a:xfrm>
                <a:off x="2446925" y="3985300"/>
                <a:ext cx="105925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456" extrusionOk="0">
                    <a:moveTo>
                      <a:pt x="160" y="0"/>
                    </a:moveTo>
                    <a:cubicBezTo>
                      <a:pt x="103" y="0"/>
                      <a:pt x="55" y="24"/>
                      <a:pt x="34" y="87"/>
                    </a:cubicBezTo>
                    <a:cubicBezTo>
                      <a:pt x="0" y="154"/>
                      <a:pt x="34" y="254"/>
                      <a:pt x="100" y="287"/>
                    </a:cubicBezTo>
                    <a:cubicBezTo>
                      <a:pt x="1401" y="988"/>
                      <a:pt x="2702" y="1688"/>
                      <a:pt x="3970" y="2455"/>
                    </a:cubicBezTo>
                    <a:lnTo>
                      <a:pt x="4070" y="2455"/>
                    </a:lnTo>
                    <a:cubicBezTo>
                      <a:pt x="4103" y="2455"/>
                      <a:pt x="4170" y="2422"/>
                      <a:pt x="4203" y="2389"/>
                    </a:cubicBezTo>
                    <a:cubicBezTo>
                      <a:pt x="4237" y="2289"/>
                      <a:pt x="4203" y="2222"/>
                      <a:pt x="4137" y="2155"/>
                    </a:cubicBezTo>
                    <a:cubicBezTo>
                      <a:pt x="2869" y="1421"/>
                      <a:pt x="1568" y="687"/>
                      <a:pt x="267" y="20"/>
                    </a:cubicBezTo>
                    <a:cubicBezTo>
                      <a:pt x="230" y="8"/>
                      <a:pt x="194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43"/>
              <p:cNvSpPr/>
              <p:nvPr/>
            </p:nvSpPr>
            <p:spPr>
              <a:xfrm>
                <a:off x="2476950" y="3962225"/>
                <a:ext cx="131775" cy="18600"/>
              </a:xfrm>
              <a:custGeom>
                <a:avLst/>
                <a:gdLst/>
                <a:ahLst/>
                <a:cxnLst/>
                <a:rect l="l" t="t" r="r" b="b"/>
                <a:pathLst>
                  <a:path w="5271" h="744" extrusionOk="0">
                    <a:moveTo>
                      <a:pt x="150" y="1"/>
                    </a:moveTo>
                    <a:cubicBezTo>
                      <a:pt x="78" y="1"/>
                      <a:pt x="28" y="60"/>
                      <a:pt x="0" y="143"/>
                    </a:cubicBezTo>
                    <a:cubicBezTo>
                      <a:pt x="0" y="209"/>
                      <a:pt x="67" y="310"/>
                      <a:pt x="134" y="310"/>
                    </a:cubicBezTo>
                    <a:cubicBezTo>
                      <a:pt x="1701" y="610"/>
                      <a:pt x="3269" y="743"/>
                      <a:pt x="4837" y="743"/>
                    </a:cubicBezTo>
                    <a:lnTo>
                      <a:pt x="5104" y="743"/>
                    </a:lnTo>
                    <a:cubicBezTo>
                      <a:pt x="5204" y="743"/>
                      <a:pt x="5271" y="676"/>
                      <a:pt x="5271" y="576"/>
                    </a:cubicBezTo>
                    <a:cubicBezTo>
                      <a:pt x="5271" y="510"/>
                      <a:pt x="5204" y="443"/>
                      <a:pt x="5104" y="443"/>
                    </a:cubicBezTo>
                    <a:cubicBezTo>
                      <a:pt x="3469" y="443"/>
                      <a:pt x="1801" y="310"/>
                      <a:pt x="200" y="9"/>
                    </a:cubicBezTo>
                    <a:cubicBezTo>
                      <a:pt x="183" y="3"/>
                      <a:pt x="166" y="1"/>
                      <a:pt x="1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43"/>
              <p:cNvSpPr/>
              <p:nvPr/>
            </p:nvSpPr>
            <p:spPr>
              <a:xfrm>
                <a:off x="2639550" y="3793000"/>
                <a:ext cx="81750" cy="11850"/>
              </a:xfrm>
              <a:custGeom>
                <a:avLst/>
                <a:gdLst/>
                <a:ahLst/>
                <a:cxnLst/>
                <a:rect l="l" t="t" r="r" b="b"/>
                <a:pathLst>
                  <a:path w="3270" h="474" extrusionOk="0">
                    <a:moveTo>
                      <a:pt x="3142" y="0"/>
                    </a:moveTo>
                    <a:cubicBezTo>
                      <a:pt x="3130" y="0"/>
                      <a:pt x="3117" y="2"/>
                      <a:pt x="3103" y="7"/>
                    </a:cubicBezTo>
                    <a:lnTo>
                      <a:pt x="134" y="174"/>
                    </a:lnTo>
                    <a:cubicBezTo>
                      <a:pt x="67" y="174"/>
                      <a:pt x="1" y="240"/>
                      <a:pt x="1" y="340"/>
                    </a:cubicBezTo>
                    <a:cubicBezTo>
                      <a:pt x="1" y="407"/>
                      <a:pt x="67" y="474"/>
                      <a:pt x="134" y="474"/>
                    </a:cubicBezTo>
                    <a:lnTo>
                      <a:pt x="168" y="474"/>
                    </a:lnTo>
                    <a:lnTo>
                      <a:pt x="3136" y="307"/>
                    </a:lnTo>
                    <a:cubicBezTo>
                      <a:pt x="3203" y="307"/>
                      <a:pt x="3270" y="240"/>
                      <a:pt x="3270" y="140"/>
                    </a:cubicBezTo>
                    <a:cubicBezTo>
                      <a:pt x="3270" y="83"/>
                      <a:pt x="3220" y="0"/>
                      <a:pt x="31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43"/>
              <p:cNvSpPr/>
              <p:nvPr/>
            </p:nvSpPr>
            <p:spPr>
              <a:xfrm>
                <a:off x="1547100" y="3784825"/>
                <a:ext cx="919025" cy="119275"/>
              </a:xfrm>
              <a:custGeom>
                <a:avLst/>
                <a:gdLst/>
                <a:ahLst/>
                <a:cxnLst/>
                <a:rect l="l" t="t" r="r" b="b"/>
                <a:pathLst>
                  <a:path w="36761" h="4771" extrusionOk="0">
                    <a:moveTo>
                      <a:pt x="36594" y="0"/>
                    </a:moveTo>
                    <a:cubicBezTo>
                      <a:pt x="26753" y="467"/>
                      <a:pt x="16546" y="667"/>
                      <a:pt x="6239" y="667"/>
                    </a:cubicBezTo>
                    <a:lnTo>
                      <a:pt x="5972" y="667"/>
                    </a:lnTo>
                    <a:cubicBezTo>
                      <a:pt x="5004" y="667"/>
                      <a:pt x="4004" y="667"/>
                      <a:pt x="3036" y="868"/>
                    </a:cubicBezTo>
                    <a:cubicBezTo>
                      <a:pt x="2569" y="968"/>
                      <a:pt x="468" y="1802"/>
                      <a:pt x="101" y="2569"/>
                    </a:cubicBezTo>
                    <a:cubicBezTo>
                      <a:pt x="1" y="2769"/>
                      <a:pt x="34" y="2936"/>
                      <a:pt x="68" y="3036"/>
                    </a:cubicBezTo>
                    <a:cubicBezTo>
                      <a:pt x="161" y="3223"/>
                      <a:pt x="391" y="3284"/>
                      <a:pt x="704" y="3284"/>
                    </a:cubicBezTo>
                    <a:cubicBezTo>
                      <a:pt x="950" y="3284"/>
                      <a:pt x="1246" y="3246"/>
                      <a:pt x="1569" y="3203"/>
                    </a:cubicBezTo>
                    <a:cubicBezTo>
                      <a:pt x="1702" y="3169"/>
                      <a:pt x="1836" y="3169"/>
                      <a:pt x="1936" y="3169"/>
                    </a:cubicBezTo>
                    <a:cubicBezTo>
                      <a:pt x="2111" y="3161"/>
                      <a:pt x="2286" y="3157"/>
                      <a:pt x="2461" y="3157"/>
                    </a:cubicBezTo>
                    <a:cubicBezTo>
                      <a:pt x="2986" y="3157"/>
                      <a:pt x="3512" y="3194"/>
                      <a:pt x="4037" y="3269"/>
                    </a:cubicBezTo>
                    <a:cubicBezTo>
                      <a:pt x="4704" y="3369"/>
                      <a:pt x="5405" y="3536"/>
                      <a:pt x="6072" y="3703"/>
                    </a:cubicBezTo>
                    <a:cubicBezTo>
                      <a:pt x="6405" y="3770"/>
                      <a:pt x="6706" y="3836"/>
                      <a:pt x="7006" y="3903"/>
                    </a:cubicBezTo>
                    <a:cubicBezTo>
                      <a:pt x="9274" y="4370"/>
                      <a:pt x="11609" y="4570"/>
                      <a:pt x="13811" y="4770"/>
                    </a:cubicBezTo>
                    <a:cubicBezTo>
                      <a:pt x="13911" y="4770"/>
                      <a:pt x="13978" y="4704"/>
                      <a:pt x="13978" y="4637"/>
                    </a:cubicBezTo>
                    <a:cubicBezTo>
                      <a:pt x="13978" y="4537"/>
                      <a:pt x="13911" y="4470"/>
                      <a:pt x="13811" y="4470"/>
                    </a:cubicBezTo>
                    <a:cubicBezTo>
                      <a:pt x="11643" y="4270"/>
                      <a:pt x="9308" y="4036"/>
                      <a:pt x="7073" y="3603"/>
                    </a:cubicBezTo>
                    <a:cubicBezTo>
                      <a:pt x="6772" y="3503"/>
                      <a:pt x="6472" y="3469"/>
                      <a:pt x="6139" y="3369"/>
                    </a:cubicBezTo>
                    <a:cubicBezTo>
                      <a:pt x="5471" y="3236"/>
                      <a:pt x="4771" y="3069"/>
                      <a:pt x="4070" y="2969"/>
                    </a:cubicBezTo>
                    <a:cubicBezTo>
                      <a:pt x="3370" y="2869"/>
                      <a:pt x="2636" y="2836"/>
                      <a:pt x="1902" y="2836"/>
                    </a:cubicBezTo>
                    <a:cubicBezTo>
                      <a:pt x="1836" y="2836"/>
                      <a:pt x="1669" y="2869"/>
                      <a:pt x="1502" y="2902"/>
                    </a:cubicBezTo>
                    <a:cubicBezTo>
                      <a:pt x="1336" y="2923"/>
                      <a:pt x="962" y="2970"/>
                      <a:pt x="688" y="2970"/>
                    </a:cubicBezTo>
                    <a:cubicBezTo>
                      <a:pt x="523" y="2970"/>
                      <a:pt x="393" y="2953"/>
                      <a:pt x="368" y="2902"/>
                    </a:cubicBezTo>
                    <a:cubicBezTo>
                      <a:pt x="334" y="2869"/>
                      <a:pt x="334" y="2802"/>
                      <a:pt x="368" y="2702"/>
                    </a:cubicBezTo>
                    <a:cubicBezTo>
                      <a:pt x="668" y="2102"/>
                      <a:pt x="2569" y="1301"/>
                      <a:pt x="3103" y="1168"/>
                    </a:cubicBezTo>
                    <a:cubicBezTo>
                      <a:pt x="4037" y="968"/>
                      <a:pt x="5004" y="968"/>
                      <a:pt x="5972" y="968"/>
                    </a:cubicBezTo>
                    <a:lnTo>
                      <a:pt x="6239" y="968"/>
                    </a:lnTo>
                    <a:cubicBezTo>
                      <a:pt x="6885" y="970"/>
                      <a:pt x="7532" y="971"/>
                      <a:pt x="8178" y="971"/>
                    </a:cubicBezTo>
                    <a:cubicBezTo>
                      <a:pt x="17826" y="971"/>
                      <a:pt x="27373" y="738"/>
                      <a:pt x="36627" y="300"/>
                    </a:cubicBezTo>
                    <a:cubicBezTo>
                      <a:pt x="36694" y="300"/>
                      <a:pt x="36760" y="234"/>
                      <a:pt x="36760" y="167"/>
                    </a:cubicBezTo>
                    <a:cubicBezTo>
                      <a:pt x="36760" y="67"/>
                      <a:pt x="36694" y="0"/>
                      <a:pt x="365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43"/>
              <p:cNvSpPr/>
              <p:nvPr/>
            </p:nvSpPr>
            <p:spPr>
              <a:xfrm>
                <a:off x="1886525" y="3881800"/>
                <a:ext cx="147625" cy="59825"/>
              </a:xfrm>
              <a:custGeom>
                <a:avLst/>
                <a:gdLst/>
                <a:ahLst/>
                <a:cxnLst/>
                <a:rect l="l" t="t" r="r" b="b"/>
                <a:pathLst>
                  <a:path w="5905" h="2393" extrusionOk="0">
                    <a:moveTo>
                      <a:pt x="1194" y="0"/>
                    </a:moveTo>
                    <a:cubicBezTo>
                      <a:pt x="955" y="0"/>
                      <a:pt x="836" y="43"/>
                      <a:pt x="701" y="124"/>
                    </a:cubicBezTo>
                    <a:cubicBezTo>
                      <a:pt x="401" y="291"/>
                      <a:pt x="0" y="591"/>
                      <a:pt x="67" y="925"/>
                    </a:cubicBezTo>
                    <a:cubicBezTo>
                      <a:pt x="134" y="1425"/>
                      <a:pt x="1101" y="1625"/>
                      <a:pt x="2702" y="1925"/>
                    </a:cubicBezTo>
                    <a:cubicBezTo>
                      <a:pt x="3436" y="2059"/>
                      <a:pt x="4170" y="2192"/>
                      <a:pt x="4704" y="2359"/>
                    </a:cubicBezTo>
                    <a:cubicBezTo>
                      <a:pt x="4704" y="2392"/>
                      <a:pt x="4737" y="2392"/>
                      <a:pt x="4737" y="2392"/>
                    </a:cubicBezTo>
                    <a:cubicBezTo>
                      <a:pt x="4804" y="2392"/>
                      <a:pt x="4870" y="2359"/>
                      <a:pt x="4904" y="2292"/>
                    </a:cubicBezTo>
                    <a:cubicBezTo>
                      <a:pt x="4937" y="2192"/>
                      <a:pt x="4870" y="2092"/>
                      <a:pt x="4804" y="2092"/>
                    </a:cubicBezTo>
                    <a:cubicBezTo>
                      <a:pt x="4270" y="1892"/>
                      <a:pt x="3503" y="1759"/>
                      <a:pt x="2736" y="1592"/>
                    </a:cubicBezTo>
                    <a:cubicBezTo>
                      <a:pt x="1768" y="1425"/>
                      <a:pt x="434" y="1192"/>
                      <a:pt x="367" y="858"/>
                    </a:cubicBezTo>
                    <a:cubicBezTo>
                      <a:pt x="367" y="825"/>
                      <a:pt x="367" y="691"/>
                      <a:pt x="868" y="391"/>
                    </a:cubicBezTo>
                    <a:cubicBezTo>
                      <a:pt x="952" y="343"/>
                      <a:pt x="1036" y="316"/>
                      <a:pt x="1208" y="316"/>
                    </a:cubicBezTo>
                    <a:cubicBezTo>
                      <a:pt x="1513" y="316"/>
                      <a:pt x="2093" y="399"/>
                      <a:pt x="3436" y="591"/>
                    </a:cubicBezTo>
                    <a:cubicBezTo>
                      <a:pt x="4036" y="691"/>
                      <a:pt x="4770" y="791"/>
                      <a:pt x="5704" y="925"/>
                    </a:cubicBezTo>
                    <a:cubicBezTo>
                      <a:pt x="5722" y="931"/>
                      <a:pt x="5739" y="933"/>
                      <a:pt x="5754" y="933"/>
                    </a:cubicBezTo>
                    <a:cubicBezTo>
                      <a:pt x="5827" y="933"/>
                      <a:pt x="5877" y="874"/>
                      <a:pt x="5904" y="791"/>
                    </a:cubicBezTo>
                    <a:cubicBezTo>
                      <a:pt x="5904" y="725"/>
                      <a:pt x="5838" y="624"/>
                      <a:pt x="5771" y="624"/>
                    </a:cubicBezTo>
                    <a:cubicBezTo>
                      <a:pt x="4804" y="491"/>
                      <a:pt x="4070" y="358"/>
                      <a:pt x="3469" y="291"/>
                    </a:cubicBezTo>
                    <a:cubicBezTo>
                      <a:pt x="2160" y="92"/>
                      <a:pt x="1547" y="0"/>
                      <a:pt x="11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43"/>
              <p:cNvSpPr/>
              <p:nvPr/>
            </p:nvSpPr>
            <p:spPr>
              <a:xfrm>
                <a:off x="1703900" y="3854875"/>
                <a:ext cx="169300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968" extrusionOk="0">
                    <a:moveTo>
                      <a:pt x="167" y="0"/>
                    </a:moveTo>
                    <a:cubicBezTo>
                      <a:pt x="67" y="0"/>
                      <a:pt x="0" y="67"/>
                      <a:pt x="0" y="134"/>
                    </a:cubicBezTo>
                    <a:cubicBezTo>
                      <a:pt x="0" y="234"/>
                      <a:pt x="67" y="300"/>
                      <a:pt x="167" y="300"/>
                    </a:cubicBezTo>
                    <a:cubicBezTo>
                      <a:pt x="1534" y="334"/>
                      <a:pt x="2935" y="501"/>
                      <a:pt x="4303" y="734"/>
                    </a:cubicBezTo>
                    <a:lnTo>
                      <a:pt x="4503" y="801"/>
                    </a:lnTo>
                    <a:cubicBezTo>
                      <a:pt x="5037" y="868"/>
                      <a:pt x="5571" y="968"/>
                      <a:pt x="6104" y="968"/>
                    </a:cubicBezTo>
                    <a:lnTo>
                      <a:pt x="6605" y="968"/>
                    </a:lnTo>
                    <a:cubicBezTo>
                      <a:pt x="6705" y="934"/>
                      <a:pt x="6772" y="868"/>
                      <a:pt x="6738" y="767"/>
                    </a:cubicBezTo>
                    <a:cubicBezTo>
                      <a:pt x="6738" y="701"/>
                      <a:pt x="6638" y="634"/>
                      <a:pt x="6571" y="634"/>
                    </a:cubicBezTo>
                    <a:cubicBezTo>
                      <a:pt x="6405" y="659"/>
                      <a:pt x="6238" y="669"/>
                      <a:pt x="6071" y="669"/>
                    </a:cubicBezTo>
                    <a:cubicBezTo>
                      <a:pt x="5571" y="669"/>
                      <a:pt x="5070" y="576"/>
                      <a:pt x="4570" y="501"/>
                    </a:cubicBezTo>
                    <a:lnTo>
                      <a:pt x="4370" y="434"/>
                    </a:lnTo>
                    <a:cubicBezTo>
                      <a:pt x="2969" y="200"/>
                      <a:pt x="1568" y="34"/>
                      <a:pt x="1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43"/>
              <p:cNvSpPr/>
              <p:nvPr/>
            </p:nvSpPr>
            <p:spPr>
              <a:xfrm>
                <a:off x="2015775" y="3939100"/>
                <a:ext cx="18265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7306" h="1735" extrusionOk="0">
                    <a:moveTo>
                      <a:pt x="234" y="0"/>
                    </a:moveTo>
                    <a:cubicBezTo>
                      <a:pt x="134" y="0"/>
                      <a:pt x="67" y="34"/>
                      <a:pt x="34" y="134"/>
                    </a:cubicBezTo>
                    <a:cubicBezTo>
                      <a:pt x="1" y="234"/>
                      <a:pt x="67" y="301"/>
                      <a:pt x="167" y="301"/>
                    </a:cubicBezTo>
                    <a:lnTo>
                      <a:pt x="1168" y="501"/>
                    </a:lnTo>
                    <a:cubicBezTo>
                      <a:pt x="3136" y="868"/>
                      <a:pt x="5171" y="1235"/>
                      <a:pt x="7106" y="1702"/>
                    </a:cubicBezTo>
                    <a:cubicBezTo>
                      <a:pt x="7106" y="1735"/>
                      <a:pt x="7106" y="1735"/>
                      <a:pt x="7139" y="1735"/>
                    </a:cubicBezTo>
                    <a:cubicBezTo>
                      <a:pt x="7206" y="1735"/>
                      <a:pt x="7272" y="1668"/>
                      <a:pt x="7272" y="1601"/>
                    </a:cubicBezTo>
                    <a:cubicBezTo>
                      <a:pt x="7306" y="1535"/>
                      <a:pt x="7239" y="1435"/>
                      <a:pt x="7172" y="1401"/>
                    </a:cubicBezTo>
                    <a:cubicBezTo>
                      <a:pt x="5238" y="934"/>
                      <a:pt x="3203" y="567"/>
                      <a:pt x="1235" y="200"/>
                    </a:cubicBez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43"/>
              <p:cNvSpPr/>
              <p:nvPr/>
            </p:nvSpPr>
            <p:spPr>
              <a:xfrm>
                <a:off x="2049125" y="3902400"/>
                <a:ext cx="179325" cy="30050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1202" extrusionOk="0">
                    <a:moveTo>
                      <a:pt x="168" y="1"/>
                    </a:moveTo>
                    <a:cubicBezTo>
                      <a:pt x="68" y="1"/>
                      <a:pt x="1" y="34"/>
                      <a:pt x="1" y="134"/>
                    </a:cubicBezTo>
                    <a:cubicBezTo>
                      <a:pt x="1" y="234"/>
                      <a:pt x="34" y="301"/>
                      <a:pt x="134" y="301"/>
                    </a:cubicBezTo>
                    <a:cubicBezTo>
                      <a:pt x="1235" y="434"/>
                      <a:pt x="2403" y="601"/>
                      <a:pt x="3570" y="768"/>
                    </a:cubicBezTo>
                    <a:cubicBezTo>
                      <a:pt x="4704" y="901"/>
                      <a:pt x="5872" y="1068"/>
                      <a:pt x="7006" y="1201"/>
                    </a:cubicBezTo>
                    <a:cubicBezTo>
                      <a:pt x="7106" y="1201"/>
                      <a:pt x="7173" y="1135"/>
                      <a:pt x="7173" y="1068"/>
                    </a:cubicBezTo>
                    <a:cubicBezTo>
                      <a:pt x="7173" y="968"/>
                      <a:pt x="7106" y="901"/>
                      <a:pt x="7039" y="901"/>
                    </a:cubicBezTo>
                    <a:cubicBezTo>
                      <a:pt x="5905" y="734"/>
                      <a:pt x="4771" y="601"/>
                      <a:pt x="3603" y="434"/>
                    </a:cubicBezTo>
                    <a:cubicBezTo>
                      <a:pt x="2436" y="301"/>
                      <a:pt x="1302" y="134"/>
                      <a:pt x="1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43"/>
              <p:cNvSpPr/>
              <p:nvPr/>
            </p:nvSpPr>
            <p:spPr>
              <a:xfrm>
                <a:off x="2207575" y="3980800"/>
                <a:ext cx="17350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6940" h="1735" extrusionOk="0">
                    <a:moveTo>
                      <a:pt x="201" y="0"/>
                    </a:moveTo>
                    <a:cubicBezTo>
                      <a:pt x="101" y="0"/>
                      <a:pt x="34" y="67"/>
                      <a:pt x="34" y="134"/>
                    </a:cubicBezTo>
                    <a:cubicBezTo>
                      <a:pt x="1" y="234"/>
                      <a:pt x="67" y="300"/>
                      <a:pt x="168" y="300"/>
                    </a:cubicBezTo>
                    <a:cubicBezTo>
                      <a:pt x="1202" y="434"/>
                      <a:pt x="2169" y="667"/>
                      <a:pt x="2936" y="867"/>
                    </a:cubicBezTo>
                    <a:cubicBezTo>
                      <a:pt x="3100" y="922"/>
                      <a:pt x="3285" y="976"/>
                      <a:pt x="3493" y="976"/>
                    </a:cubicBezTo>
                    <a:cubicBezTo>
                      <a:pt x="3540" y="976"/>
                      <a:pt x="3588" y="974"/>
                      <a:pt x="3637" y="968"/>
                    </a:cubicBezTo>
                    <a:cubicBezTo>
                      <a:pt x="3837" y="934"/>
                      <a:pt x="4070" y="801"/>
                      <a:pt x="4170" y="601"/>
                    </a:cubicBezTo>
                    <a:cubicBezTo>
                      <a:pt x="4571" y="767"/>
                      <a:pt x="4971" y="934"/>
                      <a:pt x="5338" y="1134"/>
                    </a:cubicBezTo>
                    <a:cubicBezTo>
                      <a:pt x="5805" y="1301"/>
                      <a:pt x="6239" y="1501"/>
                      <a:pt x="6672" y="1701"/>
                    </a:cubicBezTo>
                    <a:cubicBezTo>
                      <a:pt x="6706" y="1701"/>
                      <a:pt x="6739" y="1735"/>
                      <a:pt x="6739" y="1735"/>
                    </a:cubicBezTo>
                    <a:cubicBezTo>
                      <a:pt x="6806" y="1735"/>
                      <a:pt x="6872" y="1668"/>
                      <a:pt x="6906" y="1635"/>
                    </a:cubicBezTo>
                    <a:cubicBezTo>
                      <a:pt x="6939" y="1535"/>
                      <a:pt x="6906" y="1468"/>
                      <a:pt x="6806" y="1435"/>
                    </a:cubicBezTo>
                    <a:cubicBezTo>
                      <a:pt x="6372" y="1234"/>
                      <a:pt x="5938" y="1034"/>
                      <a:pt x="5471" y="834"/>
                    </a:cubicBezTo>
                    <a:cubicBezTo>
                      <a:pt x="5038" y="634"/>
                      <a:pt x="4571" y="434"/>
                      <a:pt x="4137" y="234"/>
                    </a:cubicBezTo>
                    <a:cubicBezTo>
                      <a:pt x="4104" y="234"/>
                      <a:pt x="4037" y="234"/>
                      <a:pt x="4004" y="267"/>
                    </a:cubicBezTo>
                    <a:cubicBezTo>
                      <a:pt x="3970" y="267"/>
                      <a:pt x="3937" y="334"/>
                      <a:pt x="3937" y="367"/>
                    </a:cubicBezTo>
                    <a:cubicBezTo>
                      <a:pt x="3904" y="534"/>
                      <a:pt x="3737" y="634"/>
                      <a:pt x="3603" y="667"/>
                    </a:cubicBezTo>
                    <a:cubicBezTo>
                      <a:pt x="3567" y="673"/>
                      <a:pt x="3530" y="676"/>
                      <a:pt x="3493" y="676"/>
                    </a:cubicBezTo>
                    <a:cubicBezTo>
                      <a:pt x="3330" y="676"/>
                      <a:pt x="3166" y="622"/>
                      <a:pt x="3003" y="567"/>
                    </a:cubicBezTo>
                    <a:cubicBezTo>
                      <a:pt x="2236" y="367"/>
                      <a:pt x="1268" y="100"/>
                      <a:pt x="2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43"/>
              <p:cNvSpPr/>
              <p:nvPr/>
            </p:nvSpPr>
            <p:spPr>
              <a:xfrm>
                <a:off x="2246775" y="3930750"/>
                <a:ext cx="86750" cy="43400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1736" extrusionOk="0">
                    <a:moveTo>
                      <a:pt x="167" y="1"/>
                    </a:moveTo>
                    <a:cubicBezTo>
                      <a:pt x="101" y="1"/>
                      <a:pt x="1" y="67"/>
                      <a:pt x="1" y="134"/>
                    </a:cubicBezTo>
                    <a:cubicBezTo>
                      <a:pt x="1" y="234"/>
                      <a:pt x="34" y="301"/>
                      <a:pt x="134" y="334"/>
                    </a:cubicBezTo>
                    <a:cubicBezTo>
                      <a:pt x="968" y="468"/>
                      <a:pt x="1902" y="568"/>
                      <a:pt x="3036" y="635"/>
                    </a:cubicBezTo>
                    <a:cubicBezTo>
                      <a:pt x="2903" y="935"/>
                      <a:pt x="2769" y="1235"/>
                      <a:pt x="2702" y="1569"/>
                    </a:cubicBezTo>
                    <a:cubicBezTo>
                      <a:pt x="2702" y="1635"/>
                      <a:pt x="2736" y="1735"/>
                      <a:pt x="2836" y="1735"/>
                    </a:cubicBezTo>
                    <a:lnTo>
                      <a:pt x="2869" y="1735"/>
                    </a:lnTo>
                    <a:cubicBezTo>
                      <a:pt x="2936" y="1735"/>
                      <a:pt x="3003" y="1702"/>
                      <a:pt x="3036" y="1635"/>
                    </a:cubicBezTo>
                    <a:cubicBezTo>
                      <a:pt x="3103" y="1268"/>
                      <a:pt x="3236" y="901"/>
                      <a:pt x="3436" y="568"/>
                    </a:cubicBezTo>
                    <a:cubicBezTo>
                      <a:pt x="3470" y="534"/>
                      <a:pt x="3470" y="468"/>
                      <a:pt x="3436" y="434"/>
                    </a:cubicBezTo>
                    <a:cubicBezTo>
                      <a:pt x="3403" y="368"/>
                      <a:pt x="3370" y="334"/>
                      <a:pt x="3303" y="334"/>
                    </a:cubicBezTo>
                    <a:cubicBezTo>
                      <a:pt x="2035" y="268"/>
                      <a:pt x="1068" y="168"/>
                      <a:pt x="1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43"/>
              <p:cNvSpPr/>
              <p:nvPr/>
            </p:nvSpPr>
            <p:spPr>
              <a:xfrm>
                <a:off x="2342675" y="3958050"/>
                <a:ext cx="47550" cy="21925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877" extrusionOk="0">
                    <a:moveTo>
                      <a:pt x="195" y="1"/>
                    </a:moveTo>
                    <a:cubicBezTo>
                      <a:pt x="133" y="1"/>
                      <a:pt x="61" y="55"/>
                      <a:pt x="34" y="110"/>
                    </a:cubicBezTo>
                    <a:cubicBezTo>
                      <a:pt x="1" y="210"/>
                      <a:pt x="34" y="276"/>
                      <a:pt x="134" y="310"/>
                    </a:cubicBezTo>
                    <a:cubicBezTo>
                      <a:pt x="634" y="510"/>
                      <a:pt x="1168" y="710"/>
                      <a:pt x="1702" y="877"/>
                    </a:cubicBezTo>
                    <a:lnTo>
                      <a:pt x="1735" y="877"/>
                    </a:lnTo>
                    <a:cubicBezTo>
                      <a:pt x="1802" y="877"/>
                      <a:pt x="1869" y="843"/>
                      <a:pt x="1869" y="777"/>
                    </a:cubicBezTo>
                    <a:cubicBezTo>
                      <a:pt x="1902" y="677"/>
                      <a:pt x="1869" y="610"/>
                      <a:pt x="1769" y="577"/>
                    </a:cubicBezTo>
                    <a:cubicBezTo>
                      <a:pt x="1268" y="410"/>
                      <a:pt x="734" y="210"/>
                      <a:pt x="234" y="10"/>
                    </a:cubicBezTo>
                    <a:cubicBezTo>
                      <a:pt x="222" y="3"/>
                      <a:pt x="208" y="1"/>
                      <a:pt x="1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43"/>
              <p:cNvSpPr/>
              <p:nvPr/>
            </p:nvSpPr>
            <p:spPr>
              <a:xfrm>
                <a:off x="2371875" y="3835625"/>
                <a:ext cx="79250" cy="109325"/>
              </a:xfrm>
              <a:custGeom>
                <a:avLst/>
                <a:gdLst/>
                <a:ahLst/>
                <a:cxnLst/>
                <a:rect l="l" t="t" r="r" b="b"/>
                <a:pathLst>
                  <a:path w="3170" h="4373" extrusionOk="0">
                    <a:moveTo>
                      <a:pt x="2982" y="0"/>
                    </a:moveTo>
                    <a:cubicBezTo>
                      <a:pt x="2931" y="0"/>
                      <a:pt x="2877" y="28"/>
                      <a:pt x="2835" y="70"/>
                    </a:cubicBezTo>
                    <a:cubicBezTo>
                      <a:pt x="2002" y="1471"/>
                      <a:pt x="1101" y="2838"/>
                      <a:pt x="67" y="4106"/>
                    </a:cubicBezTo>
                    <a:cubicBezTo>
                      <a:pt x="0" y="4173"/>
                      <a:pt x="33" y="4273"/>
                      <a:pt x="100" y="4339"/>
                    </a:cubicBezTo>
                    <a:cubicBezTo>
                      <a:pt x="134" y="4339"/>
                      <a:pt x="167" y="4373"/>
                      <a:pt x="200" y="4373"/>
                    </a:cubicBezTo>
                    <a:cubicBezTo>
                      <a:pt x="234" y="4373"/>
                      <a:pt x="267" y="4339"/>
                      <a:pt x="300" y="4306"/>
                    </a:cubicBezTo>
                    <a:cubicBezTo>
                      <a:pt x="1334" y="3005"/>
                      <a:pt x="2268" y="1671"/>
                      <a:pt x="3102" y="237"/>
                    </a:cubicBezTo>
                    <a:cubicBezTo>
                      <a:pt x="3169" y="170"/>
                      <a:pt x="3136" y="70"/>
                      <a:pt x="3069" y="36"/>
                    </a:cubicBezTo>
                    <a:cubicBezTo>
                      <a:pt x="3043" y="11"/>
                      <a:pt x="3013" y="0"/>
                      <a:pt x="29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3"/>
              <p:cNvSpPr/>
              <p:nvPr/>
            </p:nvSpPr>
            <p:spPr>
              <a:xfrm>
                <a:off x="2401875" y="3897325"/>
                <a:ext cx="39225" cy="34300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372" extrusionOk="0">
                    <a:moveTo>
                      <a:pt x="1389" y="0"/>
                    </a:moveTo>
                    <a:cubicBezTo>
                      <a:pt x="1358" y="0"/>
                      <a:pt x="1327" y="11"/>
                      <a:pt x="1302" y="37"/>
                    </a:cubicBezTo>
                    <a:lnTo>
                      <a:pt x="101" y="1104"/>
                    </a:lnTo>
                    <a:cubicBezTo>
                      <a:pt x="34" y="1138"/>
                      <a:pt x="1" y="1238"/>
                      <a:pt x="68" y="1304"/>
                    </a:cubicBezTo>
                    <a:cubicBezTo>
                      <a:pt x="101" y="1338"/>
                      <a:pt x="134" y="1371"/>
                      <a:pt x="201" y="1371"/>
                    </a:cubicBezTo>
                    <a:cubicBezTo>
                      <a:pt x="234" y="1371"/>
                      <a:pt x="268" y="1371"/>
                      <a:pt x="301" y="1338"/>
                    </a:cubicBezTo>
                    <a:lnTo>
                      <a:pt x="1502" y="270"/>
                    </a:lnTo>
                    <a:cubicBezTo>
                      <a:pt x="1569" y="204"/>
                      <a:pt x="1569" y="137"/>
                      <a:pt x="1535" y="70"/>
                    </a:cubicBezTo>
                    <a:cubicBezTo>
                      <a:pt x="1494" y="29"/>
                      <a:pt x="1440" y="0"/>
                      <a:pt x="13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3"/>
              <p:cNvSpPr/>
              <p:nvPr/>
            </p:nvSpPr>
            <p:spPr>
              <a:xfrm>
                <a:off x="2467775" y="3728200"/>
                <a:ext cx="485375" cy="564500"/>
              </a:xfrm>
              <a:custGeom>
                <a:avLst/>
                <a:gdLst/>
                <a:ahLst/>
                <a:cxnLst/>
                <a:rect l="l" t="t" r="r" b="b"/>
                <a:pathLst>
                  <a:path w="19415" h="22580" extrusionOk="0">
                    <a:moveTo>
                      <a:pt x="13455" y="1"/>
                    </a:moveTo>
                    <a:cubicBezTo>
                      <a:pt x="12809" y="1"/>
                      <a:pt x="12053" y="548"/>
                      <a:pt x="11141" y="1665"/>
                    </a:cubicBezTo>
                    <a:cubicBezTo>
                      <a:pt x="11075" y="1732"/>
                      <a:pt x="11108" y="1832"/>
                      <a:pt x="11175" y="1865"/>
                    </a:cubicBezTo>
                    <a:cubicBezTo>
                      <a:pt x="11208" y="1898"/>
                      <a:pt x="11250" y="1915"/>
                      <a:pt x="11287" y="1915"/>
                    </a:cubicBezTo>
                    <a:cubicBezTo>
                      <a:pt x="11325" y="1915"/>
                      <a:pt x="11358" y="1898"/>
                      <a:pt x="11375" y="1865"/>
                    </a:cubicBezTo>
                    <a:cubicBezTo>
                      <a:pt x="12231" y="825"/>
                      <a:pt x="12947" y="318"/>
                      <a:pt x="13498" y="318"/>
                    </a:cubicBezTo>
                    <a:cubicBezTo>
                      <a:pt x="13548" y="318"/>
                      <a:pt x="13596" y="322"/>
                      <a:pt x="13643" y="331"/>
                    </a:cubicBezTo>
                    <a:cubicBezTo>
                      <a:pt x="14444" y="497"/>
                      <a:pt x="14844" y="1932"/>
                      <a:pt x="15111" y="2866"/>
                    </a:cubicBezTo>
                    <a:cubicBezTo>
                      <a:pt x="15211" y="3266"/>
                      <a:pt x="15278" y="3600"/>
                      <a:pt x="15378" y="3766"/>
                    </a:cubicBezTo>
                    <a:cubicBezTo>
                      <a:pt x="15587" y="4148"/>
                      <a:pt x="16001" y="4284"/>
                      <a:pt x="16490" y="4284"/>
                    </a:cubicBezTo>
                    <a:cubicBezTo>
                      <a:pt x="17326" y="4284"/>
                      <a:pt x="18382" y="3885"/>
                      <a:pt x="19014" y="3633"/>
                    </a:cubicBezTo>
                    <a:lnTo>
                      <a:pt x="19014" y="3633"/>
                    </a:lnTo>
                    <a:cubicBezTo>
                      <a:pt x="16812" y="10304"/>
                      <a:pt x="6805" y="21779"/>
                      <a:pt x="4637" y="22246"/>
                    </a:cubicBezTo>
                    <a:cubicBezTo>
                      <a:pt x="4554" y="22260"/>
                      <a:pt x="4477" y="22268"/>
                      <a:pt x="4405" y="22268"/>
                    </a:cubicBezTo>
                    <a:cubicBezTo>
                      <a:pt x="4304" y="22268"/>
                      <a:pt x="4215" y="22252"/>
                      <a:pt x="4136" y="22213"/>
                    </a:cubicBezTo>
                    <a:cubicBezTo>
                      <a:pt x="3970" y="22079"/>
                      <a:pt x="3903" y="21813"/>
                      <a:pt x="3870" y="21546"/>
                    </a:cubicBezTo>
                    <a:cubicBezTo>
                      <a:pt x="3803" y="21379"/>
                      <a:pt x="3770" y="21212"/>
                      <a:pt x="3703" y="21079"/>
                    </a:cubicBezTo>
                    <a:cubicBezTo>
                      <a:pt x="3510" y="20798"/>
                      <a:pt x="3262" y="20711"/>
                      <a:pt x="2992" y="20711"/>
                    </a:cubicBezTo>
                    <a:cubicBezTo>
                      <a:pt x="2749" y="20711"/>
                      <a:pt x="2488" y="20782"/>
                      <a:pt x="2235" y="20845"/>
                    </a:cubicBezTo>
                    <a:cubicBezTo>
                      <a:pt x="2003" y="20892"/>
                      <a:pt x="1755" y="20954"/>
                      <a:pt x="1535" y="20954"/>
                    </a:cubicBezTo>
                    <a:cubicBezTo>
                      <a:pt x="1439" y="20954"/>
                      <a:pt x="1349" y="20942"/>
                      <a:pt x="1268" y="20912"/>
                    </a:cubicBezTo>
                    <a:cubicBezTo>
                      <a:pt x="968" y="20812"/>
                      <a:pt x="767" y="20578"/>
                      <a:pt x="667" y="20278"/>
                    </a:cubicBezTo>
                    <a:cubicBezTo>
                      <a:pt x="334" y="19377"/>
                      <a:pt x="767" y="17743"/>
                      <a:pt x="1868" y="15808"/>
                    </a:cubicBezTo>
                    <a:cubicBezTo>
                      <a:pt x="1902" y="15742"/>
                      <a:pt x="1868" y="15641"/>
                      <a:pt x="1801" y="15575"/>
                    </a:cubicBezTo>
                    <a:cubicBezTo>
                      <a:pt x="1784" y="15566"/>
                      <a:pt x="1763" y="15562"/>
                      <a:pt x="1743" y="15562"/>
                    </a:cubicBezTo>
                    <a:cubicBezTo>
                      <a:pt x="1686" y="15562"/>
                      <a:pt x="1626" y="15593"/>
                      <a:pt x="1601" y="15641"/>
                    </a:cubicBezTo>
                    <a:cubicBezTo>
                      <a:pt x="434" y="17676"/>
                      <a:pt x="0" y="19377"/>
                      <a:pt x="367" y="20378"/>
                    </a:cubicBezTo>
                    <a:cubicBezTo>
                      <a:pt x="501" y="20778"/>
                      <a:pt x="767" y="21045"/>
                      <a:pt x="1168" y="21212"/>
                    </a:cubicBezTo>
                    <a:cubicBezTo>
                      <a:pt x="1294" y="21258"/>
                      <a:pt x="1425" y="21276"/>
                      <a:pt x="1558" y="21276"/>
                    </a:cubicBezTo>
                    <a:cubicBezTo>
                      <a:pt x="1811" y="21276"/>
                      <a:pt x="2073" y="21211"/>
                      <a:pt x="2335" y="21145"/>
                    </a:cubicBezTo>
                    <a:cubicBezTo>
                      <a:pt x="2593" y="21065"/>
                      <a:pt x="2812" y="21008"/>
                      <a:pt x="2992" y="21008"/>
                    </a:cubicBezTo>
                    <a:cubicBezTo>
                      <a:pt x="3185" y="21008"/>
                      <a:pt x="3333" y="21073"/>
                      <a:pt x="3436" y="21245"/>
                    </a:cubicBezTo>
                    <a:cubicBezTo>
                      <a:pt x="3503" y="21312"/>
                      <a:pt x="3536" y="21479"/>
                      <a:pt x="3569" y="21612"/>
                    </a:cubicBezTo>
                    <a:cubicBezTo>
                      <a:pt x="3603" y="21913"/>
                      <a:pt x="3703" y="22280"/>
                      <a:pt x="3970" y="22446"/>
                    </a:cubicBezTo>
                    <a:cubicBezTo>
                      <a:pt x="4103" y="22546"/>
                      <a:pt x="4237" y="22580"/>
                      <a:pt x="4437" y="22580"/>
                    </a:cubicBezTo>
                    <a:cubicBezTo>
                      <a:pt x="4503" y="22580"/>
                      <a:pt x="4603" y="22580"/>
                      <a:pt x="4704" y="22546"/>
                    </a:cubicBezTo>
                    <a:cubicBezTo>
                      <a:pt x="7005" y="22046"/>
                      <a:pt x="17346" y="10271"/>
                      <a:pt x="19414" y="3366"/>
                    </a:cubicBezTo>
                    <a:cubicBezTo>
                      <a:pt x="19414" y="3299"/>
                      <a:pt x="19414" y="3266"/>
                      <a:pt x="19347" y="3199"/>
                    </a:cubicBezTo>
                    <a:cubicBezTo>
                      <a:pt x="19331" y="3183"/>
                      <a:pt x="19306" y="3174"/>
                      <a:pt x="19276" y="3174"/>
                    </a:cubicBezTo>
                    <a:cubicBezTo>
                      <a:pt x="19247" y="3174"/>
                      <a:pt x="19214" y="3183"/>
                      <a:pt x="19181" y="3199"/>
                    </a:cubicBezTo>
                    <a:cubicBezTo>
                      <a:pt x="18431" y="3540"/>
                      <a:pt x="17265" y="3973"/>
                      <a:pt x="16470" y="3973"/>
                    </a:cubicBezTo>
                    <a:cubicBezTo>
                      <a:pt x="16097" y="3973"/>
                      <a:pt x="15806" y="3878"/>
                      <a:pt x="15678" y="3633"/>
                    </a:cubicBezTo>
                    <a:cubicBezTo>
                      <a:pt x="15578" y="3466"/>
                      <a:pt x="15511" y="3166"/>
                      <a:pt x="15411" y="2799"/>
                    </a:cubicBezTo>
                    <a:cubicBezTo>
                      <a:pt x="15111" y="1698"/>
                      <a:pt x="14711" y="230"/>
                      <a:pt x="13710" y="30"/>
                    </a:cubicBezTo>
                    <a:cubicBezTo>
                      <a:pt x="13627" y="10"/>
                      <a:pt x="13542" y="1"/>
                      <a:pt x="134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43"/>
              <p:cNvSpPr/>
              <p:nvPr/>
            </p:nvSpPr>
            <p:spPr>
              <a:xfrm>
                <a:off x="2716275" y="3125075"/>
                <a:ext cx="635475" cy="689800"/>
              </a:xfrm>
              <a:custGeom>
                <a:avLst/>
                <a:gdLst/>
                <a:ahLst/>
                <a:cxnLst/>
                <a:rect l="l" t="t" r="r" b="b"/>
                <a:pathLst>
                  <a:path w="25419" h="27592" extrusionOk="0">
                    <a:moveTo>
                      <a:pt x="24037" y="1"/>
                    </a:moveTo>
                    <a:cubicBezTo>
                      <a:pt x="23305" y="1"/>
                      <a:pt x="22383" y="400"/>
                      <a:pt x="21716" y="672"/>
                    </a:cubicBezTo>
                    <a:cubicBezTo>
                      <a:pt x="21583" y="739"/>
                      <a:pt x="21483" y="772"/>
                      <a:pt x="21383" y="805"/>
                    </a:cubicBezTo>
                    <a:cubicBezTo>
                      <a:pt x="16679" y="2740"/>
                      <a:pt x="15245" y="4741"/>
                      <a:pt x="5938" y="17751"/>
                    </a:cubicBezTo>
                    <a:cubicBezTo>
                      <a:pt x="4237" y="20086"/>
                      <a:pt x="2302" y="22788"/>
                      <a:pt x="34" y="25923"/>
                    </a:cubicBezTo>
                    <a:cubicBezTo>
                      <a:pt x="1" y="25990"/>
                      <a:pt x="1" y="26090"/>
                      <a:pt x="67" y="26157"/>
                    </a:cubicBezTo>
                    <a:cubicBezTo>
                      <a:pt x="95" y="26171"/>
                      <a:pt x="128" y="26179"/>
                      <a:pt x="163" y="26179"/>
                    </a:cubicBezTo>
                    <a:cubicBezTo>
                      <a:pt x="211" y="26179"/>
                      <a:pt x="262" y="26162"/>
                      <a:pt x="301" y="26123"/>
                    </a:cubicBezTo>
                    <a:cubicBezTo>
                      <a:pt x="2569" y="22988"/>
                      <a:pt x="4504" y="20252"/>
                      <a:pt x="6172" y="17917"/>
                    </a:cubicBezTo>
                    <a:cubicBezTo>
                      <a:pt x="15445" y="5008"/>
                      <a:pt x="16879" y="3007"/>
                      <a:pt x="21483" y="1105"/>
                    </a:cubicBezTo>
                    <a:cubicBezTo>
                      <a:pt x="21583" y="1072"/>
                      <a:pt x="21716" y="1005"/>
                      <a:pt x="21816" y="972"/>
                    </a:cubicBezTo>
                    <a:cubicBezTo>
                      <a:pt x="22433" y="715"/>
                      <a:pt x="23367" y="319"/>
                      <a:pt x="24038" y="319"/>
                    </a:cubicBezTo>
                    <a:cubicBezTo>
                      <a:pt x="24238" y="319"/>
                      <a:pt x="24414" y="354"/>
                      <a:pt x="24551" y="438"/>
                    </a:cubicBezTo>
                    <a:cubicBezTo>
                      <a:pt x="24785" y="572"/>
                      <a:pt x="24885" y="839"/>
                      <a:pt x="24918" y="1272"/>
                    </a:cubicBezTo>
                    <a:cubicBezTo>
                      <a:pt x="25119" y="5909"/>
                      <a:pt x="22750" y="9812"/>
                      <a:pt x="9207" y="27358"/>
                    </a:cubicBezTo>
                    <a:cubicBezTo>
                      <a:pt x="9140" y="27424"/>
                      <a:pt x="9174" y="27524"/>
                      <a:pt x="9241" y="27558"/>
                    </a:cubicBezTo>
                    <a:cubicBezTo>
                      <a:pt x="9274" y="27591"/>
                      <a:pt x="9307" y="27591"/>
                      <a:pt x="9341" y="27591"/>
                    </a:cubicBezTo>
                    <a:cubicBezTo>
                      <a:pt x="9374" y="27591"/>
                      <a:pt x="9441" y="27591"/>
                      <a:pt x="9474" y="27558"/>
                    </a:cubicBezTo>
                    <a:cubicBezTo>
                      <a:pt x="23084" y="9945"/>
                      <a:pt x="25419" y="6009"/>
                      <a:pt x="25219" y="1239"/>
                    </a:cubicBezTo>
                    <a:cubicBezTo>
                      <a:pt x="25219" y="739"/>
                      <a:pt x="25052" y="372"/>
                      <a:pt x="24718" y="171"/>
                    </a:cubicBezTo>
                    <a:cubicBezTo>
                      <a:pt x="24528" y="50"/>
                      <a:pt x="24294" y="1"/>
                      <a:pt x="240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43"/>
              <p:cNvSpPr/>
              <p:nvPr/>
            </p:nvSpPr>
            <p:spPr>
              <a:xfrm>
                <a:off x="1747250" y="4603100"/>
                <a:ext cx="406975" cy="156600"/>
              </a:xfrm>
              <a:custGeom>
                <a:avLst/>
                <a:gdLst/>
                <a:ahLst/>
                <a:cxnLst/>
                <a:rect l="l" t="t" r="r" b="b"/>
                <a:pathLst>
                  <a:path w="16279" h="6264" extrusionOk="0">
                    <a:moveTo>
                      <a:pt x="15912" y="426"/>
                    </a:moveTo>
                    <a:cubicBezTo>
                      <a:pt x="15578" y="2328"/>
                      <a:pt x="14611" y="3929"/>
                      <a:pt x="13577" y="5530"/>
                    </a:cubicBezTo>
                    <a:cubicBezTo>
                      <a:pt x="13544" y="5597"/>
                      <a:pt x="13544" y="5630"/>
                      <a:pt x="13510" y="5663"/>
                    </a:cubicBezTo>
                    <a:cubicBezTo>
                      <a:pt x="13398" y="5856"/>
                      <a:pt x="13340" y="5956"/>
                      <a:pt x="12835" y="5956"/>
                    </a:cubicBezTo>
                    <a:cubicBezTo>
                      <a:pt x="12290" y="5956"/>
                      <a:pt x="11224" y="5839"/>
                      <a:pt x="9007" y="5597"/>
                    </a:cubicBezTo>
                    <a:cubicBezTo>
                      <a:pt x="7539" y="5430"/>
                      <a:pt x="5605" y="5230"/>
                      <a:pt x="3003" y="4963"/>
                    </a:cubicBezTo>
                    <a:cubicBezTo>
                      <a:pt x="2736" y="4930"/>
                      <a:pt x="2436" y="4930"/>
                      <a:pt x="2135" y="4896"/>
                    </a:cubicBezTo>
                    <a:cubicBezTo>
                      <a:pt x="1435" y="4863"/>
                      <a:pt x="534" y="4796"/>
                      <a:pt x="368" y="4529"/>
                    </a:cubicBezTo>
                    <a:cubicBezTo>
                      <a:pt x="334" y="4463"/>
                      <a:pt x="334" y="4362"/>
                      <a:pt x="434" y="4229"/>
                    </a:cubicBezTo>
                    <a:cubicBezTo>
                      <a:pt x="601" y="3962"/>
                      <a:pt x="1535" y="2561"/>
                      <a:pt x="2302" y="2394"/>
                    </a:cubicBezTo>
                    <a:cubicBezTo>
                      <a:pt x="3203" y="2228"/>
                      <a:pt x="4871" y="2061"/>
                      <a:pt x="6805" y="1861"/>
                    </a:cubicBezTo>
                    <a:cubicBezTo>
                      <a:pt x="10341" y="1527"/>
                      <a:pt x="14344" y="1160"/>
                      <a:pt x="15912" y="426"/>
                    </a:cubicBezTo>
                    <a:close/>
                    <a:moveTo>
                      <a:pt x="16108" y="1"/>
                    </a:moveTo>
                    <a:cubicBezTo>
                      <a:pt x="16079" y="1"/>
                      <a:pt x="16045" y="9"/>
                      <a:pt x="16012" y="26"/>
                    </a:cubicBezTo>
                    <a:cubicBezTo>
                      <a:pt x="14744" y="793"/>
                      <a:pt x="10341" y="1227"/>
                      <a:pt x="6772" y="1560"/>
                    </a:cubicBezTo>
                    <a:cubicBezTo>
                      <a:pt x="4837" y="1761"/>
                      <a:pt x="3136" y="1894"/>
                      <a:pt x="2236" y="2094"/>
                    </a:cubicBezTo>
                    <a:cubicBezTo>
                      <a:pt x="1235" y="2294"/>
                      <a:pt x="167" y="4062"/>
                      <a:pt x="134" y="4062"/>
                    </a:cubicBezTo>
                    <a:cubicBezTo>
                      <a:pt x="34" y="4296"/>
                      <a:pt x="1" y="4529"/>
                      <a:pt x="101" y="4696"/>
                    </a:cubicBezTo>
                    <a:cubicBezTo>
                      <a:pt x="334" y="5096"/>
                      <a:pt x="1168" y="5163"/>
                      <a:pt x="2135" y="5196"/>
                    </a:cubicBezTo>
                    <a:cubicBezTo>
                      <a:pt x="2402" y="5230"/>
                      <a:pt x="2703" y="5230"/>
                      <a:pt x="2969" y="5263"/>
                    </a:cubicBezTo>
                    <a:cubicBezTo>
                      <a:pt x="5571" y="5530"/>
                      <a:pt x="7506" y="5730"/>
                      <a:pt x="8974" y="5897"/>
                    </a:cubicBezTo>
                    <a:cubicBezTo>
                      <a:pt x="11142" y="6130"/>
                      <a:pt x="12243" y="6264"/>
                      <a:pt x="12876" y="6264"/>
                    </a:cubicBezTo>
                    <a:cubicBezTo>
                      <a:pt x="13544" y="6264"/>
                      <a:pt x="13610" y="6130"/>
                      <a:pt x="13777" y="5830"/>
                    </a:cubicBezTo>
                    <a:cubicBezTo>
                      <a:pt x="13810" y="5797"/>
                      <a:pt x="13810" y="5763"/>
                      <a:pt x="13844" y="5697"/>
                    </a:cubicBezTo>
                    <a:cubicBezTo>
                      <a:pt x="14945" y="3962"/>
                      <a:pt x="15979" y="2261"/>
                      <a:pt x="16246" y="159"/>
                    </a:cubicBezTo>
                    <a:cubicBezTo>
                      <a:pt x="16279" y="93"/>
                      <a:pt x="16246" y="59"/>
                      <a:pt x="16179" y="26"/>
                    </a:cubicBezTo>
                    <a:cubicBezTo>
                      <a:pt x="16162" y="9"/>
                      <a:pt x="16137" y="1"/>
                      <a:pt x="161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43"/>
              <p:cNvSpPr/>
              <p:nvPr/>
            </p:nvSpPr>
            <p:spPr>
              <a:xfrm>
                <a:off x="2047475" y="4273075"/>
                <a:ext cx="563750" cy="569200"/>
              </a:xfrm>
              <a:custGeom>
                <a:avLst/>
                <a:gdLst/>
                <a:ahLst/>
                <a:cxnLst/>
                <a:rect l="l" t="t" r="r" b="b"/>
                <a:pathLst>
                  <a:path w="22550" h="22768" extrusionOk="0">
                    <a:moveTo>
                      <a:pt x="22366" y="1"/>
                    </a:moveTo>
                    <a:cubicBezTo>
                      <a:pt x="22324" y="1"/>
                      <a:pt x="22283" y="18"/>
                      <a:pt x="22249" y="51"/>
                    </a:cubicBezTo>
                    <a:cubicBezTo>
                      <a:pt x="21916" y="384"/>
                      <a:pt x="21549" y="918"/>
                      <a:pt x="21082" y="1619"/>
                    </a:cubicBezTo>
                    <a:cubicBezTo>
                      <a:pt x="19314" y="4321"/>
                      <a:pt x="15611" y="9958"/>
                      <a:pt x="2669" y="21099"/>
                    </a:cubicBezTo>
                    <a:cubicBezTo>
                      <a:pt x="1354" y="22249"/>
                      <a:pt x="849" y="22455"/>
                      <a:pt x="655" y="22455"/>
                    </a:cubicBezTo>
                    <a:cubicBezTo>
                      <a:pt x="613" y="22455"/>
                      <a:pt x="585" y="22446"/>
                      <a:pt x="567" y="22434"/>
                    </a:cubicBezTo>
                    <a:cubicBezTo>
                      <a:pt x="334" y="22300"/>
                      <a:pt x="767" y="20933"/>
                      <a:pt x="1134" y="19732"/>
                    </a:cubicBezTo>
                    <a:lnTo>
                      <a:pt x="1268" y="19331"/>
                    </a:lnTo>
                    <a:cubicBezTo>
                      <a:pt x="1301" y="19265"/>
                      <a:pt x="1234" y="19165"/>
                      <a:pt x="1168" y="19131"/>
                    </a:cubicBezTo>
                    <a:cubicBezTo>
                      <a:pt x="1068" y="19131"/>
                      <a:pt x="1001" y="19165"/>
                      <a:pt x="968" y="19231"/>
                    </a:cubicBezTo>
                    <a:lnTo>
                      <a:pt x="834" y="19632"/>
                    </a:lnTo>
                    <a:cubicBezTo>
                      <a:pt x="234" y="21500"/>
                      <a:pt x="0" y="22434"/>
                      <a:pt x="400" y="22700"/>
                    </a:cubicBezTo>
                    <a:cubicBezTo>
                      <a:pt x="467" y="22734"/>
                      <a:pt x="534" y="22767"/>
                      <a:pt x="634" y="22767"/>
                    </a:cubicBezTo>
                    <a:cubicBezTo>
                      <a:pt x="968" y="22767"/>
                      <a:pt x="1601" y="22434"/>
                      <a:pt x="2869" y="21333"/>
                    </a:cubicBezTo>
                    <a:cubicBezTo>
                      <a:pt x="15845" y="10158"/>
                      <a:pt x="19581" y="4521"/>
                      <a:pt x="21349" y="1785"/>
                    </a:cubicBezTo>
                    <a:cubicBezTo>
                      <a:pt x="21816" y="1085"/>
                      <a:pt x="22149" y="585"/>
                      <a:pt x="22483" y="251"/>
                    </a:cubicBezTo>
                    <a:cubicBezTo>
                      <a:pt x="22550" y="184"/>
                      <a:pt x="22550" y="84"/>
                      <a:pt x="22483" y="51"/>
                    </a:cubicBezTo>
                    <a:cubicBezTo>
                      <a:pt x="22450" y="18"/>
                      <a:pt x="22408" y="1"/>
                      <a:pt x="223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43"/>
              <p:cNvSpPr/>
              <p:nvPr/>
            </p:nvSpPr>
            <p:spPr>
              <a:xfrm>
                <a:off x="2145875" y="4098650"/>
                <a:ext cx="337750" cy="512625"/>
              </a:xfrm>
              <a:custGeom>
                <a:avLst/>
                <a:gdLst/>
                <a:ahLst/>
                <a:cxnLst/>
                <a:rect l="l" t="t" r="r" b="b"/>
                <a:pathLst>
                  <a:path w="13510" h="20505" extrusionOk="0">
                    <a:moveTo>
                      <a:pt x="13317" y="1"/>
                    </a:moveTo>
                    <a:cubicBezTo>
                      <a:pt x="13272" y="1"/>
                      <a:pt x="13229" y="17"/>
                      <a:pt x="13210" y="56"/>
                    </a:cubicBezTo>
                    <a:cubicBezTo>
                      <a:pt x="10007" y="4926"/>
                      <a:pt x="7606" y="8229"/>
                      <a:pt x="5638" y="10864"/>
                    </a:cubicBezTo>
                    <a:cubicBezTo>
                      <a:pt x="2836" y="14667"/>
                      <a:pt x="1168" y="16968"/>
                      <a:pt x="0" y="20271"/>
                    </a:cubicBezTo>
                    <a:cubicBezTo>
                      <a:pt x="0" y="20371"/>
                      <a:pt x="34" y="20438"/>
                      <a:pt x="100" y="20471"/>
                    </a:cubicBezTo>
                    <a:cubicBezTo>
                      <a:pt x="134" y="20471"/>
                      <a:pt x="134" y="20504"/>
                      <a:pt x="167" y="20504"/>
                    </a:cubicBezTo>
                    <a:cubicBezTo>
                      <a:pt x="234" y="20504"/>
                      <a:pt x="301" y="20438"/>
                      <a:pt x="301" y="20371"/>
                    </a:cubicBezTo>
                    <a:cubicBezTo>
                      <a:pt x="1435" y="17102"/>
                      <a:pt x="3136" y="14833"/>
                      <a:pt x="5905" y="11064"/>
                    </a:cubicBezTo>
                    <a:cubicBezTo>
                      <a:pt x="7839" y="8396"/>
                      <a:pt x="10274" y="5127"/>
                      <a:pt x="13443" y="223"/>
                    </a:cubicBezTo>
                    <a:cubicBezTo>
                      <a:pt x="13510" y="156"/>
                      <a:pt x="13477" y="56"/>
                      <a:pt x="13410" y="23"/>
                    </a:cubicBezTo>
                    <a:cubicBezTo>
                      <a:pt x="13382" y="9"/>
                      <a:pt x="13349" y="1"/>
                      <a:pt x="133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43"/>
              <p:cNvSpPr/>
              <p:nvPr/>
            </p:nvSpPr>
            <p:spPr>
              <a:xfrm>
                <a:off x="2008275" y="4537025"/>
                <a:ext cx="1734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4037" extrusionOk="0">
                    <a:moveTo>
                      <a:pt x="6772" y="0"/>
                    </a:moveTo>
                    <a:cubicBezTo>
                      <a:pt x="5638" y="134"/>
                      <a:pt x="4804" y="201"/>
                      <a:pt x="4137" y="234"/>
                    </a:cubicBezTo>
                    <a:cubicBezTo>
                      <a:pt x="2002" y="401"/>
                      <a:pt x="1935" y="401"/>
                      <a:pt x="934" y="1702"/>
                    </a:cubicBezTo>
                    <a:cubicBezTo>
                      <a:pt x="734" y="1935"/>
                      <a:pt x="534" y="2235"/>
                      <a:pt x="234" y="2569"/>
                    </a:cubicBezTo>
                    <a:cubicBezTo>
                      <a:pt x="0" y="2836"/>
                      <a:pt x="134" y="3003"/>
                      <a:pt x="401" y="3336"/>
                    </a:cubicBezTo>
                    <a:cubicBezTo>
                      <a:pt x="534" y="3470"/>
                      <a:pt x="701" y="3670"/>
                      <a:pt x="901" y="3970"/>
                    </a:cubicBezTo>
                    <a:cubicBezTo>
                      <a:pt x="934" y="4003"/>
                      <a:pt x="1001" y="4037"/>
                      <a:pt x="1034" y="4037"/>
                    </a:cubicBezTo>
                    <a:cubicBezTo>
                      <a:pt x="1068" y="4037"/>
                      <a:pt x="1101" y="4003"/>
                      <a:pt x="1135" y="4003"/>
                    </a:cubicBezTo>
                    <a:cubicBezTo>
                      <a:pt x="1201" y="3937"/>
                      <a:pt x="1201" y="3837"/>
                      <a:pt x="1168" y="3770"/>
                    </a:cubicBezTo>
                    <a:cubicBezTo>
                      <a:pt x="934" y="3470"/>
                      <a:pt x="768" y="3269"/>
                      <a:pt x="668" y="3136"/>
                    </a:cubicBezTo>
                    <a:cubicBezTo>
                      <a:pt x="534" y="3003"/>
                      <a:pt x="434" y="2869"/>
                      <a:pt x="434" y="2836"/>
                    </a:cubicBezTo>
                    <a:cubicBezTo>
                      <a:pt x="434" y="2836"/>
                      <a:pt x="434" y="2836"/>
                      <a:pt x="467" y="2769"/>
                    </a:cubicBezTo>
                    <a:cubicBezTo>
                      <a:pt x="768" y="2436"/>
                      <a:pt x="1001" y="2135"/>
                      <a:pt x="1168" y="1902"/>
                    </a:cubicBezTo>
                    <a:cubicBezTo>
                      <a:pt x="2102" y="701"/>
                      <a:pt x="2102" y="701"/>
                      <a:pt x="4170" y="568"/>
                    </a:cubicBezTo>
                    <a:cubicBezTo>
                      <a:pt x="4804" y="501"/>
                      <a:pt x="5671" y="434"/>
                      <a:pt x="6805" y="334"/>
                    </a:cubicBezTo>
                    <a:cubicBezTo>
                      <a:pt x="6872" y="301"/>
                      <a:pt x="6939" y="234"/>
                      <a:pt x="6939" y="134"/>
                    </a:cubicBezTo>
                    <a:cubicBezTo>
                      <a:pt x="6939" y="67"/>
                      <a:pt x="6839" y="0"/>
                      <a:pt x="67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43"/>
              <p:cNvSpPr/>
              <p:nvPr/>
            </p:nvSpPr>
            <p:spPr>
              <a:xfrm>
                <a:off x="2130025" y="4678250"/>
                <a:ext cx="246875" cy="276600"/>
              </a:xfrm>
              <a:custGeom>
                <a:avLst/>
                <a:gdLst/>
                <a:ahLst/>
                <a:cxnLst/>
                <a:rect l="l" t="t" r="r" b="b"/>
                <a:pathLst>
                  <a:path w="9875" h="11064" extrusionOk="0">
                    <a:moveTo>
                      <a:pt x="4899" y="0"/>
                    </a:moveTo>
                    <a:cubicBezTo>
                      <a:pt x="4865" y="0"/>
                      <a:pt x="4832" y="8"/>
                      <a:pt x="4804" y="22"/>
                    </a:cubicBezTo>
                    <a:cubicBezTo>
                      <a:pt x="4737" y="56"/>
                      <a:pt x="4704" y="156"/>
                      <a:pt x="4771" y="222"/>
                    </a:cubicBezTo>
                    <a:cubicBezTo>
                      <a:pt x="6572" y="3024"/>
                      <a:pt x="7973" y="5559"/>
                      <a:pt x="9074" y="7961"/>
                    </a:cubicBezTo>
                    <a:cubicBezTo>
                      <a:pt x="9507" y="8962"/>
                      <a:pt x="8507" y="9829"/>
                      <a:pt x="7673" y="10563"/>
                    </a:cubicBezTo>
                    <a:lnTo>
                      <a:pt x="7506" y="10730"/>
                    </a:lnTo>
                    <a:cubicBezTo>
                      <a:pt x="7306" y="10730"/>
                      <a:pt x="6472" y="9896"/>
                      <a:pt x="5671" y="9095"/>
                    </a:cubicBezTo>
                    <a:cubicBezTo>
                      <a:pt x="4337" y="7761"/>
                      <a:pt x="2502" y="5926"/>
                      <a:pt x="267" y="4259"/>
                    </a:cubicBezTo>
                    <a:cubicBezTo>
                      <a:pt x="240" y="4245"/>
                      <a:pt x="206" y="4237"/>
                      <a:pt x="174" y="4237"/>
                    </a:cubicBezTo>
                    <a:cubicBezTo>
                      <a:pt x="129" y="4237"/>
                      <a:pt x="87" y="4253"/>
                      <a:pt x="67" y="4292"/>
                    </a:cubicBezTo>
                    <a:cubicBezTo>
                      <a:pt x="1" y="4359"/>
                      <a:pt x="34" y="4459"/>
                      <a:pt x="101" y="4525"/>
                    </a:cubicBezTo>
                    <a:cubicBezTo>
                      <a:pt x="2302" y="6160"/>
                      <a:pt x="4137" y="7995"/>
                      <a:pt x="5438" y="9329"/>
                    </a:cubicBezTo>
                    <a:cubicBezTo>
                      <a:pt x="6672" y="10530"/>
                      <a:pt x="7206" y="11063"/>
                      <a:pt x="7506" y="11063"/>
                    </a:cubicBezTo>
                    <a:cubicBezTo>
                      <a:pt x="7573" y="11063"/>
                      <a:pt x="7639" y="11030"/>
                      <a:pt x="7673" y="10963"/>
                    </a:cubicBezTo>
                    <a:lnTo>
                      <a:pt x="7906" y="10797"/>
                    </a:lnTo>
                    <a:cubicBezTo>
                      <a:pt x="8740" y="10063"/>
                      <a:pt x="9874" y="9029"/>
                      <a:pt x="9341" y="7828"/>
                    </a:cubicBezTo>
                    <a:cubicBezTo>
                      <a:pt x="8273" y="5426"/>
                      <a:pt x="6839" y="2858"/>
                      <a:pt x="5037" y="56"/>
                    </a:cubicBezTo>
                    <a:cubicBezTo>
                      <a:pt x="4998" y="16"/>
                      <a:pt x="4948" y="0"/>
                      <a:pt x="48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43"/>
              <p:cNvSpPr/>
              <p:nvPr/>
            </p:nvSpPr>
            <p:spPr>
              <a:xfrm>
                <a:off x="2687100" y="4193225"/>
                <a:ext cx="159300" cy="57775"/>
              </a:xfrm>
              <a:custGeom>
                <a:avLst/>
                <a:gdLst/>
                <a:ahLst/>
                <a:cxnLst/>
                <a:rect l="l" t="t" r="r" b="b"/>
                <a:pathLst>
                  <a:path w="6372" h="2311" extrusionOk="0">
                    <a:moveTo>
                      <a:pt x="194" y="0"/>
                    </a:moveTo>
                    <a:cubicBezTo>
                      <a:pt x="132" y="0"/>
                      <a:pt x="61" y="55"/>
                      <a:pt x="33" y="109"/>
                    </a:cubicBezTo>
                    <a:cubicBezTo>
                      <a:pt x="0" y="209"/>
                      <a:pt x="67" y="276"/>
                      <a:pt x="134" y="309"/>
                    </a:cubicBezTo>
                    <a:cubicBezTo>
                      <a:pt x="2135" y="1010"/>
                      <a:pt x="4103" y="1677"/>
                      <a:pt x="6138" y="2278"/>
                    </a:cubicBezTo>
                    <a:cubicBezTo>
                      <a:pt x="6171" y="2311"/>
                      <a:pt x="6171" y="2311"/>
                      <a:pt x="6205" y="2311"/>
                    </a:cubicBezTo>
                    <a:cubicBezTo>
                      <a:pt x="6271" y="2311"/>
                      <a:pt x="6338" y="2244"/>
                      <a:pt x="6338" y="2177"/>
                    </a:cubicBezTo>
                    <a:cubicBezTo>
                      <a:pt x="6371" y="2111"/>
                      <a:pt x="6338" y="2011"/>
                      <a:pt x="6238" y="1977"/>
                    </a:cubicBezTo>
                    <a:cubicBezTo>
                      <a:pt x="4203" y="1377"/>
                      <a:pt x="2235" y="710"/>
                      <a:pt x="234" y="9"/>
                    </a:cubicBezTo>
                    <a:cubicBezTo>
                      <a:pt x="221" y="3"/>
                      <a:pt x="208" y="0"/>
                      <a:pt x="1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43"/>
              <p:cNvSpPr/>
              <p:nvPr/>
            </p:nvSpPr>
            <p:spPr>
              <a:xfrm>
                <a:off x="2808850" y="4074600"/>
                <a:ext cx="51725" cy="58825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2353" extrusionOk="0">
                    <a:moveTo>
                      <a:pt x="167" y="1"/>
                    </a:moveTo>
                    <a:cubicBezTo>
                      <a:pt x="134" y="1"/>
                      <a:pt x="100" y="18"/>
                      <a:pt x="67" y="51"/>
                    </a:cubicBezTo>
                    <a:cubicBezTo>
                      <a:pt x="0" y="84"/>
                      <a:pt x="0" y="184"/>
                      <a:pt x="34" y="251"/>
                    </a:cubicBezTo>
                    <a:cubicBezTo>
                      <a:pt x="634" y="918"/>
                      <a:pt x="1201" y="1585"/>
                      <a:pt x="1768" y="2286"/>
                    </a:cubicBezTo>
                    <a:cubicBezTo>
                      <a:pt x="1802" y="2319"/>
                      <a:pt x="1835" y="2353"/>
                      <a:pt x="1868" y="2353"/>
                    </a:cubicBezTo>
                    <a:cubicBezTo>
                      <a:pt x="1902" y="2353"/>
                      <a:pt x="1968" y="2319"/>
                      <a:pt x="1968" y="2286"/>
                    </a:cubicBezTo>
                    <a:cubicBezTo>
                      <a:pt x="2035" y="2252"/>
                      <a:pt x="2068" y="2152"/>
                      <a:pt x="2002" y="2086"/>
                    </a:cubicBezTo>
                    <a:cubicBezTo>
                      <a:pt x="1435" y="1385"/>
                      <a:pt x="868" y="718"/>
                      <a:pt x="267" y="51"/>
                    </a:cubicBezTo>
                    <a:cubicBezTo>
                      <a:pt x="234" y="18"/>
                      <a:pt x="200" y="1"/>
                      <a:pt x="1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43"/>
              <p:cNvSpPr/>
              <p:nvPr/>
            </p:nvSpPr>
            <p:spPr>
              <a:xfrm>
                <a:off x="2775475" y="4144250"/>
                <a:ext cx="72600" cy="19200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768" extrusionOk="0">
                    <a:moveTo>
                      <a:pt x="168" y="0"/>
                    </a:moveTo>
                    <a:cubicBezTo>
                      <a:pt x="101" y="0"/>
                      <a:pt x="34" y="67"/>
                      <a:pt x="1" y="167"/>
                    </a:cubicBezTo>
                    <a:cubicBezTo>
                      <a:pt x="1" y="234"/>
                      <a:pt x="68" y="300"/>
                      <a:pt x="168" y="334"/>
                    </a:cubicBezTo>
                    <a:cubicBezTo>
                      <a:pt x="1002" y="400"/>
                      <a:pt x="1869" y="534"/>
                      <a:pt x="2703" y="767"/>
                    </a:cubicBezTo>
                    <a:lnTo>
                      <a:pt x="2736" y="767"/>
                    </a:lnTo>
                    <a:cubicBezTo>
                      <a:pt x="2803" y="767"/>
                      <a:pt x="2870" y="701"/>
                      <a:pt x="2903" y="634"/>
                    </a:cubicBezTo>
                    <a:cubicBezTo>
                      <a:pt x="2903" y="567"/>
                      <a:pt x="2870" y="467"/>
                      <a:pt x="2770" y="467"/>
                    </a:cubicBezTo>
                    <a:cubicBezTo>
                      <a:pt x="1936" y="234"/>
                      <a:pt x="1068" y="100"/>
                      <a:pt x="1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43"/>
              <p:cNvSpPr/>
              <p:nvPr/>
            </p:nvSpPr>
            <p:spPr>
              <a:xfrm>
                <a:off x="2752975" y="4176550"/>
                <a:ext cx="76750" cy="26925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1077" extrusionOk="0">
                    <a:moveTo>
                      <a:pt x="182" y="0"/>
                    </a:moveTo>
                    <a:cubicBezTo>
                      <a:pt x="110" y="0"/>
                      <a:pt x="61" y="55"/>
                      <a:pt x="34" y="109"/>
                    </a:cubicBezTo>
                    <a:cubicBezTo>
                      <a:pt x="0" y="209"/>
                      <a:pt x="34" y="276"/>
                      <a:pt x="134" y="309"/>
                    </a:cubicBezTo>
                    <a:cubicBezTo>
                      <a:pt x="1034" y="610"/>
                      <a:pt x="1935" y="876"/>
                      <a:pt x="2869" y="1077"/>
                    </a:cubicBezTo>
                    <a:lnTo>
                      <a:pt x="2902" y="1077"/>
                    </a:lnTo>
                    <a:cubicBezTo>
                      <a:pt x="2969" y="1077"/>
                      <a:pt x="3036" y="1010"/>
                      <a:pt x="3036" y="943"/>
                    </a:cubicBezTo>
                    <a:cubicBezTo>
                      <a:pt x="3069" y="843"/>
                      <a:pt x="3002" y="776"/>
                      <a:pt x="2936" y="743"/>
                    </a:cubicBezTo>
                    <a:cubicBezTo>
                      <a:pt x="2002" y="576"/>
                      <a:pt x="1101" y="309"/>
                      <a:pt x="234" y="9"/>
                    </a:cubicBezTo>
                    <a:cubicBezTo>
                      <a:pt x="215" y="3"/>
                      <a:pt x="198" y="0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43"/>
              <p:cNvSpPr/>
              <p:nvPr/>
            </p:nvSpPr>
            <p:spPr>
              <a:xfrm>
                <a:off x="2930600" y="3847300"/>
                <a:ext cx="83425" cy="137675"/>
              </a:xfrm>
              <a:custGeom>
                <a:avLst/>
                <a:gdLst/>
                <a:ahLst/>
                <a:cxnLst/>
                <a:rect l="l" t="t" r="r" b="b"/>
                <a:pathLst>
                  <a:path w="3337" h="5507" extrusionOk="0">
                    <a:moveTo>
                      <a:pt x="186" y="0"/>
                    </a:moveTo>
                    <a:cubicBezTo>
                      <a:pt x="156" y="0"/>
                      <a:pt x="126" y="11"/>
                      <a:pt x="100" y="36"/>
                    </a:cubicBezTo>
                    <a:cubicBezTo>
                      <a:pt x="34" y="70"/>
                      <a:pt x="0" y="170"/>
                      <a:pt x="34" y="237"/>
                    </a:cubicBezTo>
                    <a:cubicBezTo>
                      <a:pt x="1034" y="2004"/>
                      <a:pt x="2002" y="3672"/>
                      <a:pt x="3036" y="5407"/>
                    </a:cubicBezTo>
                    <a:cubicBezTo>
                      <a:pt x="3069" y="5474"/>
                      <a:pt x="3103" y="5507"/>
                      <a:pt x="3169" y="5507"/>
                    </a:cubicBezTo>
                    <a:cubicBezTo>
                      <a:pt x="3203" y="5507"/>
                      <a:pt x="3236" y="5474"/>
                      <a:pt x="3236" y="5474"/>
                    </a:cubicBezTo>
                    <a:cubicBezTo>
                      <a:pt x="3336" y="5440"/>
                      <a:pt x="3336" y="5340"/>
                      <a:pt x="3303" y="5240"/>
                    </a:cubicBezTo>
                    <a:cubicBezTo>
                      <a:pt x="2269" y="3539"/>
                      <a:pt x="1301" y="1838"/>
                      <a:pt x="301" y="70"/>
                    </a:cubicBezTo>
                    <a:cubicBezTo>
                      <a:pt x="280" y="29"/>
                      <a:pt x="234" y="0"/>
                      <a:pt x="1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43"/>
              <p:cNvSpPr/>
              <p:nvPr/>
            </p:nvSpPr>
            <p:spPr>
              <a:xfrm>
                <a:off x="2941450" y="3896250"/>
                <a:ext cx="50050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3283" extrusionOk="0">
                    <a:moveTo>
                      <a:pt x="159" y="0"/>
                    </a:moveTo>
                    <a:cubicBezTo>
                      <a:pt x="138" y="0"/>
                      <a:pt x="118" y="4"/>
                      <a:pt x="100" y="13"/>
                    </a:cubicBezTo>
                    <a:cubicBezTo>
                      <a:pt x="33" y="46"/>
                      <a:pt x="0" y="147"/>
                      <a:pt x="33" y="213"/>
                    </a:cubicBezTo>
                    <a:lnTo>
                      <a:pt x="1668" y="3182"/>
                    </a:lnTo>
                    <a:cubicBezTo>
                      <a:pt x="1701" y="3249"/>
                      <a:pt x="1768" y="3282"/>
                      <a:pt x="1801" y="3282"/>
                    </a:cubicBezTo>
                    <a:cubicBezTo>
                      <a:pt x="1835" y="3282"/>
                      <a:pt x="1868" y="3282"/>
                      <a:pt x="1901" y="3249"/>
                    </a:cubicBezTo>
                    <a:cubicBezTo>
                      <a:pt x="1968" y="3215"/>
                      <a:pt x="2001" y="3115"/>
                      <a:pt x="1935" y="3049"/>
                    </a:cubicBezTo>
                    <a:lnTo>
                      <a:pt x="300" y="80"/>
                    </a:lnTo>
                    <a:cubicBezTo>
                      <a:pt x="276" y="31"/>
                      <a:pt x="216" y="0"/>
                      <a:pt x="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3"/>
              <p:cNvSpPr/>
              <p:nvPr/>
            </p:nvSpPr>
            <p:spPr>
              <a:xfrm>
                <a:off x="2609525" y="3828175"/>
                <a:ext cx="7592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702" extrusionOk="0">
                    <a:moveTo>
                      <a:pt x="201" y="1"/>
                    </a:moveTo>
                    <a:cubicBezTo>
                      <a:pt x="101" y="1"/>
                      <a:pt x="34" y="68"/>
                      <a:pt x="1" y="134"/>
                    </a:cubicBezTo>
                    <a:cubicBezTo>
                      <a:pt x="1" y="234"/>
                      <a:pt x="68" y="301"/>
                      <a:pt x="134" y="334"/>
                    </a:cubicBezTo>
                    <a:lnTo>
                      <a:pt x="2870" y="701"/>
                    </a:lnTo>
                    <a:cubicBezTo>
                      <a:pt x="2970" y="701"/>
                      <a:pt x="3036" y="635"/>
                      <a:pt x="3036" y="568"/>
                    </a:cubicBezTo>
                    <a:cubicBezTo>
                      <a:pt x="3036" y="468"/>
                      <a:pt x="3003" y="401"/>
                      <a:pt x="2903" y="401"/>
                    </a:cubicBez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43"/>
              <p:cNvSpPr/>
              <p:nvPr/>
            </p:nvSpPr>
            <p:spPr>
              <a:xfrm>
                <a:off x="2907250" y="3936175"/>
                <a:ext cx="66725" cy="75500"/>
              </a:xfrm>
              <a:custGeom>
                <a:avLst/>
                <a:gdLst/>
                <a:ahLst/>
                <a:cxnLst/>
                <a:rect l="l" t="t" r="r" b="b"/>
                <a:pathLst>
                  <a:path w="2669" h="3020" extrusionOk="0">
                    <a:moveTo>
                      <a:pt x="184" y="1"/>
                    </a:moveTo>
                    <a:cubicBezTo>
                      <a:pt x="142" y="1"/>
                      <a:pt x="100" y="17"/>
                      <a:pt x="67" y="51"/>
                    </a:cubicBezTo>
                    <a:cubicBezTo>
                      <a:pt x="0" y="84"/>
                      <a:pt x="0" y="184"/>
                      <a:pt x="34" y="251"/>
                    </a:cubicBezTo>
                    <a:lnTo>
                      <a:pt x="2369" y="2953"/>
                    </a:lnTo>
                    <a:cubicBezTo>
                      <a:pt x="2402" y="2986"/>
                      <a:pt x="2469" y="3019"/>
                      <a:pt x="2502" y="3019"/>
                    </a:cubicBezTo>
                    <a:cubicBezTo>
                      <a:pt x="2536" y="3019"/>
                      <a:pt x="2569" y="2986"/>
                      <a:pt x="2602" y="2953"/>
                    </a:cubicBezTo>
                    <a:cubicBezTo>
                      <a:pt x="2669" y="2919"/>
                      <a:pt x="2669" y="2819"/>
                      <a:pt x="2602" y="2753"/>
                    </a:cubicBezTo>
                    <a:lnTo>
                      <a:pt x="301" y="51"/>
                    </a:lnTo>
                    <a:cubicBezTo>
                      <a:pt x="267" y="17"/>
                      <a:pt x="226" y="1"/>
                      <a:pt x="1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43"/>
              <p:cNvSpPr/>
              <p:nvPr/>
            </p:nvSpPr>
            <p:spPr>
              <a:xfrm>
                <a:off x="3065700" y="4084725"/>
                <a:ext cx="249375" cy="509025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20361" extrusionOk="0">
                    <a:moveTo>
                      <a:pt x="155" y="0"/>
                    </a:moveTo>
                    <a:cubicBezTo>
                      <a:pt x="136" y="0"/>
                      <a:pt x="117" y="4"/>
                      <a:pt x="100" y="13"/>
                    </a:cubicBezTo>
                    <a:cubicBezTo>
                      <a:pt x="34" y="46"/>
                      <a:pt x="0" y="146"/>
                      <a:pt x="34" y="213"/>
                    </a:cubicBezTo>
                    <a:cubicBezTo>
                      <a:pt x="234" y="680"/>
                      <a:pt x="1501" y="2848"/>
                      <a:pt x="3136" y="5617"/>
                    </a:cubicBezTo>
                    <a:cubicBezTo>
                      <a:pt x="5704" y="9987"/>
                      <a:pt x="9574" y="16625"/>
                      <a:pt x="9640" y="17292"/>
                    </a:cubicBezTo>
                    <a:cubicBezTo>
                      <a:pt x="9674" y="17625"/>
                      <a:pt x="8907" y="19960"/>
                      <a:pt x="8606" y="20027"/>
                    </a:cubicBezTo>
                    <a:cubicBezTo>
                      <a:pt x="8606" y="20027"/>
                      <a:pt x="8573" y="20027"/>
                      <a:pt x="8540" y="19927"/>
                    </a:cubicBezTo>
                    <a:cubicBezTo>
                      <a:pt x="8440" y="19660"/>
                      <a:pt x="8340" y="19427"/>
                      <a:pt x="8273" y="19227"/>
                    </a:cubicBezTo>
                    <a:cubicBezTo>
                      <a:pt x="7873" y="18159"/>
                      <a:pt x="7839" y="18126"/>
                      <a:pt x="7239" y="17625"/>
                    </a:cubicBezTo>
                    <a:cubicBezTo>
                      <a:pt x="7005" y="17425"/>
                      <a:pt x="6672" y="17192"/>
                      <a:pt x="6205" y="16725"/>
                    </a:cubicBezTo>
                    <a:cubicBezTo>
                      <a:pt x="5404" y="16024"/>
                      <a:pt x="4804" y="15457"/>
                      <a:pt x="4337" y="15024"/>
                    </a:cubicBezTo>
                    <a:cubicBezTo>
                      <a:pt x="3214" y="13963"/>
                      <a:pt x="2937" y="13719"/>
                      <a:pt x="2715" y="13719"/>
                    </a:cubicBezTo>
                    <a:cubicBezTo>
                      <a:pt x="2699" y="13719"/>
                      <a:pt x="2684" y="13720"/>
                      <a:pt x="2669" y="13723"/>
                    </a:cubicBezTo>
                    <a:cubicBezTo>
                      <a:pt x="2535" y="13723"/>
                      <a:pt x="2469" y="13856"/>
                      <a:pt x="2402" y="13956"/>
                    </a:cubicBezTo>
                    <a:cubicBezTo>
                      <a:pt x="2402" y="13989"/>
                      <a:pt x="2402" y="13989"/>
                      <a:pt x="2369" y="13989"/>
                    </a:cubicBezTo>
                    <a:cubicBezTo>
                      <a:pt x="1768" y="13489"/>
                      <a:pt x="1234" y="12955"/>
                      <a:pt x="667" y="12422"/>
                    </a:cubicBezTo>
                    <a:lnTo>
                      <a:pt x="501" y="12222"/>
                    </a:lnTo>
                    <a:cubicBezTo>
                      <a:pt x="473" y="12208"/>
                      <a:pt x="440" y="12200"/>
                      <a:pt x="405" y="12200"/>
                    </a:cubicBezTo>
                    <a:cubicBezTo>
                      <a:pt x="357" y="12200"/>
                      <a:pt x="306" y="12216"/>
                      <a:pt x="267" y="12255"/>
                    </a:cubicBezTo>
                    <a:cubicBezTo>
                      <a:pt x="200" y="12288"/>
                      <a:pt x="200" y="12388"/>
                      <a:pt x="267" y="12455"/>
                    </a:cubicBezTo>
                    <a:lnTo>
                      <a:pt x="467" y="12655"/>
                    </a:lnTo>
                    <a:cubicBezTo>
                      <a:pt x="1068" y="13222"/>
                      <a:pt x="1635" y="13789"/>
                      <a:pt x="2302" y="14356"/>
                    </a:cubicBezTo>
                    <a:cubicBezTo>
                      <a:pt x="2335" y="14390"/>
                      <a:pt x="2402" y="14390"/>
                      <a:pt x="2435" y="14390"/>
                    </a:cubicBezTo>
                    <a:cubicBezTo>
                      <a:pt x="2469" y="14390"/>
                      <a:pt x="2502" y="14356"/>
                      <a:pt x="2535" y="14323"/>
                    </a:cubicBezTo>
                    <a:cubicBezTo>
                      <a:pt x="2602" y="14256"/>
                      <a:pt x="2635" y="14190"/>
                      <a:pt x="2669" y="14123"/>
                    </a:cubicBezTo>
                    <a:cubicBezTo>
                      <a:pt x="2698" y="14094"/>
                      <a:pt x="2727" y="14039"/>
                      <a:pt x="2712" y="14026"/>
                    </a:cubicBezTo>
                    <a:lnTo>
                      <a:pt x="2712" y="14026"/>
                    </a:lnTo>
                    <a:cubicBezTo>
                      <a:pt x="2856" y="14076"/>
                      <a:pt x="3321" y="14507"/>
                      <a:pt x="4137" y="15257"/>
                    </a:cubicBezTo>
                    <a:cubicBezTo>
                      <a:pt x="4604" y="15691"/>
                      <a:pt x="5204" y="16258"/>
                      <a:pt x="6005" y="16992"/>
                    </a:cubicBezTo>
                    <a:cubicBezTo>
                      <a:pt x="6472" y="17425"/>
                      <a:pt x="6805" y="17692"/>
                      <a:pt x="7039" y="17892"/>
                    </a:cubicBezTo>
                    <a:cubicBezTo>
                      <a:pt x="7572" y="18326"/>
                      <a:pt x="7572" y="18326"/>
                      <a:pt x="7973" y="19360"/>
                    </a:cubicBezTo>
                    <a:cubicBezTo>
                      <a:pt x="8073" y="19560"/>
                      <a:pt x="8139" y="19794"/>
                      <a:pt x="8239" y="20061"/>
                    </a:cubicBezTo>
                    <a:cubicBezTo>
                      <a:pt x="8340" y="20294"/>
                      <a:pt x="8473" y="20361"/>
                      <a:pt x="8573" y="20361"/>
                    </a:cubicBezTo>
                    <a:cubicBezTo>
                      <a:pt x="8606" y="20361"/>
                      <a:pt x="8640" y="20361"/>
                      <a:pt x="8640" y="20327"/>
                    </a:cubicBezTo>
                    <a:cubicBezTo>
                      <a:pt x="9240" y="20194"/>
                      <a:pt x="9974" y="17592"/>
                      <a:pt x="9941" y="17259"/>
                    </a:cubicBezTo>
                    <a:cubicBezTo>
                      <a:pt x="9907" y="16591"/>
                      <a:pt x="7072" y="11721"/>
                      <a:pt x="3403" y="5450"/>
                    </a:cubicBezTo>
                    <a:cubicBezTo>
                      <a:pt x="1835" y="2815"/>
                      <a:pt x="501" y="547"/>
                      <a:pt x="300" y="113"/>
                    </a:cubicBezTo>
                    <a:cubicBezTo>
                      <a:pt x="275" y="38"/>
                      <a:pt x="213" y="0"/>
                      <a:pt x="1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43"/>
              <p:cNvSpPr/>
              <p:nvPr/>
            </p:nvSpPr>
            <p:spPr>
              <a:xfrm>
                <a:off x="2966450" y="4307275"/>
                <a:ext cx="100925" cy="80500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3220" extrusionOk="0">
                    <a:moveTo>
                      <a:pt x="151" y="1"/>
                    </a:moveTo>
                    <a:cubicBezTo>
                      <a:pt x="109" y="1"/>
                      <a:pt x="67" y="17"/>
                      <a:pt x="34" y="51"/>
                    </a:cubicBezTo>
                    <a:cubicBezTo>
                      <a:pt x="1" y="117"/>
                      <a:pt x="1" y="217"/>
                      <a:pt x="67" y="284"/>
                    </a:cubicBezTo>
                    <a:cubicBezTo>
                      <a:pt x="1135" y="1185"/>
                      <a:pt x="2503" y="2285"/>
                      <a:pt x="3770" y="3186"/>
                    </a:cubicBezTo>
                    <a:cubicBezTo>
                      <a:pt x="3803" y="3219"/>
                      <a:pt x="3837" y="3219"/>
                      <a:pt x="3870" y="3219"/>
                    </a:cubicBezTo>
                    <a:cubicBezTo>
                      <a:pt x="3904" y="3219"/>
                      <a:pt x="3970" y="3219"/>
                      <a:pt x="4004" y="3153"/>
                    </a:cubicBezTo>
                    <a:cubicBezTo>
                      <a:pt x="4037" y="3086"/>
                      <a:pt x="4037" y="2986"/>
                      <a:pt x="3970" y="2953"/>
                    </a:cubicBezTo>
                    <a:cubicBezTo>
                      <a:pt x="2703" y="2019"/>
                      <a:pt x="1335" y="918"/>
                      <a:pt x="268" y="51"/>
                    </a:cubicBezTo>
                    <a:cubicBezTo>
                      <a:pt x="234" y="17"/>
                      <a:pt x="193" y="1"/>
                      <a:pt x="1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43"/>
              <p:cNvSpPr/>
              <p:nvPr/>
            </p:nvSpPr>
            <p:spPr>
              <a:xfrm>
                <a:off x="2863875" y="4231800"/>
                <a:ext cx="95925" cy="72575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2903" extrusionOk="0">
                    <a:moveTo>
                      <a:pt x="234" y="1"/>
                    </a:moveTo>
                    <a:cubicBezTo>
                      <a:pt x="134" y="1"/>
                      <a:pt x="68" y="34"/>
                      <a:pt x="34" y="134"/>
                    </a:cubicBezTo>
                    <a:cubicBezTo>
                      <a:pt x="1" y="201"/>
                      <a:pt x="68" y="301"/>
                      <a:pt x="168" y="301"/>
                    </a:cubicBezTo>
                    <a:cubicBezTo>
                      <a:pt x="501" y="401"/>
                      <a:pt x="835" y="534"/>
                      <a:pt x="1202" y="701"/>
                    </a:cubicBezTo>
                    <a:cubicBezTo>
                      <a:pt x="1168" y="801"/>
                      <a:pt x="1135" y="901"/>
                      <a:pt x="1168" y="1035"/>
                    </a:cubicBezTo>
                    <a:cubicBezTo>
                      <a:pt x="1235" y="1168"/>
                      <a:pt x="1402" y="1268"/>
                      <a:pt x="1735" y="1502"/>
                    </a:cubicBezTo>
                    <a:cubicBezTo>
                      <a:pt x="2169" y="1769"/>
                      <a:pt x="2769" y="2202"/>
                      <a:pt x="3570" y="2869"/>
                    </a:cubicBezTo>
                    <a:cubicBezTo>
                      <a:pt x="3603" y="2903"/>
                      <a:pt x="3637" y="2903"/>
                      <a:pt x="3670" y="2903"/>
                    </a:cubicBezTo>
                    <a:cubicBezTo>
                      <a:pt x="3737" y="2903"/>
                      <a:pt x="3770" y="2903"/>
                      <a:pt x="3804" y="2869"/>
                    </a:cubicBezTo>
                    <a:cubicBezTo>
                      <a:pt x="3837" y="2803"/>
                      <a:pt x="3837" y="2703"/>
                      <a:pt x="3770" y="2636"/>
                    </a:cubicBezTo>
                    <a:cubicBezTo>
                      <a:pt x="2970" y="1935"/>
                      <a:pt x="2336" y="1535"/>
                      <a:pt x="1936" y="1235"/>
                    </a:cubicBezTo>
                    <a:cubicBezTo>
                      <a:pt x="1702" y="1101"/>
                      <a:pt x="1502" y="968"/>
                      <a:pt x="1469" y="901"/>
                    </a:cubicBezTo>
                    <a:cubicBezTo>
                      <a:pt x="1435" y="868"/>
                      <a:pt x="1469" y="835"/>
                      <a:pt x="1569" y="701"/>
                    </a:cubicBezTo>
                    <a:cubicBezTo>
                      <a:pt x="1602" y="668"/>
                      <a:pt x="1602" y="634"/>
                      <a:pt x="1602" y="568"/>
                    </a:cubicBezTo>
                    <a:cubicBezTo>
                      <a:pt x="1569" y="534"/>
                      <a:pt x="1535" y="501"/>
                      <a:pt x="1502" y="468"/>
                    </a:cubicBezTo>
                    <a:cubicBezTo>
                      <a:pt x="1035" y="268"/>
                      <a:pt x="668" y="101"/>
                      <a:pt x="2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43"/>
              <p:cNvSpPr/>
              <p:nvPr/>
            </p:nvSpPr>
            <p:spPr>
              <a:xfrm>
                <a:off x="3178275" y="4324300"/>
                <a:ext cx="116775" cy="187725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7509" extrusionOk="0">
                    <a:moveTo>
                      <a:pt x="202" y="0"/>
                    </a:moveTo>
                    <a:cubicBezTo>
                      <a:pt x="172" y="0"/>
                      <a:pt x="139" y="11"/>
                      <a:pt x="101" y="37"/>
                    </a:cubicBezTo>
                    <a:cubicBezTo>
                      <a:pt x="34" y="70"/>
                      <a:pt x="0" y="170"/>
                      <a:pt x="67" y="237"/>
                    </a:cubicBezTo>
                    <a:lnTo>
                      <a:pt x="4337" y="7442"/>
                    </a:lnTo>
                    <a:cubicBezTo>
                      <a:pt x="4370" y="7475"/>
                      <a:pt x="4437" y="7509"/>
                      <a:pt x="4470" y="7509"/>
                    </a:cubicBezTo>
                    <a:cubicBezTo>
                      <a:pt x="4504" y="7509"/>
                      <a:pt x="4537" y="7509"/>
                      <a:pt x="4570" y="7475"/>
                    </a:cubicBezTo>
                    <a:cubicBezTo>
                      <a:pt x="4637" y="7442"/>
                      <a:pt x="4670" y="7342"/>
                      <a:pt x="4604" y="7275"/>
                    </a:cubicBezTo>
                    <a:lnTo>
                      <a:pt x="334" y="70"/>
                    </a:lnTo>
                    <a:cubicBezTo>
                      <a:pt x="293" y="29"/>
                      <a:pt x="252" y="0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43"/>
              <p:cNvSpPr/>
              <p:nvPr/>
            </p:nvSpPr>
            <p:spPr>
              <a:xfrm>
                <a:off x="3060700" y="4115550"/>
                <a:ext cx="99250" cy="167975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6719" extrusionOk="0">
                    <a:moveTo>
                      <a:pt x="174" y="1"/>
                    </a:moveTo>
                    <a:cubicBezTo>
                      <a:pt x="151" y="1"/>
                      <a:pt x="127" y="5"/>
                      <a:pt x="100" y="14"/>
                    </a:cubicBezTo>
                    <a:cubicBezTo>
                      <a:pt x="33" y="47"/>
                      <a:pt x="0" y="147"/>
                      <a:pt x="67" y="214"/>
                    </a:cubicBezTo>
                    <a:lnTo>
                      <a:pt x="3636" y="6619"/>
                    </a:lnTo>
                    <a:cubicBezTo>
                      <a:pt x="3669" y="6685"/>
                      <a:pt x="3736" y="6719"/>
                      <a:pt x="3803" y="6719"/>
                    </a:cubicBezTo>
                    <a:cubicBezTo>
                      <a:pt x="3803" y="6719"/>
                      <a:pt x="3836" y="6685"/>
                      <a:pt x="3870" y="6685"/>
                    </a:cubicBezTo>
                    <a:cubicBezTo>
                      <a:pt x="3936" y="6652"/>
                      <a:pt x="3970" y="6552"/>
                      <a:pt x="3903" y="6485"/>
                    </a:cubicBezTo>
                    <a:lnTo>
                      <a:pt x="334" y="81"/>
                    </a:lnTo>
                    <a:cubicBezTo>
                      <a:pt x="285" y="32"/>
                      <a:pt x="236" y="1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43"/>
              <p:cNvSpPr/>
              <p:nvPr/>
            </p:nvSpPr>
            <p:spPr>
              <a:xfrm>
                <a:off x="2918100" y="4191775"/>
                <a:ext cx="71725" cy="53400"/>
              </a:xfrm>
              <a:custGeom>
                <a:avLst/>
                <a:gdLst/>
                <a:ahLst/>
                <a:cxnLst/>
                <a:rect l="l" t="t" r="r" b="b"/>
                <a:pathLst>
                  <a:path w="2869" h="2136" extrusionOk="0">
                    <a:moveTo>
                      <a:pt x="934" y="1"/>
                    </a:moveTo>
                    <a:cubicBezTo>
                      <a:pt x="901" y="1"/>
                      <a:pt x="867" y="34"/>
                      <a:pt x="834" y="67"/>
                    </a:cubicBezTo>
                    <a:lnTo>
                      <a:pt x="33" y="1135"/>
                    </a:lnTo>
                    <a:cubicBezTo>
                      <a:pt x="0" y="1201"/>
                      <a:pt x="0" y="1301"/>
                      <a:pt x="67" y="1335"/>
                    </a:cubicBezTo>
                    <a:cubicBezTo>
                      <a:pt x="92" y="1360"/>
                      <a:pt x="123" y="1371"/>
                      <a:pt x="154" y="1371"/>
                    </a:cubicBezTo>
                    <a:cubicBezTo>
                      <a:pt x="205" y="1371"/>
                      <a:pt x="259" y="1343"/>
                      <a:pt x="300" y="1301"/>
                    </a:cubicBezTo>
                    <a:lnTo>
                      <a:pt x="967" y="401"/>
                    </a:lnTo>
                    <a:cubicBezTo>
                      <a:pt x="1201" y="634"/>
                      <a:pt x="1468" y="935"/>
                      <a:pt x="1735" y="1201"/>
                    </a:cubicBezTo>
                    <a:cubicBezTo>
                      <a:pt x="2035" y="1502"/>
                      <a:pt x="2335" y="1835"/>
                      <a:pt x="2569" y="2102"/>
                    </a:cubicBezTo>
                    <a:cubicBezTo>
                      <a:pt x="2602" y="2135"/>
                      <a:pt x="2669" y="2135"/>
                      <a:pt x="2702" y="2135"/>
                    </a:cubicBezTo>
                    <a:cubicBezTo>
                      <a:pt x="2735" y="2135"/>
                      <a:pt x="2769" y="2135"/>
                      <a:pt x="2802" y="2102"/>
                    </a:cubicBezTo>
                    <a:cubicBezTo>
                      <a:pt x="2869" y="2069"/>
                      <a:pt x="2869" y="1969"/>
                      <a:pt x="2802" y="1902"/>
                    </a:cubicBezTo>
                    <a:cubicBezTo>
                      <a:pt x="2569" y="1635"/>
                      <a:pt x="2268" y="1301"/>
                      <a:pt x="1968" y="1001"/>
                    </a:cubicBezTo>
                    <a:cubicBezTo>
                      <a:pt x="1635" y="668"/>
                      <a:pt x="1334" y="334"/>
                      <a:pt x="1067" y="34"/>
                    </a:cubicBezTo>
                    <a:cubicBezTo>
                      <a:pt x="1034" y="1"/>
                      <a:pt x="1001" y="1"/>
                      <a:pt x="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43"/>
              <p:cNvSpPr/>
              <p:nvPr/>
            </p:nvSpPr>
            <p:spPr>
              <a:xfrm>
                <a:off x="3093225" y="4353975"/>
                <a:ext cx="6090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3287" extrusionOk="0">
                    <a:moveTo>
                      <a:pt x="179" y="1"/>
                    </a:moveTo>
                    <a:cubicBezTo>
                      <a:pt x="142" y="1"/>
                      <a:pt x="100" y="17"/>
                      <a:pt x="67" y="51"/>
                    </a:cubicBezTo>
                    <a:cubicBezTo>
                      <a:pt x="0" y="117"/>
                      <a:pt x="0" y="217"/>
                      <a:pt x="67" y="284"/>
                    </a:cubicBezTo>
                    <a:lnTo>
                      <a:pt x="334" y="551"/>
                    </a:lnTo>
                    <a:cubicBezTo>
                      <a:pt x="767" y="918"/>
                      <a:pt x="1168" y="1318"/>
                      <a:pt x="1701" y="1685"/>
                    </a:cubicBezTo>
                    <a:cubicBezTo>
                      <a:pt x="1801" y="1785"/>
                      <a:pt x="1935" y="1852"/>
                      <a:pt x="1968" y="1952"/>
                    </a:cubicBezTo>
                    <a:cubicBezTo>
                      <a:pt x="2068" y="2152"/>
                      <a:pt x="1868" y="2419"/>
                      <a:pt x="1635" y="2719"/>
                    </a:cubicBezTo>
                    <a:cubicBezTo>
                      <a:pt x="1568" y="2819"/>
                      <a:pt x="1468" y="2953"/>
                      <a:pt x="1401" y="3053"/>
                    </a:cubicBezTo>
                    <a:cubicBezTo>
                      <a:pt x="1368" y="3119"/>
                      <a:pt x="1401" y="3219"/>
                      <a:pt x="1468" y="3286"/>
                    </a:cubicBezTo>
                    <a:lnTo>
                      <a:pt x="1534" y="3286"/>
                    </a:lnTo>
                    <a:cubicBezTo>
                      <a:pt x="1601" y="3286"/>
                      <a:pt x="1635" y="3253"/>
                      <a:pt x="1668" y="3219"/>
                    </a:cubicBezTo>
                    <a:cubicBezTo>
                      <a:pt x="1735" y="3119"/>
                      <a:pt x="1801" y="3019"/>
                      <a:pt x="1901" y="2886"/>
                    </a:cubicBezTo>
                    <a:cubicBezTo>
                      <a:pt x="2135" y="2552"/>
                      <a:pt x="2435" y="2185"/>
                      <a:pt x="2235" y="1818"/>
                    </a:cubicBezTo>
                    <a:cubicBezTo>
                      <a:pt x="2168" y="1652"/>
                      <a:pt x="2001" y="1518"/>
                      <a:pt x="1868" y="1418"/>
                    </a:cubicBezTo>
                    <a:cubicBezTo>
                      <a:pt x="1368" y="1085"/>
                      <a:pt x="967" y="718"/>
                      <a:pt x="567" y="317"/>
                    </a:cubicBezTo>
                    <a:lnTo>
                      <a:pt x="267" y="51"/>
                    </a:lnTo>
                    <a:cubicBezTo>
                      <a:pt x="250" y="17"/>
                      <a:pt x="217" y="1"/>
                      <a:pt x="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43"/>
              <p:cNvSpPr/>
              <p:nvPr/>
            </p:nvSpPr>
            <p:spPr>
              <a:xfrm>
                <a:off x="2999825" y="4255850"/>
                <a:ext cx="87575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3503" h="3542" extrusionOk="0">
                    <a:moveTo>
                      <a:pt x="162" y="1"/>
                    </a:moveTo>
                    <a:cubicBezTo>
                      <a:pt x="129" y="1"/>
                      <a:pt x="95" y="11"/>
                      <a:pt x="67" y="39"/>
                    </a:cubicBezTo>
                    <a:cubicBezTo>
                      <a:pt x="0" y="106"/>
                      <a:pt x="0" y="206"/>
                      <a:pt x="67" y="273"/>
                    </a:cubicBezTo>
                    <a:cubicBezTo>
                      <a:pt x="1101" y="1374"/>
                      <a:pt x="2135" y="2441"/>
                      <a:pt x="3236" y="3509"/>
                    </a:cubicBezTo>
                    <a:cubicBezTo>
                      <a:pt x="3269" y="3542"/>
                      <a:pt x="3302" y="3542"/>
                      <a:pt x="3336" y="3542"/>
                    </a:cubicBezTo>
                    <a:cubicBezTo>
                      <a:pt x="3369" y="3542"/>
                      <a:pt x="3402" y="3509"/>
                      <a:pt x="3436" y="3509"/>
                    </a:cubicBezTo>
                    <a:cubicBezTo>
                      <a:pt x="3503" y="3442"/>
                      <a:pt x="3503" y="3342"/>
                      <a:pt x="3436" y="3275"/>
                    </a:cubicBezTo>
                    <a:cubicBezTo>
                      <a:pt x="2335" y="2241"/>
                      <a:pt x="1301" y="1174"/>
                      <a:pt x="267" y="39"/>
                    </a:cubicBezTo>
                    <a:cubicBezTo>
                      <a:pt x="248" y="20"/>
                      <a:pt x="206" y="1"/>
                      <a:pt x="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43"/>
              <p:cNvSpPr/>
              <p:nvPr/>
            </p:nvSpPr>
            <p:spPr>
              <a:xfrm>
                <a:off x="2932275" y="4075025"/>
                <a:ext cx="44225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370" extrusionOk="0">
                    <a:moveTo>
                      <a:pt x="1635" y="1"/>
                    </a:moveTo>
                    <a:cubicBezTo>
                      <a:pt x="1535" y="1"/>
                      <a:pt x="1468" y="34"/>
                      <a:pt x="1434" y="134"/>
                    </a:cubicBezTo>
                    <a:cubicBezTo>
                      <a:pt x="1168" y="1201"/>
                      <a:pt x="701" y="2235"/>
                      <a:pt x="33" y="3136"/>
                    </a:cubicBezTo>
                    <a:cubicBezTo>
                      <a:pt x="0" y="3203"/>
                      <a:pt x="0" y="3303"/>
                      <a:pt x="67" y="3336"/>
                    </a:cubicBezTo>
                    <a:cubicBezTo>
                      <a:pt x="100" y="3370"/>
                      <a:pt x="134" y="3370"/>
                      <a:pt x="167" y="3370"/>
                    </a:cubicBezTo>
                    <a:cubicBezTo>
                      <a:pt x="200" y="3370"/>
                      <a:pt x="267" y="3370"/>
                      <a:pt x="300" y="3303"/>
                    </a:cubicBezTo>
                    <a:cubicBezTo>
                      <a:pt x="967" y="2402"/>
                      <a:pt x="1468" y="1335"/>
                      <a:pt x="1735" y="201"/>
                    </a:cubicBezTo>
                    <a:cubicBezTo>
                      <a:pt x="1768" y="134"/>
                      <a:pt x="1701" y="34"/>
                      <a:pt x="16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43"/>
              <p:cNvSpPr/>
              <p:nvPr/>
            </p:nvSpPr>
            <p:spPr>
              <a:xfrm>
                <a:off x="2953125" y="4135350"/>
                <a:ext cx="46725" cy="4310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1724" extrusionOk="0">
                    <a:moveTo>
                      <a:pt x="1675" y="1"/>
                    </a:moveTo>
                    <a:cubicBezTo>
                      <a:pt x="1630" y="1"/>
                      <a:pt x="1587" y="17"/>
                      <a:pt x="1568" y="56"/>
                    </a:cubicBezTo>
                    <a:cubicBezTo>
                      <a:pt x="1201" y="623"/>
                      <a:pt x="701" y="1090"/>
                      <a:pt x="100" y="1424"/>
                    </a:cubicBezTo>
                    <a:cubicBezTo>
                      <a:pt x="33" y="1457"/>
                      <a:pt x="0" y="1557"/>
                      <a:pt x="33" y="1624"/>
                    </a:cubicBezTo>
                    <a:cubicBezTo>
                      <a:pt x="67" y="1690"/>
                      <a:pt x="133" y="1724"/>
                      <a:pt x="167" y="1724"/>
                    </a:cubicBezTo>
                    <a:cubicBezTo>
                      <a:pt x="200" y="1724"/>
                      <a:pt x="234" y="1724"/>
                      <a:pt x="267" y="1690"/>
                    </a:cubicBezTo>
                    <a:cubicBezTo>
                      <a:pt x="901" y="1357"/>
                      <a:pt x="1434" y="857"/>
                      <a:pt x="1835" y="223"/>
                    </a:cubicBezTo>
                    <a:cubicBezTo>
                      <a:pt x="1868" y="156"/>
                      <a:pt x="1835" y="56"/>
                      <a:pt x="1768" y="23"/>
                    </a:cubicBezTo>
                    <a:cubicBezTo>
                      <a:pt x="1740" y="9"/>
                      <a:pt x="1707" y="1"/>
                      <a:pt x="16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43"/>
              <p:cNvSpPr/>
              <p:nvPr/>
            </p:nvSpPr>
            <p:spPr>
              <a:xfrm>
                <a:off x="3167425" y="4421800"/>
                <a:ext cx="95100" cy="91075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3643" extrusionOk="0">
                    <a:moveTo>
                      <a:pt x="162" y="1"/>
                    </a:moveTo>
                    <a:cubicBezTo>
                      <a:pt x="130" y="1"/>
                      <a:pt x="96" y="11"/>
                      <a:pt x="68" y="39"/>
                    </a:cubicBezTo>
                    <a:cubicBezTo>
                      <a:pt x="1" y="106"/>
                      <a:pt x="1" y="206"/>
                      <a:pt x="34" y="273"/>
                    </a:cubicBezTo>
                    <a:cubicBezTo>
                      <a:pt x="1135" y="1440"/>
                      <a:pt x="2302" y="2575"/>
                      <a:pt x="3537" y="3609"/>
                    </a:cubicBezTo>
                    <a:cubicBezTo>
                      <a:pt x="3570" y="3642"/>
                      <a:pt x="3603" y="3642"/>
                      <a:pt x="3637" y="3642"/>
                    </a:cubicBezTo>
                    <a:cubicBezTo>
                      <a:pt x="3670" y="3642"/>
                      <a:pt x="3737" y="3642"/>
                      <a:pt x="3770" y="3609"/>
                    </a:cubicBezTo>
                    <a:cubicBezTo>
                      <a:pt x="3804" y="3542"/>
                      <a:pt x="3804" y="3442"/>
                      <a:pt x="3737" y="3375"/>
                    </a:cubicBezTo>
                    <a:cubicBezTo>
                      <a:pt x="2536" y="2341"/>
                      <a:pt x="1368" y="1207"/>
                      <a:pt x="268" y="39"/>
                    </a:cubicBezTo>
                    <a:cubicBezTo>
                      <a:pt x="248" y="20"/>
                      <a:pt x="207" y="1"/>
                      <a:pt x="1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43"/>
              <p:cNvSpPr/>
              <p:nvPr/>
            </p:nvSpPr>
            <p:spPr>
              <a:xfrm>
                <a:off x="2272625" y="4222075"/>
                <a:ext cx="191000" cy="277450"/>
              </a:xfrm>
              <a:custGeom>
                <a:avLst/>
                <a:gdLst/>
                <a:ahLst/>
                <a:cxnLst/>
                <a:rect l="l" t="t" r="r" b="b"/>
                <a:pathLst>
                  <a:path w="7640" h="11098" extrusionOk="0">
                    <a:moveTo>
                      <a:pt x="7446" y="1"/>
                    </a:moveTo>
                    <a:cubicBezTo>
                      <a:pt x="7401" y="1"/>
                      <a:pt x="7359" y="17"/>
                      <a:pt x="7339" y="56"/>
                    </a:cubicBezTo>
                    <a:cubicBezTo>
                      <a:pt x="4804" y="3559"/>
                      <a:pt x="2336" y="7195"/>
                      <a:pt x="34" y="10830"/>
                    </a:cubicBezTo>
                    <a:cubicBezTo>
                      <a:pt x="1" y="10931"/>
                      <a:pt x="1" y="11031"/>
                      <a:pt x="101" y="11064"/>
                    </a:cubicBezTo>
                    <a:cubicBezTo>
                      <a:pt x="101" y="11064"/>
                      <a:pt x="134" y="11097"/>
                      <a:pt x="167" y="11097"/>
                    </a:cubicBezTo>
                    <a:cubicBezTo>
                      <a:pt x="234" y="11097"/>
                      <a:pt x="267" y="11064"/>
                      <a:pt x="301" y="10997"/>
                    </a:cubicBezTo>
                    <a:cubicBezTo>
                      <a:pt x="2602" y="7361"/>
                      <a:pt x="5071" y="3725"/>
                      <a:pt x="7573" y="223"/>
                    </a:cubicBezTo>
                    <a:cubicBezTo>
                      <a:pt x="7639" y="156"/>
                      <a:pt x="7606" y="56"/>
                      <a:pt x="7539" y="23"/>
                    </a:cubicBezTo>
                    <a:cubicBezTo>
                      <a:pt x="7512" y="9"/>
                      <a:pt x="7478" y="1"/>
                      <a:pt x="74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3"/>
              <p:cNvSpPr/>
              <p:nvPr/>
            </p:nvSpPr>
            <p:spPr>
              <a:xfrm>
                <a:off x="2138375" y="4535775"/>
                <a:ext cx="112600" cy="166400"/>
              </a:xfrm>
              <a:custGeom>
                <a:avLst/>
                <a:gdLst/>
                <a:ahLst/>
                <a:cxnLst/>
                <a:rect l="l" t="t" r="r" b="b"/>
                <a:pathLst>
                  <a:path w="4504" h="6656" extrusionOk="0">
                    <a:moveTo>
                      <a:pt x="4320" y="0"/>
                    </a:moveTo>
                    <a:cubicBezTo>
                      <a:pt x="4278" y="0"/>
                      <a:pt x="4236" y="17"/>
                      <a:pt x="4203" y="50"/>
                    </a:cubicBezTo>
                    <a:cubicBezTo>
                      <a:pt x="3236" y="1285"/>
                      <a:pt x="2368" y="2686"/>
                      <a:pt x="1434" y="4187"/>
                    </a:cubicBezTo>
                    <a:cubicBezTo>
                      <a:pt x="1001" y="4921"/>
                      <a:pt x="534" y="5688"/>
                      <a:pt x="33" y="6422"/>
                    </a:cubicBezTo>
                    <a:cubicBezTo>
                      <a:pt x="0" y="6488"/>
                      <a:pt x="33" y="6588"/>
                      <a:pt x="100" y="6655"/>
                    </a:cubicBezTo>
                    <a:lnTo>
                      <a:pt x="167" y="6655"/>
                    </a:lnTo>
                    <a:cubicBezTo>
                      <a:pt x="234" y="6655"/>
                      <a:pt x="267" y="6655"/>
                      <a:pt x="300" y="6588"/>
                    </a:cubicBezTo>
                    <a:cubicBezTo>
                      <a:pt x="801" y="5821"/>
                      <a:pt x="1268" y="5087"/>
                      <a:pt x="1701" y="4354"/>
                    </a:cubicBezTo>
                    <a:cubicBezTo>
                      <a:pt x="2635" y="2852"/>
                      <a:pt x="3469" y="1451"/>
                      <a:pt x="4437" y="251"/>
                    </a:cubicBezTo>
                    <a:cubicBezTo>
                      <a:pt x="4503" y="184"/>
                      <a:pt x="4503" y="84"/>
                      <a:pt x="4437" y="50"/>
                    </a:cubicBezTo>
                    <a:cubicBezTo>
                      <a:pt x="4403" y="17"/>
                      <a:pt x="4362" y="0"/>
                      <a:pt x="43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43"/>
              <p:cNvSpPr/>
              <p:nvPr/>
            </p:nvSpPr>
            <p:spPr>
              <a:xfrm>
                <a:off x="2176725" y="4770950"/>
                <a:ext cx="132625" cy="13637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5455" extrusionOk="0">
                    <a:moveTo>
                      <a:pt x="155" y="0"/>
                    </a:moveTo>
                    <a:cubicBezTo>
                      <a:pt x="117" y="0"/>
                      <a:pt x="84" y="17"/>
                      <a:pt x="67" y="50"/>
                    </a:cubicBezTo>
                    <a:cubicBezTo>
                      <a:pt x="1" y="117"/>
                      <a:pt x="1" y="217"/>
                      <a:pt x="67" y="284"/>
                    </a:cubicBezTo>
                    <a:cubicBezTo>
                      <a:pt x="935" y="1018"/>
                      <a:pt x="1702" y="1885"/>
                      <a:pt x="2436" y="2719"/>
                    </a:cubicBezTo>
                    <a:cubicBezTo>
                      <a:pt x="3236" y="3653"/>
                      <a:pt x="4070" y="4620"/>
                      <a:pt x="5037" y="5421"/>
                    </a:cubicBezTo>
                    <a:cubicBezTo>
                      <a:pt x="5071" y="5421"/>
                      <a:pt x="5104" y="5454"/>
                      <a:pt x="5138" y="5454"/>
                    </a:cubicBezTo>
                    <a:cubicBezTo>
                      <a:pt x="5171" y="5454"/>
                      <a:pt x="5238" y="5421"/>
                      <a:pt x="5271" y="5387"/>
                    </a:cubicBezTo>
                    <a:cubicBezTo>
                      <a:pt x="5304" y="5321"/>
                      <a:pt x="5304" y="5221"/>
                      <a:pt x="5238" y="5154"/>
                    </a:cubicBezTo>
                    <a:cubicBezTo>
                      <a:pt x="4270" y="4387"/>
                      <a:pt x="3470" y="3453"/>
                      <a:pt x="2669" y="2519"/>
                    </a:cubicBezTo>
                    <a:cubicBezTo>
                      <a:pt x="1935" y="1685"/>
                      <a:pt x="1168" y="784"/>
                      <a:pt x="267" y="50"/>
                    </a:cubicBezTo>
                    <a:cubicBezTo>
                      <a:pt x="234" y="17"/>
                      <a:pt x="192" y="0"/>
                      <a:pt x="1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43"/>
              <p:cNvSpPr/>
              <p:nvPr/>
            </p:nvSpPr>
            <p:spPr>
              <a:xfrm>
                <a:off x="1843150" y="4700475"/>
                <a:ext cx="22935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9174" h="1002" extrusionOk="0">
                    <a:moveTo>
                      <a:pt x="167" y="0"/>
                    </a:moveTo>
                    <a:cubicBezTo>
                      <a:pt x="67" y="0"/>
                      <a:pt x="1" y="67"/>
                      <a:pt x="1" y="167"/>
                    </a:cubicBezTo>
                    <a:cubicBezTo>
                      <a:pt x="1" y="234"/>
                      <a:pt x="67" y="334"/>
                      <a:pt x="167" y="334"/>
                    </a:cubicBezTo>
                    <a:lnTo>
                      <a:pt x="9007" y="1001"/>
                    </a:lnTo>
                    <a:cubicBezTo>
                      <a:pt x="9107" y="1001"/>
                      <a:pt x="9174" y="934"/>
                      <a:pt x="9174" y="868"/>
                    </a:cubicBezTo>
                    <a:cubicBezTo>
                      <a:pt x="9174" y="768"/>
                      <a:pt x="9107" y="701"/>
                      <a:pt x="9040" y="701"/>
                    </a:cubicBez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43"/>
              <p:cNvSpPr/>
              <p:nvPr/>
            </p:nvSpPr>
            <p:spPr>
              <a:xfrm>
                <a:off x="3211625" y="3207300"/>
                <a:ext cx="102600" cy="128900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5156" extrusionOk="0">
                    <a:moveTo>
                      <a:pt x="2703" y="318"/>
                    </a:moveTo>
                    <a:cubicBezTo>
                      <a:pt x="2836" y="318"/>
                      <a:pt x="2970" y="385"/>
                      <a:pt x="3170" y="518"/>
                    </a:cubicBezTo>
                    <a:cubicBezTo>
                      <a:pt x="3303" y="585"/>
                      <a:pt x="3437" y="652"/>
                      <a:pt x="3603" y="752"/>
                    </a:cubicBezTo>
                    <a:cubicBezTo>
                      <a:pt x="3703" y="785"/>
                      <a:pt x="3737" y="819"/>
                      <a:pt x="3770" y="852"/>
                    </a:cubicBezTo>
                    <a:cubicBezTo>
                      <a:pt x="3770" y="885"/>
                      <a:pt x="3770" y="952"/>
                      <a:pt x="3670" y="1119"/>
                    </a:cubicBezTo>
                    <a:cubicBezTo>
                      <a:pt x="3136" y="1953"/>
                      <a:pt x="2736" y="2653"/>
                      <a:pt x="2436" y="3187"/>
                    </a:cubicBezTo>
                    <a:cubicBezTo>
                      <a:pt x="1664" y="4482"/>
                      <a:pt x="1468" y="4810"/>
                      <a:pt x="1238" y="4810"/>
                    </a:cubicBezTo>
                    <a:cubicBezTo>
                      <a:pt x="1160" y="4810"/>
                      <a:pt x="1078" y="4772"/>
                      <a:pt x="968" y="4721"/>
                    </a:cubicBezTo>
                    <a:cubicBezTo>
                      <a:pt x="868" y="4655"/>
                      <a:pt x="735" y="4621"/>
                      <a:pt x="601" y="4555"/>
                    </a:cubicBezTo>
                    <a:cubicBezTo>
                      <a:pt x="468" y="4488"/>
                      <a:pt x="401" y="4455"/>
                      <a:pt x="368" y="4388"/>
                    </a:cubicBezTo>
                    <a:cubicBezTo>
                      <a:pt x="334" y="4288"/>
                      <a:pt x="368" y="4121"/>
                      <a:pt x="501" y="3921"/>
                    </a:cubicBezTo>
                    <a:cubicBezTo>
                      <a:pt x="935" y="3187"/>
                      <a:pt x="1268" y="2587"/>
                      <a:pt x="1535" y="2086"/>
                    </a:cubicBezTo>
                    <a:cubicBezTo>
                      <a:pt x="2136" y="952"/>
                      <a:pt x="2469" y="352"/>
                      <a:pt x="2669" y="318"/>
                    </a:cubicBezTo>
                    <a:close/>
                    <a:moveTo>
                      <a:pt x="2726" y="0"/>
                    </a:moveTo>
                    <a:cubicBezTo>
                      <a:pt x="2686" y="0"/>
                      <a:pt x="2645" y="6"/>
                      <a:pt x="2603" y="18"/>
                    </a:cubicBezTo>
                    <a:cubicBezTo>
                      <a:pt x="2269" y="118"/>
                      <a:pt x="2002" y="552"/>
                      <a:pt x="1235" y="1953"/>
                    </a:cubicBezTo>
                    <a:cubicBezTo>
                      <a:pt x="968" y="2420"/>
                      <a:pt x="635" y="3020"/>
                      <a:pt x="234" y="3787"/>
                    </a:cubicBezTo>
                    <a:cubicBezTo>
                      <a:pt x="67" y="4088"/>
                      <a:pt x="1" y="4288"/>
                      <a:pt x="67" y="4488"/>
                    </a:cubicBezTo>
                    <a:cubicBezTo>
                      <a:pt x="134" y="4688"/>
                      <a:pt x="334" y="4788"/>
                      <a:pt x="501" y="4855"/>
                    </a:cubicBezTo>
                    <a:cubicBezTo>
                      <a:pt x="635" y="4888"/>
                      <a:pt x="735" y="4955"/>
                      <a:pt x="835" y="4988"/>
                    </a:cubicBezTo>
                    <a:cubicBezTo>
                      <a:pt x="1001" y="5088"/>
                      <a:pt x="1135" y="5155"/>
                      <a:pt x="1268" y="5155"/>
                    </a:cubicBezTo>
                    <a:cubicBezTo>
                      <a:pt x="1635" y="5155"/>
                      <a:pt x="1869" y="4721"/>
                      <a:pt x="2703" y="3354"/>
                    </a:cubicBezTo>
                    <a:cubicBezTo>
                      <a:pt x="3003" y="2820"/>
                      <a:pt x="3403" y="2153"/>
                      <a:pt x="3937" y="1286"/>
                    </a:cubicBezTo>
                    <a:cubicBezTo>
                      <a:pt x="4004" y="1152"/>
                      <a:pt x="4104" y="952"/>
                      <a:pt x="4070" y="785"/>
                    </a:cubicBezTo>
                    <a:cubicBezTo>
                      <a:pt x="4004" y="618"/>
                      <a:pt x="3870" y="552"/>
                      <a:pt x="3770" y="485"/>
                    </a:cubicBezTo>
                    <a:cubicBezTo>
                      <a:pt x="3603" y="385"/>
                      <a:pt x="3470" y="318"/>
                      <a:pt x="3336" y="252"/>
                    </a:cubicBezTo>
                    <a:cubicBezTo>
                      <a:pt x="3090" y="115"/>
                      <a:pt x="2911" y="0"/>
                      <a:pt x="27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43"/>
              <p:cNvSpPr/>
              <p:nvPr/>
            </p:nvSpPr>
            <p:spPr>
              <a:xfrm>
                <a:off x="3286675" y="3146550"/>
                <a:ext cx="45900" cy="4120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1648" extrusionOk="0">
                    <a:moveTo>
                      <a:pt x="170" y="0"/>
                    </a:moveTo>
                    <a:cubicBezTo>
                      <a:pt x="149" y="0"/>
                      <a:pt x="126" y="5"/>
                      <a:pt x="101" y="13"/>
                    </a:cubicBezTo>
                    <a:cubicBezTo>
                      <a:pt x="34" y="46"/>
                      <a:pt x="1" y="146"/>
                      <a:pt x="34" y="213"/>
                    </a:cubicBezTo>
                    <a:cubicBezTo>
                      <a:pt x="134" y="513"/>
                      <a:pt x="368" y="814"/>
                      <a:pt x="701" y="1080"/>
                    </a:cubicBezTo>
                    <a:cubicBezTo>
                      <a:pt x="968" y="1314"/>
                      <a:pt x="1302" y="1447"/>
                      <a:pt x="1602" y="1614"/>
                    </a:cubicBezTo>
                    <a:cubicBezTo>
                      <a:pt x="1602" y="1614"/>
                      <a:pt x="1635" y="1647"/>
                      <a:pt x="1669" y="1647"/>
                    </a:cubicBezTo>
                    <a:cubicBezTo>
                      <a:pt x="1702" y="1647"/>
                      <a:pt x="1769" y="1614"/>
                      <a:pt x="1802" y="1547"/>
                    </a:cubicBezTo>
                    <a:cubicBezTo>
                      <a:pt x="1836" y="1481"/>
                      <a:pt x="1802" y="1381"/>
                      <a:pt x="1735" y="1347"/>
                    </a:cubicBezTo>
                    <a:cubicBezTo>
                      <a:pt x="1435" y="1180"/>
                      <a:pt x="1135" y="1014"/>
                      <a:pt x="868" y="814"/>
                    </a:cubicBezTo>
                    <a:cubicBezTo>
                      <a:pt x="601" y="613"/>
                      <a:pt x="401" y="380"/>
                      <a:pt x="301" y="113"/>
                    </a:cubicBezTo>
                    <a:cubicBezTo>
                      <a:pt x="276" y="38"/>
                      <a:pt x="232" y="0"/>
                      <a:pt x="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43"/>
              <p:cNvSpPr/>
              <p:nvPr/>
            </p:nvSpPr>
            <p:spPr>
              <a:xfrm>
                <a:off x="2653725" y="4038100"/>
                <a:ext cx="131800" cy="133675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5347" extrusionOk="0">
                    <a:moveTo>
                      <a:pt x="3479" y="1"/>
                    </a:moveTo>
                    <a:cubicBezTo>
                      <a:pt x="3454" y="1"/>
                      <a:pt x="3429" y="3"/>
                      <a:pt x="3403" y="10"/>
                    </a:cubicBezTo>
                    <a:cubicBezTo>
                      <a:pt x="3270" y="43"/>
                      <a:pt x="3170" y="110"/>
                      <a:pt x="3103" y="177"/>
                    </a:cubicBezTo>
                    <a:cubicBezTo>
                      <a:pt x="2769" y="544"/>
                      <a:pt x="2503" y="944"/>
                      <a:pt x="2236" y="1344"/>
                    </a:cubicBezTo>
                    <a:lnTo>
                      <a:pt x="101" y="4413"/>
                    </a:lnTo>
                    <a:cubicBezTo>
                      <a:pt x="68" y="4480"/>
                      <a:pt x="1" y="4580"/>
                      <a:pt x="34" y="4680"/>
                    </a:cubicBezTo>
                    <a:cubicBezTo>
                      <a:pt x="34" y="4913"/>
                      <a:pt x="301" y="4980"/>
                      <a:pt x="368" y="5013"/>
                    </a:cubicBezTo>
                    <a:lnTo>
                      <a:pt x="1402" y="5347"/>
                    </a:lnTo>
                    <a:lnTo>
                      <a:pt x="1435" y="5347"/>
                    </a:lnTo>
                    <a:cubicBezTo>
                      <a:pt x="1502" y="5347"/>
                      <a:pt x="1569" y="5314"/>
                      <a:pt x="1602" y="5214"/>
                    </a:cubicBezTo>
                    <a:cubicBezTo>
                      <a:pt x="1635" y="5147"/>
                      <a:pt x="1569" y="5047"/>
                      <a:pt x="1502" y="5013"/>
                    </a:cubicBezTo>
                    <a:lnTo>
                      <a:pt x="468" y="4713"/>
                    </a:lnTo>
                    <a:cubicBezTo>
                      <a:pt x="368" y="4680"/>
                      <a:pt x="334" y="4646"/>
                      <a:pt x="334" y="4646"/>
                    </a:cubicBezTo>
                    <a:cubicBezTo>
                      <a:pt x="334" y="4646"/>
                      <a:pt x="368" y="4580"/>
                      <a:pt x="368" y="4580"/>
                    </a:cubicBezTo>
                    <a:lnTo>
                      <a:pt x="2503" y="1511"/>
                    </a:lnTo>
                    <a:cubicBezTo>
                      <a:pt x="2769" y="1144"/>
                      <a:pt x="3036" y="744"/>
                      <a:pt x="3337" y="410"/>
                    </a:cubicBezTo>
                    <a:cubicBezTo>
                      <a:pt x="3370" y="343"/>
                      <a:pt x="3437" y="310"/>
                      <a:pt x="3470" y="310"/>
                    </a:cubicBezTo>
                    <a:cubicBezTo>
                      <a:pt x="3503" y="310"/>
                      <a:pt x="3570" y="343"/>
                      <a:pt x="3637" y="343"/>
                    </a:cubicBezTo>
                    <a:lnTo>
                      <a:pt x="5004" y="1011"/>
                    </a:lnTo>
                    <a:cubicBezTo>
                      <a:pt x="5031" y="1019"/>
                      <a:pt x="5058" y="1024"/>
                      <a:pt x="5084" y="1024"/>
                    </a:cubicBezTo>
                    <a:cubicBezTo>
                      <a:pt x="5153" y="1024"/>
                      <a:pt x="5213" y="993"/>
                      <a:pt x="5238" y="944"/>
                    </a:cubicBezTo>
                    <a:cubicBezTo>
                      <a:pt x="5271" y="877"/>
                      <a:pt x="5238" y="777"/>
                      <a:pt x="5138" y="744"/>
                    </a:cubicBezTo>
                    <a:lnTo>
                      <a:pt x="3770" y="77"/>
                    </a:lnTo>
                    <a:cubicBezTo>
                      <a:pt x="3689" y="50"/>
                      <a:pt x="3586" y="1"/>
                      <a:pt x="34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3"/>
              <p:cNvSpPr/>
              <p:nvPr/>
            </p:nvSpPr>
            <p:spPr>
              <a:xfrm>
                <a:off x="2557000" y="3994900"/>
                <a:ext cx="150125" cy="149375"/>
              </a:xfrm>
              <a:custGeom>
                <a:avLst/>
                <a:gdLst/>
                <a:ahLst/>
                <a:cxnLst/>
                <a:rect l="l" t="t" r="r" b="b"/>
                <a:pathLst>
                  <a:path w="6005" h="5975" extrusionOk="0">
                    <a:moveTo>
                      <a:pt x="3551" y="0"/>
                    </a:moveTo>
                    <a:cubicBezTo>
                      <a:pt x="3503" y="0"/>
                      <a:pt x="3457" y="29"/>
                      <a:pt x="3436" y="70"/>
                    </a:cubicBezTo>
                    <a:cubicBezTo>
                      <a:pt x="3369" y="137"/>
                      <a:pt x="3403" y="237"/>
                      <a:pt x="3470" y="303"/>
                    </a:cubicBezTo>
                    <a:cubicBezTo>
                      <a:pt x="4070" y="737"/>
                      <a:pt x="4737" y="1104"/>
                      <a:pt x="5438" y="1371"/>
                    </a:cubicBezTo>
                    <a:cubicBezTo>
                      <a:pt x="5471" y="1404"/>
                      <a:pt x="5571" y="1438"/>
                      <a:pt x="5571" y="1471"/>
                    </a:cubicBezTo>
                    <a:cubicBezTo>
                      <a:pt x="5604" y="1504"/>
                      <a:pt x="5604" y="1604"/>
                      <a:pt x="5471" y="1771"/>
                    </a:cubicBezTo>
                    <a:cubicBezTo>
                      <a:pt x="4570" y="3005"/>
                      <a:pt x="3636" y="4240"/>
                      <a:pt x="2669" y="5440"/>
                    </a:cubicBezTo>
                    <a:cubicBezTo>
                      <a:pt x="2636" y="5507"/>
                      <a:pt x="2569" y="5607"/>
                      <a:pt x="2469" y="5641"/>
                    </a:cubicBezTo>
                    <a:cubicBezTo>
                      <a:pt x="2430" y="5660"/>
                      <a:pt x="2382" y="5668"/>
                      <a:pt x="2330" y="5668"/>
                    </a:cubicBezTo>
                    <a:cubicBezTo>
                      <a:pt x="2204" y="5668"/>
                      <a:pt x="2053" y="5621"/>
                      <a:pt x="1935" y="5574"/>
                    </a:cubicBezTo>
                    <a:cubicBezTo>
                      <a:pt x="1335" y="5307"/>
                      <a:pt x="768" y="4940"/>
                      <a:pt x="267" y="4506"/>
                    </a:cubicBezTo>
                    <a:cubicBezTo>
                      <a:pt x="242" y="4481"/>
                      <a:pt x="211" y="4470"/>
                      <a:pt x="180" y="4470"/>
                    </a:cubicBezTo>
                    <a:cubicBezTo>
                      <a:pt x="129" y="4470"/>
                      <a:pt x="75" y="4499"/>
                      <a:pt x="34" y="4540"/>
                    </a:cubicBezTo>
                    <a:cubicBezTo>
                      <a:pt x="0" y="4607"/>
                      <a:pt x="0" y="4673"/>
                      <a:pt x="67" y="4740"/>
                    </a:cubicBezTo>
                    <a:cubicBezTo>
                      <a:pt x="567" y="5207"/>
                      <a:pt x="1168" y="5574"/>
                      <a:pt x="1802" y="5841"/>
                    </a:cubicBezTo>
                    <a:cubicBezTo>
                      <a:pt x="1968" y="5907"/>
                      <a:pt x="2135" y="5974"/>
                      <a:pt x="2335" y="5974"/>
                    </a:cubicBezTo>
                    <a:cubicBezTo>
                      <a:pt x="2435" y="5974"/>
                      <a:pt x="2536" y="5974"/>
                      <a:pt x="2636" y="5907"/>
                    </a:cubicBezTo>
                    <a:cubicBezTo>
                      <a:pt x="2769" y="5841"/>
                      <a:pt x="2869" y="5707"/>
                      <a:pt x="2936" y="5641"/>
                    </a:cubicBezTo>
                    <a:cubicBezTo>
                      <a:pt x="3870" y="4440"/>
                      <a:pt x="4804" y="3206"/>
                      <a:pt x="5704" y="1971"/>
                    </a:cubicBezTo>
                    <a:cubicBezTo>
                      <a:pt x="5805" y="1871"/>
                      <a:pt x="6005" y="1571"/>
                      <a:pt x="5838" y="1304"/>
                    </a:cubicBezTo>
                    <a:cubicBezTo>
                      <a:pt x="5771" y="1204"/>
                      <a:pt x="5638" y="1137"/>
                      <a:pt x="5538" y="1104"/>
                    </a:cubicBezTo>
                    <a:cubicBezTo>
                      <a:pt x="4871" y="804"/>
                      <a:pt x="4237" y="470"/>
                      <a:pt x="3636" y="37"/>
                    </a:cubicBezTo>
                    <a:cubicBezTo>
                      <a:pt x="3611" y="11"/>
                      <a:pt x="3580" y="0"/>
                      <a:pt x="35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3"/>
              <p:cNvSpPr/>
              <p:nvPr/>
            </p:nvSpPr>
            <p:spPr>
              <a:xfrm>
                <a:off x="2552000" y="4156325"/>
                <a:ext cx="98425" cy="43825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53" extrusionOk="0">
                    <a:moveTo>
                      <a:pt x="150" y="1"/>
                    </a:moveTo>
                    <a:cubicBezTo>
                      <a:pt x="109" y="1"/>
                      <a:pt x="67" y="18"/>
                      <a:pt x="34" y="51"/>
                    </a:cubicBezTo>
                    <a:cubicBezTo>
                      <a:pt x="0" y="151"/>
                      <a:pt x="0" y="251"/>
                      <a:pt x="67" y="284"/>
                    </a:cubicBezTo>
                    <a:cubicBezTo>
                      <a:pt x="1134" y="1085"/>
                      <a:pt x="2402" y="1619"/>
                      <a:pt x="3736" y="1752"/>
                    </a:cubicBezTo>
                    <a:cubicBezTo>
                      <a:pt x="3836" y="1752"/>
                      <a:pt x="3903" y="1719"/>
                      <a:pt x="3903" y="1619"/>
                    </a:cubicBezTo>
                    <a:cubicBezTo>
                      <a:pt x="3936" y="1552"/>
                      <a:pt x="3870" y="1452"/>
                      <a:pt x="3770" y="1452"/>
                    </a:cubicBezTo>
                    <a:cubicBezTo>
                      <a:pt x="2502" y="1285"/>
                      <a:pt x="1301" y="818"/>
                      <a:pt x="267" y="51"/>
                    </a:cubicBezTo>
                    <a:cubicBezTo>
                      <a:pt x="234" y="18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3"/>
              <p:cNvSpPr/>
              <p:nvPr/>
            </p:nvSpPr>
            <p:spPr>
              <a:xfrm>
                <a:off x="2549500" y="4188850"/>
                <a:ext cx="72575" cy="371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1486" extrusionOk="0">
                    <a:moveTo>
                      <a:pt x="150" y="1"/>
                    </a:moveTo>
                    <a:cubicBezTo>
                      <a:pt x="109" y="1"/>
                      <a:pt x="67" y="17"/>
                      <a:pt x="34" y="51"/>
                    </a:cubicBezTo>
                    <a:cubicBezTo>
                      <a:pt x="0" y="118"/>
                      <a:pt x="0" y="218"/>
                      <a:pt x="34" y="251"/>
                    </a:cubicBezTo>
                    <a:cubicBezTo>
                      <a:pt x="767" y="951"/>
                      <a:pt x="1735" y="1385"/>
                      <a:pt x="2735" y="1485"/>
                    </a:cubicBezTo>
                    <a:cubicBezTo>
                      <a:pt x="2836" y="1485"/>
                      <a:pt x="2902" y="1418"/>
                      <a:pt x="2902" y="1352"/>
                    </a:cubicBezTo>
                    <a:cubicBezTo>
                      <a:pt x="2902" y="1252"/>
                      <a:pt x="2836" y="1185"/>
                      <a:pt x="2769" y="1185"/>
                    </a:cubicBezTo>
                    <a:cubicBezTo>
                      <a:pt x="1835" y="1085"/>
                      <a:pt x="934" y="685"/>
                      <a:pt x="267" y="51"/>
                    </a:cubicBezTo>
                    <a:cubicBezTo>
                      <a:pt x="234" y="17"/>
                      <a:pt x="192" y="1"/>
                      <a:pt x="1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43"/>
              <p:cNvSpPr/>
              <p:nvPr/>
            </p:nvSpPr>
            <p:spPr>
              <a:xfrm>
                <a:off x="2767975" y="3869800"/>
                <a:ext cx="80925" cy="49300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1972" extrusionOk="0">
                    <a:moveTo>
                      <a:pt x="182" y="1"/>
                    </a:moveTo>
                    <a:cubicBezTo>
                      <a:pt x="134" y="1"/>
                      <a:pt x="88" y="29"/>
                      <a:pt x="67" y="70"/>
                    </a:cubicBezTo>
                    <a:cubicBezTo>
                      <a:pt x="1" y="137"/>
                      <a:pt x="34" y="237"/>
                      <a:pt x="101" y="271"/>
                    </a:cubicBezTo>
                    <a:cubicBezTo>
                      <a:pt x="1001" y="938"/>
                      <a:pt x="1969" y="1505"/>
                      <a:pt x="3003" y="1972"/>
                    </a:cubicBezTo>
                    <a:lnTo>
                      <a:pt x="3070" y="1972"/>
                    </a:lnTo>
                    <a:cubicBezTo>
                      <a:pt x="3103" y="1972"/>
                      <a:pt x="3170" y="1938"/>
                      <a:pt x="3203" y="1872"/>
                    </a:cubicBezTo>
                    <a:cubicBezTo>
                      <a:pt x="3236" y="1805"/>
                      <a:pt x="3203" y="1705"/>
                      <a:pt x="3103" y="1672"/>
                    </a:cubicBezTo>
                    <a:cubicBezTo>
                      <a:pt x="2102" y="1238"/>
                      <a:pt x="1168" y="704"/>
                      <a:pt x="268" y="37"/>
                    </a:cubicBezTo>
                    <a:cubicBezTo>
                      <a:pt x="242" y="12"/>
                      <a:pt x="212" y="1"/>
                      <a:pt x="1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43"/>
              <p:cNvSpPr/>
              <p:nvPr/>
            </p:nvSpPr>
            <p:spPr>
              <a:xfrm>
                <a:off x="2765475" y="3904350"/>
                <a:ext cx="64250" cy="34775"/>
              </a:xfrm>
              <a:custGeom>
                <a:avLst/>
                <a:gdLst/>
                <a:ahLst/>
                <a:cxnLst/>
                <a:rect l="l" t="t" r="r" b="b"/>
                <a:pathLst>
                  <a:path w="2570" h="1391" extrusionOk="0">
                    <a:moveTo>
                      <a:pt x="175" y="1"/>
                    </a:moveTo>
                    <a:cubicBezTo>
                      <a:pt x="129" y="1"/>
                      <a:pt x="87" y="17"/>
                      <a:pt x="67" y="56"/>
                    </a:cubicBezTo>
                    <a:cubicBezTo>
                      <a:pt x="1" y="89"/>
                      <a:pt x="1" y="189"/>
                      <a:pt x="67" y="256"/>
                    </a:cubicBezTo>
                    <a:cubicBezTo>
                      <a:pt x="701" y="857"/>
                      <a:pt x="1535" y="1257"/>
                      <a:pt x="2369" y="1390"/>
                    </a:cubicBezTo>
                    <a:lnTo>
                      <a:pt x="2402" y="1390"/>
                    </a:lnTo>
                    <a:cubicBezTo>
                      <a:pt x="2469" y="1390"/>
                      <a:pt x="2536" y="1324"/>
                      <a:pt x="2569" y="1257"/>
                    </a:cubicBezTo>
                    <a:cubicBezTo>
                      <a:pt x="2569" y="1157"/>
                      <a:pt x="2502" y="1090"/>
                      <a:pt x="2436" y="1057"/>
                    </a:cubicBezTo>
                    <a:cubicBezTo>
                      <a:pt x="1635" y="957"/>
                      <a:pt x="868" y="590"/>
                      <a:pt x="268" y="23"/>
                    </a:cubicBezTo>
                    <a:cubicBezTo>
                      <a:pt x="240" y="9"/>
                      <a:pt x="207" y="1"/>
                      <a:pt x="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9" name="Google Shape;1959;p43"/>
            <p:cNvGrpSpPr/>
            <p:nvPr/>
          </p:nvGrpSpPr>
          <p:grpSpPr>
            <a:xfrm>
              <a:off x="7983895" y="2229795"/>
              <a:ext cx="186507" cy="314399"/>
              <a:chOff x="1421025" y="1637275"/>
              <a:chExt cx="270300" cy="455650"/>
            </a:xfrm>
          </p:grpSpPr>
          <p:cxnSp>
            <p:nvCxnSpPr>
              <p:cNvPr id="1960" name="Google Shape;1960;p43"/>
              <p:cNvCxnSpPr/>
              <p:nvPr/>
            </p:nvCxnSpPr>
            <p:spPr>
              <a:xfrm>
                <a:off x="1421025" y="1637275"/>
                <a:ext cx="27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1" name="Google Shape;1961;p43"/>
              <p:cNvCxnSpPr/>
              <p:nvPr/>
            </p:nvCxnSpPr>
            <p:spPr>
              <a:xfrm>
                <a:off x="1421025" y="1789158"/>
                <a:ext cx="27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2" name="Google Shape;1962;p43"/>
              <p:cNvCxnSpPr/>
              <p:nvPr/>
            </p:nvCxnSpPr>
            <p:spPr>
              <a:xfrm>
                <a:off x="1421025" y="1941042"/>
                <a:ext cx="27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3" name="Google Shape;1963;p43"/>
              <p:cNvCxnSpPr/>
              <p:nvPr/>
            </p:nvCxnSpPr>
            <p:spPr>
              <a:xfrm>
                <a:off x="1421025" y="2092925"/>
                <a:ext cx="27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964" name="Google Shape;1964;p43"/>
            <p:cNvGrpSpPr/>
            <p:nvPr/>
          </p:nvGrpSpPr>
          <p:grpSpPr>
            <a:xfrm>
              <a:off x="5884995" y="942495"/>
              <a:ext cx="186507" cy="314399"/>
              <a:chOff x="1421025" y="1637275"/>
              <a:chExt cx="270300" cy="455650"/>
            </a:xfrm>
          </p:grpSpPr>
          <p:cxnSp>
            <p:nvCxnSpPr>
              <p:cNvPr id="1965" name="Google Shape;1965;p43"/>
              <p:cNvCxnSpPr/>
              <p:nvPr/>
            </p:nvCxnSpPr>
            <p:spPr>
              <a:xfrm>
                <a:off x="1421025" y="1637275"/>
                <a:ext cx="27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6" name="Google Shape;1966;p43"/>
              <p:cNvCxnSpPr/>
              <p:nvPr/>
            </p:nvCxnSpPr>
            <p:spPr>
              <a:xfrm>
                <a:off x="1421025" y="1789158"/>
                <a:ext cx="27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7" name="Google Shape;1967;p43"/>
              <p:cNvCxnSpPr/>
              <p:nvPr/>
            </p:nvCxnSpPr>
            <p:spPr>
              <a:xfrm>
                <a:off x="1421025" y="1941042"/>
                <a:ext cx="27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68" name="Google Shape;1968;p43"/>
              <p:cNvCxnSpPr/>
              <p:nvPr/>
            </p:nvCxnSpPr>
            <p:spPr>
              <a:xfrm>
                <a:off x="1421025" y="2092925"/>
                <a:ext cx="27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763" name="Google Shape;1763;p42"/>
          <p:cNvGrpSpPr/>
          <p:nvPr/>
        </p:nvGrpSpPr>
        <p:grpSpPr>
          <a:xfrm>
            <a:off x="359228" y="0"/>
            <a:ext cx="2865664" cy="1005392"/>
            <a:chOff x="2162353" y="869641"/>
            <a:chExt cx="4819084" cy="1433249"/>
          </a:xfrm>
        </p:grpSpPr>
        <p:grpSp>
          <p:nvGrpSpPr>
            <p:cNvPr id="1764" name="Google Shape;1764;p42"/>
            <p:cNvGrpSpPr/>
            <p:nvPr/>
          </p:nvGrpSpPr>
          <p:grpSpPr>
            <a:xfrm>
              <a:off x="2162353" y="869641"/>
              <a:ext cx="4819084" cy="1433249"/>
              <a:chOff x="4392475" y="419900"/>
              <a:chExt cx="4046250" cy="1203400"/>
            </a:xfrm>
          </p:grpSpPr>
          <p:sp>
            <p:nvSpPr>
              <p:cNvPr id="1765" name="Google Shape;1765;p42"/>
              <p:cNvSpPr/>
              <p:nvPr/>
            </p:nvSpPr>
            <p:spPr>
              <a:xfrm>
                <a:off x="5935250" y="1501525"/>
                <a:ext cx="60050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2402" h="2202" extrusionOk="0">
                    <a:moveTo>
                      <a:pt x="0" y="0"/>
                    </a:moveTo>
                    <a:lnTo>
                      <a:pt x="0" y="1001"/>
                    </a:lnTo>
                    <a:cubicBezTo>
                      <a:pt x="0" y="1668"/>
                      <a:pt x="534" y="2202"/>
                      <a:pt x="1201" y="2202"/>
                    </a:cubicBezTo>
                    <a:cubicBezTo>
                      <a:pt x="1868" y="2202"/>
                      <a:pt x="2402" y="1668"/>
                      <a:pt x="2402" y="1001"/>
                    </a:cubicBezTo>
                    <a:lnTo>
                      <a:pt x="2402" y="0"/>
                    </a:lnTo>
                    <a:lnTo>
                      <a:pt x="2035" y="0"/>
                    </a:lnTo>
                    <a:lnTo>
                      <a:pt x="2035" y="1001"/>
                    </a:lnTo>
                    <a:cubicBezTo>
                      <a:pt x="2035" y="1468"/>
                      <a:pt x="1668" y="1835"/>
                      <a:pt x="1201" y="1835"/>
                    </a:cubicBezTo>
                    <a:cubicBezTo>
                      <a:pt x="734" y="1835"/>
                      <a:pt x="367" y="1468"/>
                      <a:pt x="367" y="1001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42"/>
              <p:cNvSpPr/>
              <p:nvPr/>
            </p:nvSpPr>
            <p:spPr>
              <a:xfrm>
                <a:off x="6011125" y="1293025"/>
                <a:ext cx="286900" cy="192675"/>
              </a:xfrm>
              <a:custGeom>
                <a:avLst/>
                <a:gdLst/>
                <a:ahLst/>
                <a:cxnLst/>
                <a:rect l="l" t="t" r="r" b="b"/>
                <a:pathLst>
                  <a:path w="11476" h="7707" extrusionOk="0">
                    <a:moveTo>
                      <a:pt x="11109" y="1"/>
                    </a:moveTo>
                    <a:lnTo>
                      <a:pt x="668" y="6305"/>
                    </a:lnTo>
                    <a:lnTo>
                      <a:pt x="668" y="6572"/>
                    </a:lnTo>
                    <a:lnTo>
                      <a:pt x="568" y="6572"/>
                    </a:lnTo>
                    <a:lnTo>
                      <a:pt x="568" y="6372"/>
                    </a:lnTo>
                    <a:lnTo>
                      <a:pt x="534" y="6405"/>
                    </a:lnTo>
                    <a:cubicBezTo>
                      <a:pt x="468" y="6439"/>
                      <a:pt x="468" y="6472"/>
                      <a:pt x="434" y="6506"/>
                    </a:cubicBezTo>
                    <a:lnTo>
                      <a:pt x="334" y="6939"/>
                    </a:lnTo>
                    <a:cubicBezTo>
                      <a:pt x="301" y="7106"/>
                      <a:pt x="201" y="7206"/>
                      <a:pt x="67" y="7306"/>
                    </a:cubicBezTo>
                    <a:lnTo>
                      <a:pt x="1" y="7706"/>
                    </a:lnTo>
                    <a:cubicBezTo>
                      <a:pt x="334" y="7606"/>
                      <a:pt x="601" y="7373"/>
                      <a:pt x="701" y="7039"/>
                    </a:cubicBezTo>
                    <a:lnTo>
                      <a:pt x="768" y="6672"/>
                    </a:lnTo>
                    <a:lnTo>
                      <a:pt x="11476" y="201"/>
                    </a:lnTo>
                    <a:cubicBezTo>
                      <a:pt x="11376" y="134"/>
                      <a:pt x="11242" y="68"/>
                      <a:pt x="111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42"/>
              <p:cNvSpPr/>
              <p:nvPr/>
            </p:nvSpPr>
            <p:spPr>
              <a:xfrm>
                <a:off x="6016975" y="1279700"/>
                <a:ext cx="261875" cy="142075"/>
              </a:xfrm>
              <a:custGeom>
                <a:avLst/>
                <a:gdLst/>
                <a:ahLst/>
                <a:cxnLst/>
                <a:rect l="l" t="t" r="r" b="b"/>
                <a:pathLst>
                  <a:path w="10475" h="5683" extrusionOk="0">
                    <a:moveTo>
                      <a:pt x="10174" y="0"/>
                    </a:moveTo>
                    <a:lnTo>
                      <a:pt x="2402" y="4704"/>
                    </a:lnTo>
                    <a:cubicBezTo>
                      <a:pt x="1789" y="5112"/>
                      <a:pt x="1074" y="5316"/>
                      <a:pt x="346" y="5316"/>
                    </a:cubicBezTo>
                    <a:cubicBezTo>
                      <a:pt x="242" y="5316"/>
                      <a:pt x="138" y="5312"/>
                      <a:pt x="34" y="5304"/>
                    </a:cubicBezTo>
                    <a:lnTo>
                      <a:pt x="0" y="5671"/>
                    </a:lnTo>
                    <a:cubicBezTo>
                      <a:pt x="105" y="5678"/>
                      <a:pt x="209" y="5682"/>
                      <a:pt x="312" y="5682"/>
                    </a:cubicBezTo>
                    <a:cubicBezTo>
                      <a:pt x="1134" y="5682"/>
                      <a:pt x="1921" y="5448"/>
                      <a:pt x="2602" y="5004"/>
                    </a:cubicBezTo>
                    <a:lnTo>
                      <a:pt x="10474" y="234"/>
                    </a:lnTo>
                    <a:cubicBezTo>
                      <a:pt x="10374" y="167"/>
                      <a:pt x="10274" y="67"/>
                      <a:pt x="101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2"/>
              <p:cNvSpPr/>
              <p:nvPr/>
            </p:nvSpPr>
            <p:spPr>
              <a:xfrm>
                <a:off x="5912725" y="1359750"/>
                <a:ext cx="105100" cy="141800"/>
              </a:xfrm>
              <a:custGeom>
                <a:avLst/>
                <a:gdLst/>
                <a:ahLst/>
                <a:cxnLst/>
                <a:rect l="l" t="t" r="r" b="b"/>
                <a:pathLst>
                  <a:path w="4204" h="5672" extrusionOk="0">
                    <a:moveTo>
                      <a:pt x="2202" y="167"/>
                    </a:moveTo>
                    <a:lnTo>
                      <a:pt x="2202" y="367"/>
                    </a:lnTo>
                    <a:cubicBezTo>
                      <a:pt x="3136" y="434"/>
                      <a:pt x="3870" y="1168"/>
                      <a:pt x="3870" y="2069"/>
                    </a:cubicBezTo>
                    <a:lnTo>
                      <a:pt x="3603" y="4971"/>
                    </a:lnTo>
                    <a:lnTo>
                      <a:pt x="3803" y="5404"/>
                    </a:lnTo>
                    <a:lnTo>
                      <a:pt x="3637" y="5471"/>
                    </a:lnTo>
                    <a:lnTo>
                      <a:pt x="3536" y="5304"/>
                    </a:lnTo>
                    <a:lnTo>
                      <a:pt x="634" y="5304"/>
                    </a:lnTo>
                    <a:lnTo>
                      <a:pt x="634" y="5271"/>
                    </a:lnTo>
                    <a:lnTo>
                      <a:pt x="568" y="5404"/>
                    </a:lnTo>
                    <a:lnTo>
                      <a:pt x="401" y="5338"/>
                    </a:lnTo>
                    <a:lnTo>
                      <a:pt x="601" y="4904"/>
                    </a:lnTo>
                    <a:lnTo>
                      <a:pt x="368" y="2102"/>
                    </a:lnTo>
                    <a:cubicBezTo>
                      <a:pt x="368" y="1168"/>
                      <a:pt x="1101" y="401"/>
                      <a:pt x="2035" y="367"/>
                    </a:cubicBezTo>
                    <a:lnTo>
                      <a:pt x="2035" y="167"/>
                    </a:lnTo>
                    <a:close/>
                    <a:moveTo>
                      <a:pt x="2102" y="0"/>
                    </a:moveTo>
                    <a:cubicBezTo>
                      <a:pt x="935" y="0"/>
                      <a:pt x="1" y="934"/>
                      <a:pt x="1" y="2102"/>
                    </a:cubicBezTo>
                    <a:lnTo>
                      <a:pt x="301" y="5504"/>
                    </a:lnTo>
                    <a:cubicBezTo>
                      <a:pt x="301" y="5571"/>
                      <a:pt x="368" y="5671"/>
                      <a:pt x="468" y="5671"/>
                    </a:cubicBezTo>
                    <a:lnTo>
                      <a:pt x="3737" y="5671"/>
                    </a:lnTo>
                    <a:cubicBezTo>
                      <a:pt x="3837" y="5671"/>
                      <a:pt x="3903" y="5571"/>
                      <a:pt x="3903" y="5504"/>
                    </a:cubicBezTo>
                    <a:lnTo>
                      <a:pt x="3937" y="5004"/>
                    </a:lnTo>
                    <a:lnTo>
                      <a:pt x="4003" y="4604"/>
                    </a:lnTo>
                    <a:lnTo>
                      <a:pt x="4170" y="2469"/>
                    </a:lnTo>
                    <a:lnTo>
                      <a:pt x="4204" y="2102"/>
                    </a:lnTo>
                    <a:cubicBezTo>
                      <a:pt x="4204" y="934"/>
                      <a:pt x="3270" y="0"/>
                      <a:pt x="2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42"/>
              <p:cNvSpPr/>
              <p:nvPr/>
            </p:nvSpPr>
            <p:spPr>
              <a:xfrm>
                <a:off x="6836725" y="1501525"/>
                <a:ext cx="59225" cy="55050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2202" extrusionOk="0">
                    <a:moveTo>
                      <a:pt x="0" y="0"/>
                    </a:moveTo>
                    <a:lnTo>
                      <a:pt x="0" y="1001"/>
                    </a:lnTo>
                    <a:cubicBezTo>
                      <a:pt x="0" y="1668"/>
                      <a:pt x="534" y="2202"/>
                      <a:pt x="1168" y="2202"/>
                    </a:cubicBezTo>
                    <a:cubicBezTo>
                      <a:pt x="1835" y="2202"/>
                      <a:pt x="2369" y="1668"/>
                      <a:pt x="2369" y="1001"/>
                    </a:cubicBezTo>
                    <a:lnTo>
                      <a:pt x="2369" y="0"/>
                    </a:lnTo>
                    <a:lnTo>
                      <a:pt x="2002" y="0"/>
                    </a:lnTo>
                    <a:lnTo>
                      <a:pt x="2002" y="1001"/>
                    </a:lnTo>
                    <a:cubicBezTo>
                      <a:pt x="2002" y="1468"/>
                      <a:pt x="1635" y="1835"/>
                      <a:pt x="1168" y="1835"/>
                    </a:cubicBezTo>
                    <a:cubicBezTo>
                      <a:pt x="734" y="1835"/>
                      <a:pt x="334" y="1468"/>
                      <a:pt x="334" y="1001"/>
                    </a:cubicBezTo>
                    <a:lnTo>
                      <a:pt x="3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42"/>
              <p:cNvSpPr/>
              <p:nvPr/>
            </p:nvSpPr>
            <p:spPr>
              <a:xfrm>
                <a:off x="6553175" y="1279700"/>
                <a:ext cx="261050" cy="141775"/>
              </a:xfrm>
              <a:custGeom>
                <a:avLst/>
                <a:gdLst/>
                <a:ahLst/>
                <a:cxnLst/>
                <a:rect l="l" t="t" r="r" b="b"/>
                <a:pathLst>
                  <a:path w="10442" h="5671" extrusionOk="0">
                    <a:moveTo>
                      <a:pt x="301" y="0"/>
                    </a:moveTo>
                    <a:cubicBezTo>
                      <a:pt x="201" y="67"/>
                      <a:pt x="101" y="167"/>
                      <a:pt x="1" y="234"/>
                    </a:cubicBezTo>
                    <a:lnTo>
                      <a:pt x="7873" y="5004"/>
                    </a:lnTo>
                    <a:cubicBezTo>
                      <a:pt x="8540" y="5437"/>
                      <a:pt x="9308" y="5671"/>
                      <a:pt x="10141" y="5671"/>
                    </a:cubicBezTo>
                    <a:lnTo>
                      <a:pt x="10442" y="5671"/>
                    </a:lnTo>
                    <a:lnTo>
                      <a:pt x="10408" y="5304"/>
                    </a:lnTo>
                    <a:lnTo>
                      <a:pt x="10141" y="5304"/>
                    </a:lnTo>
                    <a:cubicBezTo>
                      <a:pt x="9374" y="5304"/>
                      <a:pt x="8674" y="5104"/>
                      <a:pt x="8040" y="4704"/>
                    </a:cubicBezTo>
                    <a:lnTo>
                      <a:pt x="3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42"/>
              <p:cNvSpPr/>
              <p:nvPr/>
            </p:nvSpPr>
            <p:spPr>
              <a:xfrm>
                <a:off x="6533175" y="1293025"/>
                <a:ext cx="286900" cy="191850"/>
              </a:xfrm>
              <a:custGeom>
                <a:avLst/>
                <a:gdLst/>
                <a:ahLst/>
                <a:cxnLst/>
                <a:rect l="l" t="t" r="r" b="b"/>
                <a:pathLst>
                  <a:path w="11476" h="7674" extrusionOk="0">
                    <a:moveTo>
                      <a:pt x="367" y="1"/>
                    </a:moveTo>
                    <a:cubicBezTo>
                      <a:pt x="267" y="68"/>
                      <a:pt x="134" y="134"/>
                      <a:pt x="0" y="201"/>
                    </a:cubicBezTo>
                    <a:lnTo>
                      <a:pt x="10708" y="6672"/>
                    </a:lnTo>
                    <a:lnTo>
                      <a:pt x="10808" y="7039"/>
                    </a:lnTo>
                    <a:cubicBezTo>
                      <a:pt x="10875" y="7373"/>
                      <a:pt x="11142" y="7606"/>
                      <a:pt x="11475" y="7673"/>
                    </a:cubicBezTo>
                    <a:lnTo>
                      <a:pt x="11442" y="7273"/>
                    </a:lnTo>
                    <a:cubicBezTo>
                      <a:pt x="11308" y="7206"/>
                      <a:pt x="11208" y="7106"/>
                      <a:pt x="11142" y="6939"/>
                    </a:cubicBezTo>
                    <a:lnTo>
                      <a:pt x="11042" y="6506"/>
                    </a:lnTo>
                    <a:cubicBezTo>
                      <a:pt x="11042" y="6472"/>
                      <a:pt x="11008" y="6405"/>
                      <a:pt x="10975" y="6405"/>
                    </a:cubicBezTo>
                    <a:lnTo>
                      <a:pt x="10941" y="6372"/>
                    </a:lnTo>
                    <a:lnTo>
                      <a:pt x="10941" y="6639"/>
                    </a:lnTo>
                    <a:lnTo>
                      <a:pt x="10841" y="6639"/>
                    </a:lnTo>
                    <a:lnTo>
                      <a:pt x="10841" y="6339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42"/>
              <p:cNvSpPr/>
              <p:nvPr/>
            </p:nvSpPr>
            <p:spPr>
              <a:xfrm>
                <a:off x="6813375" y="1359750"/>
                <a:ext cx="105925" cy="141800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5672" extrusionOk="0">
                    <a:moveTo>
                      <a:pt x="2269" y="167"/>
                    </a:moveTo>
                    <a:lnTo>
                      <a:pt x="2269" y="367"/>
                    </a:lnTo>
                    <a:cubicBezTo>
                      <a:pt x="3169" y="434"/>
                      <a:pt x="3870" y="1168"/>
                      <a:pt x="3870" y="2102"/>
                    </a:cubicBezTo>
                    <a:lnTo>
                      <a:pt x="3603" y="4937"/>
                    </a:lnTo>
                    <a:lnTo>
                      <a:pt x="3836" y="5404"/>
                    </a:lnTo>
                    <a:lnTo>
                      <a:pt x="3670" y="5471"/>
                    </a:lnTo>
                    <a:lnTo>
                      <a:pt x="3570" y="5304"/>
                    </a:lnTo>
                    <a:lnTo>
                      <a:pt x="667" y="5304"/>
                    </a:lnTo>
                    <a:lnTo>
                      <a:pt x="601" y="5404"/>
                    </a:lnTo>
                    <a:lnTo>
                      <a:pt x="434" y="5338"/>
                    </a:lnTo>
                    <a:lnTo>
                      <a:pt x="634" y="4971"/>
                    </a:lnTo>
                    <a:lnTo>
                      <a:pt x="367" y="2102"/>
                    </a:lnTo>
                    <a:cubicBezTo>
                      <a:pt x="367" y="1168"/>
                      <a:pt x="1134" y="367"/>
                      <a:pt x="2068" y="367"/>
                    </a:cubicBezTo>
                    <a:lnTo>
                      <a:pt x="2068" y="167"/>
                    </a:lnTo>
                    <a:close/>
                    <a:moveTo>
                      <a:pt x="2102" y="0"/>
                    </a:moveTo>
                    <a:cubicBezTo>
                      <a:pt x="934" y="0"/>
                      <a:pt x="0" y="934"/>
                      <a:pt x="0" y="2102"/>
                    </a:cubicBezTo>
                    <a:lnTo>
                      <a:pt x="34" y="2469"/>
                    </a:lnTo>
                    <a:lnTo>
                      <a:pt x="234" y="4604"/>
                    </a:lnTo>
                    <a:lnTo>
                      <a:pt x="267" y="5004"/>
                    </a:lnTo>
                    <a:lnTo>
                      <a:pt x="301" y="5504"/>
                    </a:lnTo>
                    <a:cubicBezTo>
                      <a:pt x="301" y="5571"/>
                      <a:pt x="401" y="5671"/>
                      <a:pt x="501" y="5671"/>
                    </a:cubicBezTo>
                    <a:lnTo>
                      <a:pt x="3736" y="5671"/>
                    </a:lnTo>
                    <a:cubicBezTo>
                      <a:pt x="3836" y="5671"/>
                      <a:pt x="3903" y="5571"/>
                      <a:pt x="3903" y="5504"/>
                    </a:cubicBezTo>
                    <a:lnTo>
                      <a:pt x="4237" y="2102"/>
                    </a:lnTo>
                    <a:cubicBezTo>
                      <a:pt x="4237" y="934"/>
                      <a:pt x="3269" y="0"/>
                      <a:pt x="21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42"/>
              <p:cNvSpPr/>
              <p:nvPr/>
            </p:nvSpPr>
            <p:spPr>
              <a:xfrm>
                <a:off x="6385575" y="1567400"/>
                <a:ext cx="60050" cy="55900"/>
              </a:xfrm>
              <a:custGeom>
                <a:avLst/>
                <a:gdLst/>
                <a:ahLst/>
                <a:cxnLst/>
                <a:rect l="l" t="t" r="r" b="b"/>
                <a:pathLst>
                  <a:path w="2402" h="2236" extrusionOk="0">
                    <a:moveTo>
                      <a:pt x="0" y="0"/>
                    </a:moveTo>
                    <a:lnTo>
                      <a:pt x="0" y="1034"/>
                    </a:lnTo>
                    <a:cubicBezTo>
                      <a:pt x="0" y="1668"/>
                      <a:pt x="567" y="2235"/>
                      <a:pt x="1201" y="2235"/>
                    </a:cubicBezTo>
                    <a:cubicBezTo>
                      <a:pt x="1868" y="2235"/>
                      <a:pt x="2402" y="1668"/>
                      <a:pt x="2402" y="1034"/>
                    </a:cubicBezTo>
                    <a:lnTo>
                      <a:pt x="2402" y="0"/>
                    </a:lnTo>
                    <a:lnTo>
                      <a:pt x="2035" y="0"/>
                    </a:lnTo>
                    <a:lnTo>
                      <a:pt x="2035" y="1034"/>
                    </a:lnTo>
                    <a:cubicBezTo>
                      <a:pt x="2035" y="1468"/>
                      <a:pt x="1668" y="1868"/>
                      <a:pt x="1201" y="1868"/>
                    </a:cubicBezTo>
                    <a:cubicBezTo>
                      <a:pt x="767" y="1868"/>
                      <a:pt x="367" y="1468"/>
                      <a:pt x="367" y="1034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42"/>
              <p:cNvSpPr/>
              <p:nvPr/>
            </p:nvSpPr>
            <p:spPr>
              <a:xfrm>
                <a:off x="6399750" y="1348075"/>
                <a:ext cx="9200" cy="4087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1635" extrusionOk="0">
                    <a:moveTo>
                      <a:pt x="0" y="0"/>
                    </a:moveTo>
                    <a:lnTo>
                      <a:pt x="0" y="1635"/>
                    </a:lnTo>
                    <a:cubicBezTo>
                      <a:pt x="67" y="1602"/>
                      <a:pt x="134" y="1602"/>
                      <a:pt x="200" y="1602"/>
                    </a:cubicBezTo>
                    <a:lnTo>
                      <a:pt x="367" y="1602"/>
                    </a:lnTo>
                    <a:lnTo>
                      <a:pt x="367" y="167"/>
                    </a:lnTo>
                    <a:cubicBezTo>
                      <a:pt x="234" y="134"/>
                      <a:pt x="100" y="67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42"/>
              <p:cNvSpPr/>
              <p:nvPr/>
            </p:nvSpPr>
            <p:spPr>
              <a:xfrm>
                <a:off x="6399750" y="1420625"/>
                <a:ext cx="9200" cy="752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1" extrusionOk="0">
                    <a:moveTo>
                      <a:pt x="0" y="1"/>
                    </a:moveTo>
                    <a:lnTo>
                      <a:pt x="0" y="301"/>
                    </a:lnTo>
                    <a:cubicBezTo>
                      <a:pt x="134" y="267"/>
                      <a:pt x="234" y="234"/>
                      <a:pt x="367" y="234"/>
                    </a:cubicBezTo>
                    <a:lnTo>
                      <a:pt x="367" y="34"/>
                    </a:lnTo>
                    <a:lnTo>
                      <a:pt x="200" y="34"/>
                    </a:lnTo>
                    <a:cubicBezTo>
                      <a:pt x="134" y="34"/>
                      <a:pt x="67" y="34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42"/>
              <p:cNvSpPr/>
              <p:nvPr/>
            </p:nvSpPr>
            <p:spPr>
              <a:xfrm>
                <a:off x="6422250" y="1420625"/>
                <a:ext cx="9200" cy="752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1" extrusionOk="0">
                    <a:moveTo>
                      <a:pt x="368" y="1"/>
                    </a:moveTo>
                    <a:cubicBezTo>
                      <a:pt x="301" y="34"/>
                      <a:pt x="268" y="34"/>
                      <a:pt x="168" y="34"/>
                    </a:cubicBezTo>
                    <a:lnTo>
                      <a:pt x="1" y="34"/>
                    </a:lnTo>
                    <a:lnTo>
                      <a:pt x="1" y="234"/>
                    </a:lnTo>
                    <a:cubicBezTo>
                      <a:pt x="134" y="234"/>
                      <a:pt x="268" y="267"/>
                      <a:pt x="368" y="301"/>
                    </a:cubicBezTo>
                    <a:lnTo>
                      <a:pt x="3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42"/>
              <p:cNvSpPr/>
              <p:nvPr/>
            </p:nvSpPr>
            <p:spPr>
              <a:xfrm>
                <a:off x="6422250" y="1347250"/>
                <a:ext cx="920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368" h="1668" extrusionOk="0">
                    <a:moveTo>
                      <a:pt x="368" y="0"/>
                    </a:moveTo>
                    <a:cubicBezTo>
                      <a:pt x="268" y="100"/>
                      <a:pt x="134" y="167"/>
                      <a:pt x="1" y="200"/>
                    </a:cubicBezTo>
                    <a:lnTo>
                      <a:pt x="1" y="1635"/>
                    </a:lnTo>
                    <a:lnTo>
                      <a:pt x="168" y="1635"/>
                    </a:lnTo>
                    <a:cubicBezTo>
                      <a:pt x="234" y="1635"/>
                      <a:pt x="301" y="1635"/>
                      <a:pt x="368" y="1668"/>
                    </a:cubicBezTo>
                    <a:lnTo>
                      <a:pt x="3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42"/>
              <p:cNvSpPr/>
              <p:nvPr/>
            </p:nvSpPr>
            <p:spPr>
              <a:xfrm>
                <a:off x="6363050" y="1425625"/>
                <a:ext cx="105925" cy="141800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5672" extrusionOk="0">
                    <a:moveTo>
                      <a:pt x="2269" y="268"/>
                    </a:moveTo>
                    <a:lnTo>
                      <a:pt x="2269" y="401"/>
                    </a:lnTo>
                    <a:cubicBezTo>
                      <a:pt x="3136" y="468"/>
                      <a:pt x="3870" y="1202"/>
                      <a:pt x="3870" y="2102"/>
                    </a:cubicBezTo>
                    <a:lnTo>
                      <a:pt x="3603" y="4971"/>
                    </a:lnTo>
                    <a:lnTo>
                      <a:pt x="3837" y="5471"/>
                    </a:lnTo>
                    <a:lnTo>
                      <a:pt x="3670" y="5538"/>
                    </a:lnTo>
                    <a:lnTo>
                      <a:pt x="3570" y="5304"/>
                    </a:lnTo>
                    <a:lnTo>
                      <a:pt x="668" y="5304"/>
                    </a:lnTo>
                    <a:lnTo>
                      <a:pt x="601" y="5471"/>
                    </a:lnTo>
                    <a:lnTo>
                      <a:pt x="434" y="5405"/>
                    </a:lnTo>
                    <a:lnTo>
                      <a:pt x="634" y="5038"/>
                    </a:lnTo>
                    <a:lnTo>
                      <a:pt x="367" y="2136"/>
                    </a:lnTo>
                    <a:cubicBezTo>
                      <a:pt x="367" y="1168"/>
                      <a:pt x="1135" y="401"/>
                      <a:pt x="2069" y="368"/>
                    </a:cubicBezTo>
                    <a:lnTo>
                      <a:pt x="2069" y="268"/>
                    </a:lnTo>
                    <a:close/>
                    <a:moveTo>
                      <a:pt x="2102" y="1"/>
                    </a:moveTo>
                    <a:cubicBezTo>
                      <a:pt x="2035" y="1"/>
                      <a:pt x="1935" y="1"/>
                      <a:pt x="1835" y="34"/>
                    </a:cubicBezTo>
                    <a:cubicBezTo>
                      <a:pt x="1702" y="34"/>
                      <a:pt x="1602" y="67"/>
                      <a:pt x="1468" y="101"/>
                    </a:cubicBezTo>
                    <a:cubicBezTo>
                      <a:pt x="634" y="368"/>
                      <a:pt x="0" y="1168"/>
                      <a:pt x="0" y="2136"/>
                    </a:cubicBezTo>
                    <a:lnTo>
                      <a:pt x="301" y="5505"/>
                    </a:lnTo>
                    <a:cubicBezTo>
                      <a:pt x="301" y="5605"/>
                      <a:pt x="401" y="5671"/>
                      <a:pt x="501" y="5671"/>
                    </a:cubicBezTo>
                    <a:lnTo>
                      <a:pt x="3736" y="5671"/>
                    </a:lnTo>
                    <a:cubicBezTo>
                      <a:pt x="3837" y="5671"/>
                      <a:pt x="3903" y="5605"/>
                      <a:pt x="3937" y="5505"/>
                    </a:cubicBezTo>
                    <a:lnTo>
                      <a:pt x="4237" y="2136"/>
                    </a:lnTo>
                    <a:cubicBezTo>
                      <a:pt x="4237" y="1168"/>
                      <a:pt x="3603" y="368"/>
                      <a:pt x="2736" y="101"/>
                    </a:cubicBezTo>
                    <a:cubicBezTo>
                      <a:pt x="2636" y="67"/>
                      <a:pt x="2502" y="34"/>
                      <a:pt x="2369" y="34"/>
                    </a:cubicBezTo>
                    <a:cubicBezTo>
                      <a:pt x="2302" y="1"/>
                      <a:pt x="2202" y="1"/>
                      <a:pt x="21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42"/>
              <p:cNvSpPr/>
              <p:nvPr/>
            </p:nvSpPr>
            <p:spPr>
              <a:xfrm>
                <a:off x="6388075" y="1388100"/>
                <a:ext cx="55900" cy="33375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335" extrusionOk="0">
                    <a:moveTo>
                      <a:pt x="1535" y="267"/>
                    </a:moveTo>
                    <a:cubicBezTo>
                      <a:pt x="1768" y="267"/>
                      <a:pt x="1935" y="434"/>
                      <a:pt x="1935" y="668"/>
                    </a:cubicBezTo>
                    <a:cubicBezTo>
                      <a:pt x="1935" y="868"/>
                      <a:pt x="1768" y="1068"/>
                      <a:pt x="1535" y="1068"/>
                    </a:cubicBezTo>
                    <a:lnTo>
                      <a:pt x="667" y="1068"/>
                    </a:lnTo>
                    <a:cubicBezTo>
                      <a:pt x="434" y="1068"/>
                      <a:pt x="267" y="868"/>
                      <a:pt x="267" y="668"/>
                    </a:cubicBezTo>
                    <a:cubicBezTo>
                      <a:pt x="267" y="434"/>
                      <a:pt x="434" y="267"/>
                      <a:pt x="667" y="267"/>
                    </a:cubicBezTo>
                    <a:close/>
                    <a:moveTo>
                      <a:pt x="667" y="1"/>
                    </a:moveTo>
                    <a:cubicBezTo>
                      <a:pt x="601" y="1"/>
                      <a:pt x="534" y="1"/>
                      <a:pt x="467" y="34"/>
                    </a:cubicBezTo>
                    <a:cubicBezTo>
                      <a:pt x="200" y="101"/>
                      <a:pt x="0" y="368"/>
                      <a:pt x="0" y="668"/>
                    </a:cubicBezTo>
                    <a:cubicBezTo>
                      <a:pt x="0" y="968"/>
                      <a:pt x="200" y="1201"/>
                      <a:pt x="467" y="1302"/>
                    </a:cubicBezTo>
                    <a:cubicBezTo>
                      <a:pt x="534" y="1335"/>
                      <a:pt x="601" y="1335"/>
                      <a:pt x="667" y="1335"/>
                    </a:cubicBezTo>
                    <a:lnTo>
                      <a:pt x="1535" y="1335"/>
                    </a:lnTo>
                    <a:cubicBezTo>
                      <a:pt x="1601" y="1335"/>
                      <a:pt x="1668" y="1335"/>
                      <a:pt x="1735" y="1302"/>
                    </a:cubicBezTo>
                    <a:cubicBezTo>
                      <a:pt x="2035" y="1201"/>
                      <a:pt x="2235" y="968"/>
                      <a:pt x="2235" y="668"/>
                    </a:cubicBezTo>
                    <a:cubicBezTo>
                      <a:pt x="2235" y="368"/>
                      <a:pt x="2035" y="101"/>
                      <a:pt x="1735" y="34"/>
                    </a:cubicBezTo>
                    <a:cubicBezTo>
                      <a:pt x="1668" y="1"/>
                      <a:pt x="1635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42"/>
              <p:cNvSpPr/>
              <p:nvPr/>
            </p:nvSpPr>
            <p:spPr>
              <a:xfrm>
                <a:off x="6390575" y="1334725"/>
                <a:ext cx="50875" cy="18375"/>
              </a:xfrm>
              <a:custGeom>
                <a:avLst/>
                <a:gdLst/>
                <a:ahLst/>
                <a:cxnLst/>
                <a:rect l="l" t="t" r="r" b="b"/>
                <a:pathLst>
                  <a:path w="2035" h="735" extrusionOk="0">
                    <a:moveTo>
                      <a:pt x="0" y="1"/>
                    </a:moveTo>
                    <a:cubicBezTo>
                      <a:pt x="67" y="201"/>
                      <a:pt x="200" y="401"/>
                      <a:pt x="367" y="534"/>
                    </a:cubicBezTo>
                    <a:cubicBezTo>
                      <a:pt x="467" y="601"/>
                      <a:pt x="601" y="668"/>
                      <a:pt x="734" y="701"/>
                    </a:cubicBezTo>
                    <a:cubicBezTo>
                      <a:pt x="834" y="701"/>
                      <a:pt x="901" y="735"/>
                      <a:pt x="1001" y="735"/>
                    </a:cubicBezTo>
                    <a:cubicBezTo>
                      <a:pt x="1101" y="735"/>
                      <a:pt x="1201" y="701"/>
                      <a:pt x="1268" y="701"/>
                    </a:cubicBezTo>
                    <a:cubicBezTo>
                      <a:pt x="1401" y="668"/>
                      <a:pt x="1535" y="601"/>
                      <a:pt x="1635" y="534"/>
                    </a:cubicBezTo>
                    <a:cubicBezTo>
                      <a:pt x="1835" y="401"/>
                      <a:pt x="1968" y="201"/>
                      <a:pt x="2035" y="1"/>
                    </a:cubicBezTo>
                    <a:lnTo>
                      <a:pt x="1635" y="1"/>
                    </a:lnTo>
                    <a:cubicBezTo>
                      <a:pt x="1501" y="201"/>
                      <a:pt x="1268" y="368"/>
                      <a:pt x="1001" y="368"/>
                    </a:cubicBezTo>
                    <a:cubicBezTo>
                      <a:pt x="734" y="368"/>
                      <a:pt x="501" y="201"/>
                      <a:pt x="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42"/>
              <p:cNvSpPr/>
              <p:nvPr/>
            </p:nvSpPr>
            <p:spPr>
              <a:xfrm>
                <a:off x="6342200" y="1311375"/>
                <a:ext cx="147625" cy="23375"/>
              </a:xfrm>
              <a:custGeom>
                <a:avLst/>
                <a:gdLst/>
                <a:ahLst/>
                <a:cxnLst/>
                <a:rect l="l" t="t" r="r" b="b"/>
                <a:pathLst>
                  <a:path w="5905" h="935" extrusionOk="0">
                    <a:moveTo>
                      <a:pt x="1" y="1"/>
                    </a:moveTo>
                    <a:cubicBezTo>
                      <a:pt x="1" y="501"/>
                      <a:pt x="401" y="935"/>
                      <a:pt x="935" y="935"/>
                    </a:cubicBezTo>
                    <a:lnTo>
                      <a:pt x="4971" y="935"/>
                    </a:lnTo>
                    <a:cubicBezTo>
                      <a:pt x="5471" y="935"/>
                      <a:pt x="5871" y="534"/>
                      <a:pt x="5905" y="34"/>
                    </a:cubicBezTo>
                    <a:lnTo>
                      <a:pt x="5538" y="34"/>
                    </a:lnTo>
                    <a:cubicBezTo>
                      <a:pt x="5504" y="334"/>
                      <a:pt x="5271" y="568"/>
                      <a:pt x="4971" y="568"/>
                    </a:cubicBezTo>
                    <a:lnTo>
                      <a:pt x="935" y="568"/>
                    </a:lnTo>
                    <a:cubicBezTo>
                      <a:pt x="634" y="568"/>
                      <a:pt x="401" y="334"/>
                      <a:pt x="367" y="34"/>
                    </a:cubicBezTo>
                    <a:cubicBezTo>
                      <a:pt x="234" y="34"/>
                      <a:pt x="101" y="34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42"/>
              <p:cNvSpPr/>
              <p:nvPr/>
            </p:nvSpPr>
            <p:spPr>
              <a:xfrm>
                <a:off x="6418100" y="475775"/>
                <a:ext cx="21700" cy="296900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1876" extrusionOk="0">
                    <a:moveTo>
                      <a:pt x="334" y="1"/>
                    </a:moveTo>
                    <a:cubicBezTo>
                      <a:pt x="234" y="34"/>
                      <a:pt x="100" y="68"/>
                      <a:pt x="0" y="68"/>
                    </a:cubicBezTo>
                    <a:lnTo>
                      <a:pt x="500" y="11876"/>
                    </a:lnTo>
                    <a:lnTo>
                      <a:pt x="867" y="11876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42"/>
              <p:cNvSpPr/>
              <p:nvPr/>
            </p:nvSpPr>
            <p:spPr>
              <a:xfrm>
                <a:off x="6392225" y="475775"/>
                <a:ext cx="21725" cy="296900"/>
              </a:xfrm>
              <a:custGeom>
                <a:avLst/>
                <a:gdLst/>
                <a:ahLst/>
                <a:cxnLst/>
                <a:rect l="l" t="t" r="r" b="b"/>
                <a:pathLst>
                  <a:path w="869" h="11876" extrusionOk="0">
                    <a:moveTo>
                      <a:pt x="501" y="1"/>
                    </a:moveTo>
                    <a:lnTo>
                      <a:pt x="1" y="11876"/>
                    </a:lnTo>
                    <a:lnTo>
                      <a:pt x="335" y="11876"/>
                    </a:lnTo>
                    <a:lnTo>
                      <a:pt x="868" y="68"/>
                    </a:lnTo>
                    <a:cubicBezTo>
                      <a:pt x="735" y="68"/>
                      <a:pt x="601" y="34"/>
                      <a:pt x="5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42"/>
              <p:cNvSpPr/>
              <p:nvPr/>
            </p:nvSpPr>
            <p:spPr>
              <a:xfrm>
                <a:off x="5793475" y="925275"/>
                <a:ext cx="410325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16413" h="1569" extrusionOk="0">
                    <a:moveTo>
                      <a:pt x="16412" y="0"/>
                    </a:moveTo>
                    <a:lnTo>
                      <a:pt x="8640" y="734"/>
                    </a:lnTo>
                    <a:cubicBezTo>
                      <a:pt x="8607" y="734"/>
                      <a:pt x="8573" y="734"/>
                      <a:pt x="8507" y="768"/>
                    </a:cubicBezTo>
                    <a:lnTo>
                      <a:pt x="8440" y="801"/>
                    </a:lnTo>
                    <a:cubicBezTo>
                      <a:pt x="8206" y="901"/>
                      <a:pt x="7973" y="1001"/>
                      <a:pt x="7773" y="1001"/>
                    </a:cubicBezTo>
                    <a:lnTo>
                      <a:pt x="0" y="1201"/>
                    </a:lnTo>
                    <a:lnTo>
                      <a:pt x="601" y="1568"/>
                    </a:lnTo>
                    <a:lnTo>
                      <a:pt x="7773" y="1368"/>
                    </a:lnTo>
                    <a:cubicBezTo>
                      <a:pt x="8073" y="1368"/>
                      <a:pt x="8340" y="1235"/>
                      <a:pt x="8573" y="1134"/>
                    </a:cubicBezTo>
                    <a:lnTo>
                      <a:pt x="8673" y="1068"/>
                    </a:lnTo>
                    <a:lnTo>
                      <a:pt x="16412" y="367"/>
                    </a:lnTo>
                    <a:lnTo>
                      <a:pt x="164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42"/>
              <p:cNvSpPr/>
              <p:nvPr/>
            </p:nvSpPr>
            <p:spPr>
              <a:xfrm>
                <a:off x="5820150" y="966125"/>
                <a:ext cx="383650" cy="23375"/>
              </a:xfrm>
              <a:custGeom>
                <a:avLst/>
                <a:gdLst/>
                <a:ahLst/>
                <a:cxnLst/>
                <a:rect l="l" t="t" r="r" b="b"/>
                <a:pathLst>
                  <a:path w="15346" h="935" extrusionOk="0">
                    <a:moveTo>
                      <a:pt x="6706" y="1"/>
                    </a:moveTo>
                    <a:lnTo>
                      <a:pt x="1" y="201"/>
                    </a:lnTo>
                    <a:lnTo>
                      <a:pt x="601" y="535"/>
                    </a:lnTo>
                    <a:lnTo>
                      <a:pt x="6739" y="368"/>
                    </a:lnTo>
                    <a:cubicBezTo>
                      <a:pt x="6939" y="368"/>
                      <a:pt x="7173" y="468"/>
                      <a:pt x="7406" y="568"/>
                    </a:cubicBezTo>
                    <a:lnTo>
                      <a:pt x="7506" y="601"/>
                    </a:lnTo>
                    <a:cubicBezTo>
                      <a:pt x="7540" y="601"/>
                      <a:pt x="7573" y="635"/>
                      <a:pt x="7640" y="635"/>
                    </a:cubicBezTo>
                    <a:lnTo>
                      <a:pt x="15345" y="935"/>
                    </a:lnTo>
                    <a:lnTo>
                      <a:pt x="15345" y="601"/>
                    </a:lnTo>
                    <a:lnTo>
                      <a:pt x="7807" y="268"/>
                    </a:lnTo>
                    <a:lnTo>
                      <a:pt x="7673" y="468"/>
                    </a:lnTo>
                    <a:lnTo>
                      <a:pt x="7573" y="434"/>
                    </a:lnTo>
                    <a:lnTo>
                      <a:pt x="7673" y="268"/>
                    </a:lnTo>
                    <a:lnTo>
                      <a:pt x="7640" y="268"/>
                    </a:lnTo>
                    <a:lnTo>
                      <a:pt x="7540" y="234"/>
                    </a:lnTo>
                    <a:cubicBezTo>
                      <a:pt x="7273" y="134"/>
                      <a:pt x="7006" y="1"/>
                      <a:pt x="6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42"/>
              <p:cNvSpPr/>
              <p:nvPr/>
            </p:nvSpPr>
            <p:spPr>
              <a:xfrm>
                <a:off x="5753450" y="968625"/>
                <a:ext cx="20875" cy="125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502" extrusionOk="0">
                    <a:moveTo>
                      <a:pt x="0" y="1"/>
                    </a:moveTo>
                    <a:lnTo>
                      <a:pt x="0" y="34"/>
                    </a:lnTo>
                    <a:cubicBezTo>
                      <a:pt x="0" y="301"/>
                      <a:pt x="200" y="501"/>
                      <a:pt x="467" y="501"/>
                    </a:cubicBezTo>
                    <a:lnTo>
                      <a:pt x="834" y="5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42"/>
              <p:cNvSpPr/>
              <p:nvPr/>
            </p:nvSpPr>
            <p:spPr>
              <a:xfrm>
                <a:off x="6009475" y="948625"/>
                <a:ext cx="194325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7773" h="1168" extrusionOk="0">
                    <a:moveTo>
                      <a:pt x="7772" y="0"/>
                    </a:moveTo>
                    <a:lnTo>
                      <a:pt x="400" y="501"/>
                    </a:lnTo>
                    <a:lnTo>
                      <a:pt x="367" y="501"/>
                    </a:lnTo>
                    <a:lnTo>
                      <a:pt x="100" y="968"/>
                    </a:lnTo>
                    <a:lnTo>
                      <a:pt x="0" y="1134"/>
                    </a:lnTo>
                    <a:lnTo>
                      <a:pt x="100" y="1168"/>
                    </a:lnTo>
                    <a:lnTo>
                      <a:pt x="200" y="968"/>
                    </a:lnTo>
                    <a:lnTo>
                      <a:pt x="434" y="601"/>
                    </a:lnTo>
                    <a:lnTo>
                      <a:pt x="7772" y="100"/>
                    </a:lnTo>
                    <a:lnTo>
                      <a:pt x="77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42"/>
              <p:cNvSpPr/>
              <p:nvPr/>
            </p:nvSpPr>
            <p:spPr>
              <a:xfrm>
                <a:off x="6628250" y="966975"/>
                <a:ext cx="381125" cy="22525"/>
              </a:xfrm>
              <a:custGeom>
                <a:avLst/>
                <a:gdLst/>
                <a:ahLst/>
                <a:cxnLst/>
                <a:rect l="l" t="t" r="r" b="b"/>
                <a:pathLst>
                  <a:path w="15245" h="901" extrusionOk="0">
                    <a:moveTo>
                      <a:pt x="8606" y="0"/>
                    </a:moveTo>
                    <a:cubicBezTo>
                      <a:pt x="8306" y="0"/>
                      <a:pt x="8039" y="100"/>
                      <a:pt x="7806" y="200"/>
                    </a:cubicBezTo>
                    <a:lnTo>
                      <a:pt x="7706" y="234"/>
                    </a:lnTo>
                    <a:lnTo>
                      <a:pt x="7639" y="234"/>
                    </a:lnTo>
                    <a:lnTo>
                      <a:pt x="7739" y="400"/>
                    </a:lnTo>
                    <a:lnTo>
                      <a:pt x="7672" y="434"/>
                    </a:lnTo>
                    <a:lnTo>
                      <a:pt x="7539" y="234"/>
                    </a:lnTo>
                    <a:lnTo>
                      <a:pt x="0" y="534"/>
                    </a:lnTo>
                    <a:lnTo>
                      <a:pt x="0" y="901"/>
                    </a:lnTo>
                    <a:lnTo>
                      <a:pt x="7706" y="601"/>
                    </a:lnTo>
                    <a:cubicBezTo>
                      <a:pt x="7739" y="601"/>
                      <a:pt x="7806" y="567"/>
                      <a:pt x="7839" y="567"/>
                    </a:cubicBezTo>
                    <a:lnTo>
                      <a:pt x="7939" y="534"/>
                    </a:lnTo>
                    <a:cubicBezTo>
                      <a:pt x="8173" y="434"/>
                      <a:pt x="8373" y="334"/>
                      <a:pt x="8606" y="334"/>
                    </a:cubicBezTo>
                    <a:lnTo>
                      <a:pt x="14644" y="501"/>
                    </a:lnTo>
                    <a:lnTo>
                      <a:pt x="15244" y="167"/>
                    </a:lnTo>
                    <a:lnTo>
                      <a:pt x="860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42"/>
              <p:cNvSpPr/>
              <p:nvPr/>
            </p:nvSpPr>
            <p:spPr>
              <a:xfrm>
                <a:off x="7055200" y="967800"/>
                <a:ext cx="22550" cy="13375"/>
              </a:xfrm>
              <a:custGeom>
                <a:avLst/>
                <a:gdLst/>
                <a:ahLst/>
                <a:cxnLst/>
                <a:rect l="l" t="t" r="r" b="b"/>
                <a:pathLst>
                  <a:path w="902" h="535" extrusionOk="0">
                    <a:moveTo>
                      <a:pt x="902" y="1"/>
                    </a:moveTo>
                    <a:lnTo>
                      <a:pt x="1" y="534"/>
                    </a:lnTo>
                    <a:lnTo>
                      <a:pt x="468" y="534"/>
                    </a:lnTo>
                    <a:cubicBezTo>
                      <a:pt x="701" y="534"/>
                      <a:pt x="902" y="334"/>
                      <a:pt x="902" y="34"/>
                    </a:cubicBezTo>
                    <a:cubicBezTo>
                      <a:pt x="902" y="34"/>
                      <a:pt x="902" y="1"/>
                      <a:pt x="9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42"/>
              <p:cNvSpPr/>
              <p:nvPr/>
            </p:nvSpPr>
            <p:spPr>
              <a:xfrm>
                <a:off x="6628250" y="925275"/>
                <a:ext cx="407800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16312" h="1569" extrusionOk="0">
                    <a:moveTo>
                      <a:pt x="0" y="0"/>
                    </a:moveTo>
                    <a:lnTo>
                      <a:pt x="0" y="367"/>
                    </a:lnTo>
                    <a:lnTo>
                      <a:pt x="7739" y="1101"/>
                    </a:lnTo>
                    <a:lnTo>
                      <a:pt x="7806" y="1134"/>
                    </a:lnTo>
                    <a:cubicBezTo>
                      <a:pt x="8072" y="1235"/>
                      <a:pt x="8339" y="1368"/>
                      <a:pt x="8606" y="1368"/>
                    </a:cubicBezTo>
                    <a:lnTo>
                      <a:pt x="15711" y="1568"/>
                    </a:lnTo>
                    <a:lnTo>
                      <a:pt x="16312" y="1201"/>
                    </a:lnTo>
                    <a:lnTo>
                      <a:pt x="8640" y="1001"/>
                    </a:lnTo>
                    <a:cubicBezTo>
                      <a:pt x="8406" y="1001"/>
                      <a:pt x="8206" y="901"/>
                      <a:pt x="7972" y="801"/>
                    </a:cubicBezTo>
                    <a:lnTo>
                      <a:pt x="7872" y="768"/>
                    </a:lnTo>
                    <a:cubicBezTo>
                      <a:pt x="7839" y="734"/>
                      <a:pt x="7806" y="734"/>
                      <a:pt x="7739" y="73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42"/>
              <p:cNvSpPr/>
              <p:nvPr/>
            </p:nvSpPr>
            <p:spPr>
              <a:xfrm>
                <a:off x="6628250" y="948625"/>
                <a:ext cx="193475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7739" h="1168" extrusionOk="0">
                    <a:moveTo>
                      <a:pt x="0" y="0"/>
                    </a:moveTo>
                    <a:lnTo>
                      <a:pt x="0" y="100"/>
                    </a:lnTo>
                    <a:lnTo>
                      <a:pt x="7339" y="601"/>
                    </a:lnTo>
                    <a:lnTo>
                      <a:pt x="7539" y="968"/>
                    </a:lnTo>
                    <a:lnTo>
                      <a:pt x="7672" y="1168"/>
                    </a:lnTo>
                    <a:lnTo>
                      <a:pt x="7739" y="1134"/>
                    </a:lnTo>
                    <a:lnTo>
                      <a:pt x="7639" y="968"/>
                    </a:lnTo>
                    <a:lnTo>
                      <a:pt x="7405" y="534"/>
                    </a:lnTo>
                    <a:lnTo>
                      <a:pt x="7372" y="5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42"/>
              <p:cNvSpPr/>
              <p:nvPr/>
            </p:nvSpPr>
            <p:spPr>
              <a:xfrm>
                <a:off x="5600825" y="881900"/>
                <a:ext cx="348625" cy="189325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7573" extrusionOk="0">
                    <a:moveTo>
                      <a:pt x="1" y="1"/>
                    </a:moveTo>
                    <a:lnTo>
                      <a:pt x="6105" y="3470"/>
                    </a:lnTo>
                    <a:lnTo>
                      <a:pt x="6939" y="3970"/>
                    </a:lnTo>
                    <a:lnTo>
                      <a:pt x="13177" y="7539"/>
                    </a:lnTo>
                    <a:lnTo>
                      <a:pt x="13244" y="7539"/>
                    </a:lnTo>
                    <a:lnTo>
                      <a:pt x="13944" y="7573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42"/>
              <p:cNvSpPr/>
              <p:nvPr/>
            </p:nvSpPr>
            <p:spPr>
              <a:xfrm>
                <a:off x="6147050" y="1167950"/>
                <a:ext cx="76750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1802" extrusionOk="0">
                    <a:moveTo>
                      <a:pt x="668" y="0"/>
                    </a:moveTo>
                    <a:lnTo>
                      <a:pt x="1" y="34"/>
                    </a:lnTo>
                    <a:lnTo>
                      <a:pt x="1569" y="934"/>
                    </a:lnTo>
                    <a:lnTo>
                      <a:pt x="1602" y="834"/>
                    </a:lnTo>
                    <a:lnTo>
                      <a:pt x="1702" y="901"/>
                    </a:lnTo>
                    <a:lnTo>
                      <a:pt x="1635" y="968"/>
                    </a:lnTo>
                    <a:lnTo>
                      <a:pt x="3070" y="1802"/>
                    </a:lnTo>
                    <a:cubicBezTo>
                      <a:pt x="3003" y="1635"/>
                      <a:pt x="2936" y="1501"/>
                      <a:pt x="2870" y="1335"/>
                    </a:cubicBezTo>
                    <a:cubicBezTo>
                      <a:pt x="2870" y="1301"/>
                      <a:pt x="2870" y="1268"/>
                      <a:pt x="2836" y="1235"/>
                    </a:cubicBezTo>
                    <a:lnTo>
                      <a:pt x="6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42"/>
              <p:cNvSpPr/>
              <p:nvPr/>
            </p:nvSpPr>
            <p:spPr>
              <a:xfrm>
                <a:off x="5645875" y="879400"/>
                <a:ext cx="351925" cy="193500"/>
              </a:xfrm>
              <a:custGeom>
                <a:avLst/>
                <a:gdLst/>
                <a:ahLst/>
                <a:cxnLst/>
                <a:rect l="l" t="t" r="r" b="b"/>
                <a:pathLst>
                  <a:path w="14077" h="7740" extrusionOk="0">
                    <a:moveTo>
                      <a:pt x="601" y="1"/>
                    </a:moveTo>
                    <a:cubicBezTo>
                      <a:pt x="467" y="67"/>
                      <a:pt x="300" y="101"/>
                      <a:pt x="167" y="101"/>
                    </a:cubicBezTo>
                    <a:lnTo>
                      <a:pt x="0" y="101"/>
                    </a:lnTo>
                    <a:lnTo>
                      <a:pt x="13276" y="7706"/>
                    </a:lnTo>
                    <a:lnTo>
                      <a:pt x="14077" y="7740"/>
                    </a:lnTo>
                    <a:lnTo>
                      <a:pt x="7572" y="4004"/>
                    </a:lnTo>
                    <a:lnTo>
                      <a:pt x="6972" y="3670"/>
                    </a:lnTo>
                    <a:lnTo>
                      <a:pt x="6505" y="3403"/>
                    </a:lnTo>
                    <a:lnTo>
                      <a:pt x="5904" y="3036"/>
                    </a:lnTo>
                    <a:lnTo>
                      <a:pt x="6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42"/>
              <p:cNvSpPr/>
              <p:nvPr/>
            </p:nvSpPr>
            <p:spPr>
              <a:xfrm>
                <a:off x="6104525" y="1169625"/>
                <a:ext cx="141800" cy="8175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3270" extrusionOk="0">
                    <a:moveTo>
                      <a:pt x="701" y="0"/>
                    </a:moveTo>
                    <a:lnTo>
                      <a:pt x="1" y="33"/>
                    </a:lnTo>
                    <a:lnTo>
                      <a:pt x="5671" y="3269"/>
                    </a:lnTo>
                    <a:cubicBezTo>
                      <a:pt x="5505" y="3069"/>
                      <a:pt x="5371" y="2835"/>
                      <a:pt x="5238" y="2602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42"/>
              <p:cNvSpPr/>
              <p:nvPr/>
            </p:nvSpPr>
            <p:spPr>
              <a:xfrm>
                <a:off x="6135375" y="1168775"/>
                <a:ext cx="54250" cy="28375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1135" extrusionOk="0">
                    <a:moveTo>
                      <a:pt x="1" y="1"/>
                    </a:moveTo>
                    <a:lnTo>
                      <a:pt x="1936" y="1135"/>
                    </a:lnTo>
                    <a:lnTo>
                      <a:pt x="2002" y="1135"/>
                    </a:lnTo>
                    <a:lnTo>
                      <a:pt x="2102" y="935"/>
                    </a:lnTo>
                    <a:lnTo>
                      <a:pt x="2169" y="868"/>
                    </a:lnTo>
                    <a:lnTo>
                      <a:pt x="2069" y="801"/>
                    </a:lnTo>
                    <a:lnTo>
                      <a:pt x="2036" y="901"/>
                    </a:lnTo>
                    <a:lnTo>
                      <a:pt x="1969" y="103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42"/>
              <p:cNvSpPr/>
              <p:nvPr/>
            </p:nvSpPr>
            <p:spPr>
              <a:xfrm>
                <a:off x="5633350" y="881900"/>
                <a:ext cx="336100" cy="189325"/>
              </a:xfrm>
              <a:custGeom>
                <a:avLst/>
                <a:gdLst/>
                <a:ahLst/>
                <a:cxnLst/>
                <a:rect l="l" t="t" r="r" b="b"/>
                <a:pathLst>
                  <a:path w="13444" h="7573" extrusionOk="0">
                    <a:moveTo>
                      <a:pt x="1" y="1"/>
                    </a:moveTo>
                    <a:lnTo>
                      <a:pt x="13244" y="7573"/>
                    </a:lnTo>
                    <a:lnTo>
                      <a:pt x="13444" y="7573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42"/>
              <p:cNvSpPr/>
              <p:nvPr/>
            </p:nvSpPr>
            <p:spPr>
              <a:xfrm>
                <a:off x="5549975" y="851050"/>
                <a:ext cx="129275" cy="30875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1235" extrusionOk="0">
                    <a:moveTo>
                      <a:pt x="0" y="1"/>
                    </a:moveTo>
                    <a:cubicBezTo>
                      <a:pt x="100" y="701"/>
                      <a:pt x="701" y="1235"/>
                      <a:pt x="1435" y="1235"/>
                    </a:cubicBezTo>
                    <a:lnTo>
                      <a:pt x="4003" y="1235"/>
                    </a:lnTo>
                    <a:cubicBezTo>
                      <a:pt x="4136" y="1235"/>
                      <a:pt x="4303" y="1201"/>
                      <a:pt x="4437" y="1135"/>
                    </a:cubicBezTo>
                    <a:cubicBezTo>
                      <a:pt x="4804" y="1001"/>
                      <a:pt x="5104" y="634"/>
                      <a:pt x="5171" y="201"/>
                    </a:cubicBezTo>
                    <a:lnTo>
                      <a:pt x="4804" y="201"/>
                    </a:lnTo>
                    <a:cubicBezTo>
                      <a:pt x="4737" y="568"/>
                      <a:pt x="4403" y="868"/>
                      <a:pt x="4003" y="868"/>
                    </a:cubicBezTo>
                    <a:lnTo>
                      <a:pt x="1435" y="868"/>
                    </a:lnTo>
                    <a:cubicBezTo>
                      <a:pt x="1168" y="868"/>
                      <a:pt x="901" y="768"/>
                      <a:pt x="701" y="601"/>
                    </a:cubicBezTo>
                    <a:lnTo>
                      <a:pt x="467" y="601"/>
                    </a:lnTo>
                    <a:lnTo>
                      <a:pt x="467" y="568"/>
                    </a:lnTo>
                    <a:lnTo>
                      <a:pt x="367" y="568"/>
                    </a:lnTo>
                    <a:lnTo>
                      <a:pt x="367" y="401"/>
                    </a:lnTo>
                    <a:lnTo>
                      <a:pt x="534" y="401"/>
                    </a:lnTo>
                    <a:cubicBezTo>
                      <a:pt x="467" y="301"/>
                      <a:pt x="400" y="134"/>
                      <a:pt x="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42"/>
              <p:cNvSpPr/>
              <p:nvPr/>
            </p:nvSpPr>
            <p:spPr>
              <a:xfrm>
                <a:off x="6608225" y="1167950"/>
                <a:ext cx="74250" cy="43375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1735" extrusionOk="0">
                    <a:moveTo>
                      <a:pt x="2302" y="0"/>
                    </a:moveTo>
                    <a:lnTo>
                      <a:pt x="201" y="1201"/>
                    </a:lnTo>
                    <a:cubicBezTo>
                      <a:pt x="201" y="1235"/>
                      <a:pt x="167" y="1301"/>
                      <a:pt x="167" y="1335"/>
                    </a:cubicBezTo>
                    <a:cubicBezTo>
                      <a:pt x="101" y="1468"/>
                      <a:pt x="34" y="1601"/>
                      <a:pt x="0" y="1735"/>
                    </a:cubicBezTo>
                    <a:lnTo>
                      <a:pt x="1368" y="968"/>
                    </a:lnTo>
                    <a:lnTo>
                      <a:pt x="1301" y="901"/>
                    </a:lnTo>
                    <a:lnTo>
                      <a:pt x="1401" y="834"/>
                    </a:lnTo>
                    <a:lnTo>
                      <a:pt x="1435" y="901"/>
                    </a:lnTo>
                    <a:lnTo>
                      <a:pt x="2969" y="34"/>
                    </a:lnTo>
                    <a:lnTo>
                      <a:pt x="23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42"/>
              <p:cNvSpPr/>
              <p:nvPr/>
            </p:nvSpPr>
            <p:spPr>
              <a:xfrm>
                <a:off x="6831725" y="879400"/>
                <a:ext cx="351100" cy="193500"/>
              </a:xfrm>
              <a:custGeom>
                <a:avLst/>
                <a:gdLst/>
                <a:ahLst/>
                <a:cxnLst/>
                <a:rect l="l" t="t" r="r" b="b"/>
                <a:pathLst>
                  <a:path w="14044" h="7740" extrusionOk="0">
                    <a:moveTo>
                      <a:pt x="13476" y="1"/>
                    </a:moveTo>
                    <a:lnTo>
                      <a:pt x="8173" y="3036"/>
                    </a:lnTo>
                    <a:lnTo>
                      <a:pt x="7572" y="3403"/>
                    </a:lnTo>
                    <a:lnTo>
                      <a:pt x="7105" y="3670"/>
                    </a:lnTo>
                    <a:lnTo>
                      <a:pt x="6505" y="4004"/>
                    </a:lnTo>
                    <a:lnTo>
                      <a:pt x="0" y="7740"/>
                    </a:lnTo>
                    <a:lnTo>
                      <a:pt x="767" y="7706"/>
                    </a:lnTo>
                    <a:lnTo>
                      <a:pt x="14044" y="101"/>
                    </a:lnTo>
                    <a:lnTo>
                      <a:pt x="13910" y="101"/>
                    </a:lnTo>
                    <a:cubicBezTo>
                      <a:pt x="13743" y="101"/>
                      <a:pt x="13610" y="67"/>
                      <a:pt x="134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42"/>
              <p:cNvSpPr/>
              <p:nvPr/>
            </p:nvSpPr>
            <p:spPr>
              <a:xfrm>
                <a:off x="6585700" y="1169625"/>
                <a:ext cx="139300" cy="80075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3203" extrusionOk="0">
                    <a:moveTo>
                      <a:pt x="4904" y="0"/>
                    </a:moveTo>
                    <a:lnTo>
                      <a:pt x="434" y="2535"/>
                    </a:lnTo>
                    <a:cubicBezTo>
                      <a:pt x="301" y="2769"/>
                      <a:pt x="168" y="3002"/>
                      <a:pt x="1" y="3202"/>
                    </a:cubicBezTo>
                    <a:lnTo>
                      <a:pt x="5571" y="33"/>
                    </a:lnTo>
                    <a:lnTo>
                      <a:pt x="49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2"/>
              <p:cNvSpPr/>
              <p:nvPr/>
            </p:nvSpPr>
            <p:spPr>
              <a:xfrm>
                <a:off x="6880075" y="881900"/>
                <a:ext cx="348625" cy="189325"/>
              </a:xfrm>
              <a:custGeom>
                <a:avLst/>
                <a:gdLst/>
                <a:ahLst/>
                <a:cxnLst/>
                <a:rect l="l" t="t" r="r" b="b"/>
                <a:pathLst>
                  <a:path w="13945" h="7573" extrusionOk="0">
                    <a:moveTo>
                      <a:pt x="13210" y="1"/>
                    </a:moveTo>
                    <a:lnTo>
                      <a:pt x="1" y="7573"/>
                    </a:lnTo>
                    <a:lnTo>
                      <a:pt x="768" y="7539"/>
                    </a:lnTo>
                    <a:lnTo>
                      <a:pt x="7006" y="3970"/>
                    </a:lnTo>
                    <a:lnTo>
                      <a:pt x="7907" y="3437"/>
                    </a:lnTo>
                    <a:lnTo>
                      <a:pt x="139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42"/>
              <p:cNvSpPr/>
              <p:nvPr/>
            </p:nvSpPr>
            <p:spPr>
              <a:xfrm>
                <a:off x="6640750" y="1168775"/>
                <a:ext cx="54225" cy="2837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135" extrusionOk="0">
                    <a:moveTo>
                      <a:pt x="2002" y="1"/>
                    </a:moveTo>
                    <a:lnTo>
                      <a:pt x="201" y="1035"/>
                    </a:lnTo>
                    <a:lnTo>
                      <a:pt x="134" y="868"/>
                    </a:lnTo>
                    <a:lnTo>
                      <a:pt x="100" y="801"/>
                    </a:lnTo>
                    <a:lnTo>
                      <a:pt x="0" y="868"/>
                    </a:lnTo>
                    <a:lnTo>
                      <a:pt x="34" y="935"/>
                    </a:lnTo>
                    <a:lnTo>
                      <a:pt x="201" y="1135"/>
                    </a:lnTo>
                    <a:lnTo>
                      <a:pt x="216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42"/>
              <p:cNvSpPr/>
              <p:nvPr/>
            </p:nvSpPr>
            <p:spPr>
              <a:xfrm>
                <a:off x="6860900" y="881900"/>
                <a:ext cx="336100" cy="189325"/>
              </a:xfrm>
              <a:custGeom>
                <a:avLst/>
                <a:gdLst/>
                <a:ahLst/>
                <a:cxnLst/>
                <a:rect l="l" t="t" r="r" b="b"/>
                <a:pathLst>
                  <a:path w="13444" h="7573" extrusionOk="0">
                    <a:moveTo>
                      <a:pt x="13277" y="1"/>
                    </a:moveTo>
                    <a:lnTo>
                      <a:pt x="1" y="7573"/>
                    </a:lnTo>
                    <a:lnTo>
                      <a:pt x="201" y="7573"/>
                    </a:lnTo>
                    <a:lnTo>
                      <a:pt x="1344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42"/>
              <p:cNvSpPr/>
              <p:nvPr/>
            </p:nvSpPr>
            <p:spPr>
              <a:xfrm>
                <a:off x="7150275" y="856050"/>
                <a:ext cx="124275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4971" h="1002" extrusionOk="0">
                    <a:moveTo>
                      <a:pt x="1" y="1"/>
                    </a:moveTo>
                    <a:cubicBezTo>
                      <a:pt x="67" y="434"/>
                      <a:pt x="368" y="768"/>
                      <a:pt x="734" y="935"/>
                    </a:cubicBezTo>
                    <a:cubicBezTo>
                      <a:pt x="868" y="1001"/>
                      <a:pt x="1035" y="1001"/>
                      <a:pt x="1168" y="1001"/>
                    </a:cubicBezTo>
                    <a:lnTo>
                      <a:pt x="3737" y="1001"/>
                    </a:lnTo>
                    <a:cubicBezTo>
                      <a:pt x="4237" y="1001"/>
                      <a:pt x="4704" y="735"/>
                      <a:pt x="4971" y="368"/>
                    </a:cubicBezTo>
                    <a:lnTo>
                      <a:pt x="4437" y="368"/>
                    </a:lnTo>
                    <a:cubicBezTo>
                      <a:pt x="4270" y="534"/>
                      <a:pt x="4003" y="668"/>
                      <a:pt x="3737" y="668"/>
                    </a:cubicBezTo>
                    <a:lnTo>
                      <a:pt x="1168" y="668"/>
                    </a:lnTo>
                    <a:cubicBezTo>
                      <a:pt x="768" y="668"/>
                      <a:pt x="434" y="368"/>
                      <a:pt x="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42"/>
              <p:cNvSpPr/>
              <p:nvPr/>
            </p:nvSpPr>
            <p:spPr>
              <a:xfrm>
                <a:off x="7265350" y="850225"/>
                <a:ext cx="14200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68" extrusionOk="0">
                    <a:moveTo>
                      <a:pt x="568" y="0"/>
                    </a:moveTo>
                    <a:lnTo>
                      <a:pt x="201" y="34"/>
                    </a:lnTo>
                    <a:cubicBezTo>
                      <a:pt x="168" y="167"/>
                      <a:pt x="101" y="300"/>
                      <a:pt x="1" y="434"/>
                    </a:cubicBezTo>
                    <a:lnTo>
                      <a:pt x="368" y="434"/>
                    </a:lnTo>
                    <a:lnTo>
                      <a:pt x="368" y="567"/>
                    </a:lnTo>
                    <a:cubicBezTo>
                      <a:pt x="468" y="400"/>
                      <a:pt x="535" y="200"/>
                      <a:pt x="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42"/>
              <p:cNvSpPr/>
              <p:nvPr/>
            </p:nvSpPr>
            <p:spPr>
              <a:xfrm>
                <a:off x="4473375" y="750975"/>
                <a:ext cx="1767100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70684" h="1836" extrusionOk="0">
                    <a:moveTo>
                      <a:pt x="0" y="1"/>
                    </a:moveTo>
                    <a:cubicBezTo>
                      <a:pt x="67" y="1"/>
                      <a:pt x="100" y="1"/>
                      <a:pt x="167" y="34"/>
                    </a:cubicBezTo>
                    <a:cubicBezTo>
                      <a:pt x="200" y="67"/>
                      <a:pt x="234" y="101"/>
                      <a:pt x="234" y="167"/>
                    </a:cubicBezTo>
                    <a:lnTo>
                      <a:pt x="234" y="368"/>
                    </a:lnTo>
                    <a:lnTo>
                      <a:pt x="20815" y="801"/>
                    </a:lnTo>
                    <a:lnTo>
                      <a:pt x="20815" y="634"/>
                    </a:lnTo>
                    <a:lnTo>
                      <a:pt x="21182" y="634"/>
                    </a:lnTo>
                    <a:lnTo>
                      <a:pt x="21182" y="801"/>
                    </a:lnTo>
                    <a:lnTo>
                      <a:pt x="22249" y="835"/>
                    </a:lnTo>
                    <a:lnTo>
                      <a:pt x="22249" y="634"/>
                    </a:lnTo>
                    <a:lnTo>
                      <a:pt x="22616" y="634"/>
                    </a:lnTo>
                    <a:lnTo>
                      <a:pt x="22616" y="835"/>
                    </a:lnTo>
                    <a:lnTo>
                      <a:pt x="28020" y="935"/>
                    </a:lnTo>
                    <a:lnTo>
                      <a:pt x="28020" y="735"/>
                    </a:lnTo>
                    <a:lnTo>
                      <a:pt x="28387" y="735"/>
                    </a:lnTo>
                    <a:lnTo>
                      <a:pt x="28387" y="935"/>
                    </a:lnTo>
                    <a:lnTo>
                      <a:pt x="29454" y="968"/>
                    </a:lnTo>
                    <a:lnTo>
                      <a:pt x="29454" y="835"/>
                    </a:lnTo>
                    <a:lnTo>
                      <a:pt x="29821" y="835"/>
                    </a:lnTo>
                    <a:lnTo>
                      <a:pt x="29821" y="968"/>
                    </a:lnTo>
                    <a:lnTo>
                      <a:pt x="43064" y="1268"/>
                    </a:lnTo>
                    <a:lnTo>
                      <a:pt x="43064" y="1168"/>
                    </a:lnTo>
                    <a:lnTo>
                      <a:pt x="43431" y="1168"/>
                    </a:lnTo>
                    <a:lnTo>
                      <a:pt x="43431" y="1268"/>
                    </a:lnTo>
                    <a:lnTo>
                      <a:pt x="54439" y="1502"/>
                    </a:lnTo>
                    <a:lnTo>
                      <a:pt x="54439" y="1402"/>
                    </a:lnTo>
                    <a:lnTo>
                      <a:pt x="54639" y="1402"/>
                    </a:lnTo>
                    <a:lnTo>
                      <a:pt x="54639" y="1502"/>
                    </a:lnTo>
                    <a:lnTo>
                      <a:pt x="67282" y="1769"/>
                    </a:lnTo>
                    <a:lnTo>
                      <a:pt x="67282" y="1669"/>
                    </a:lnTo>
                    <a:lnTo>
                      <a:pt x="67448" y="1669"/>
                    </a:lnTo>
                    <a:lnTo>
                      <a:pt x="67448" y="1769"/>
                    </a:lnTo>
                    <a:lnTo>
                      <a:pt x="68115" y="1769"/>
                    </a:lnTo>
                    <a:lnTo>
                      <a:pt x="68115" y="1568"/>
                    </a:lnTo>
                    <a:lnTo>
                      <a:pt x="68482" y="1568"/>
                    </a:lnTo>
                    <a:lnTo>
                      <a:pt x="68482" y="1802"/>
                    </a:lnTo>
                    <a:lnTo>
                      <a:pt x="70250" y="1835"/>
                    </a:lnTo>
                    <a:cubicBezTo>
                      <a:pt x="70384" y="1702"/>
                      <a:pt x="70517" y="1568"/>
                      <a:pt x="70684" y="1468"/>
                    </a:cubicBezTo>
                    <a:lnTo>
                      <a:pt x="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42"/>
              <p:cNvSpPr/>
              <p:nvPr/>
            </p:nvSpPr>
            <p:spPr>
              <a:xfrm>
                <a:off x="4472525" y="7509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42"/>
              <p:cNvSpPr/>
              <p:nvPr/>
            </p:nvSpPr>
            <p:spPr>
              <a:xfrm>
                <a:off x="4475025" y="795175"/>
                <a:ext cx="1728775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69151" h="3370" extrusionOk="0">
                    <a:moveTo>
                      <a:pt x="401" y="1"/>
                    </a:moveTo>
                    <a:lnTo>
                      <a:pt x="168" y="134"/>
                    </a:lnTo>
                    <a:cubicBezTo>
                      <a:pt x="168" y="234"/>
                      <a:pt x="101" y="301"/>
                      <a:pt x="34" y="334"/>
                    </a:cubicBezTo>
                    <a:lnTo>
                      <a:pt x="1" y="334"/>
                    </a:lnTo>
                    <a:lnTo>
                      <a:pt x="42998" y="2202"/>
                    </a:lnTo>
                    <a:lnTo>
                      <a:pt x="43365" y="2236"/>
                    </a:lnTo>
                    <a:lnTo>
                      <a:pt x="47201" y="2402"/>
                    </a:lnTo>
                    <a:cubicBezTo>
                      <a:pt x="47201" y="2369"/>
                      <a:pt x="47235" y="2336"/>
                      <a:pt x="47235" y="2302"/>
                    </a:cubicBezTo>
                    <a:lnTo>
                      <a:pt x="47401" y="2302"/>
                    </a:lnTo>
                    <a:cubicBezTo>
                      <a:pt x="47401" y="2336"/>
                      <a:pt x="47401" y="2369"/>
                      <a:pt x="47401" y="2402"/>
                    </a:cubicBezTo>
                    <a:lnTo>
                      <a:pt x="47802" y="2436"/>
                    </a:lnTo>
                    <a:lnTo>
                      <a:pt x="48169" y="2436"/>
                    </a:lnTo>
                    <a:lnTo>
                      <a:pt x="69150" y="3370"/>
                    </a:lnTo>
                    <a:lnTo>
                      <a:pt x="69150" y="3003"/>
                    </a:lnTo>
                    <a:lnTo>
                      <a:pt x="68450" y="2969"/>
                    </a:lnTo>
                    <a:lnTo>
                      <a:pt x="68483" y="3136"/>
                    </a:lnTo>
                    <a:lnTo>
                      <a:pt x="68116" y="3136"/>
                    </a:lnTo>
                    <a:lnTo>
                      <a:pt x="68116" y="2969"/>
                    </a:lnTo>
                    <a:lnTo>
                      <a:pt x="43999" y="1902"/>
                    </a:lnTo>
                    <a:lnTo>
                      <a:pt x="43799" y="1902"/>
                    </a:lnTo>
                    <a:lnTo>
                      <a:pt x="43398" y="1869"/>
                    </a:lnTo>
                    <a:lnTo>
                      <a:pt x="43398" y="2202"/>
                    </a:lnTo>
                    <a:lnTo>
                      <a:pt x="43032" y="2202"/>
                    </a:lnTo>
                    <a:lnTo>
                      <a:pt x="43032" y="1869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42"/>
              <p:cNvSpPr/>
              <p:nvPr/>
            </p:nvSpPr>
            <p:spPr>
              <a:xfrm>
                <a:off x="4392475" y="750975"/>
                <a:ext cx="86750" cy="65075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2603" extrusionOk="0">
                    <a:moveTo>
                      <a:pt x="3103" y="401"/>
                    </a:moveTo>
                    <a:lnTo>
                      <a:pt x="3103" y="1769"/>
                    </a:lnTo>
                    <a:lnTo>
                      <a:pt x="1235" y="2202"/>
                    </a:lnTo>
                    <a:cubicBezTo>
                      <a:pt x="1168" y="2236"/>
                      <a:pt x="1135" y="2236"/>
                      <a:pt x="1068" y="2236"/>
                    </a:cubicBezTo>
                    <a:cubicBezTo>
                      <a:pt x="668" y="2236"/>
                      <a:pt x="367" y="1935"/>
                      <a:pt x="367" y="1535"/>
                    </a:cubicBezTo>
                    <a:cubicBezTo>
                      <a:pt x="367" y="1202"/>
                      <a:pt x="601" y="935"/>
                      <a:pt x="934" y="868"/>
                    </a:cubicBezTo>
                    <a:lnTo>
                      <a:pt x="3103" y="401"/>
                    </a:lnTo>
                    <a:close/>
                    <a:moveTo>
                      <a:pt x="3203" y="1"/>
                    </a:moveTo>
                    <a:lnTo>
                      <a:pt x="868" y="501"/>
                    </a:lnTo>
                    <a:cubicBezTo>
                      <a:pt x="367" y="601"/>
                      <a:pt x="0" y="1035"/>
                      <a:pt x="0" y="1535"/>
                    </a:cubicBezTo>
                    <a:cubicBezTo>
                      <a:pt x="0" y="2136"/>
                      <a:pt x="501" y="2603"/>
                      <a:pt x="1068" y="2603"/>
                    </a:cubicBezTo>
                    <a:cubicBezTo>
                      <a:pt x="1135" y="2603"/>
                      <a:pt x="1235" y="2603"/>
                      <a:pt x="1335" y="2569"/>
                    </a:cubicBezTo>
                    <a:lnTo>
                      <a:pt x="3303" y="2102"/>
                    </a:lnTo>
                    <a:lnTo>
                      <a:pt x="3336" y="2102"/>
                    </a:lnTo>
                    <a:cubicBezTo>
                      <a:pt x="3403" y="2069"/>
                      <a:pt x="3470" y="2002"/>
                      <a:pt x="3470" y="1902"/>
                    </a:cubicBezTo>
                    <a:lnTo>
                      <a:pt x="3470" y="1902"/>
                    </a:lnTo>
                    <a:lnTo>
                      <a:pt x="3336" y="2002"/>
                    </a:lnTo>
                    <a:lnTo>
                      <a:pt x="3236" y="1835"/>
                    </a:lnTo>
                    <a:lnTo>
                      <a:pt x="3470" y="1702"/>
                    </a:lnTo>
                    <a:lnTo>
                      <a:pt x="3470" y="368"/>
                    </a:lnTo>
                    <a:lnTo>
                      <a:pt x="3470" y="167"/>
                    </a:lnTo>
                    <a:cubicBezTo>
                      <a:pt x="3470" y="101"/>
                      <a:pt x="3436" y="67"/>
                      <a:pt x="3403" y="34"/>
                    </a:cubicBezTo>
                    <a:cubicBezTo>
                      <a:pt x="3370" y="1"/>
                      <a:pt x="3303" y="1"/>
                      <a:pt x="32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42"/>
              <p:cNvSpPr/>
              <p:nvPr/>
            </p:nvSpPr>
            <p:spPr>
              <a:xfrm>
                <a:off x="4993725" y="766825"/>
                <a:ext cx="225200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9008" h="1802" extrusionOk="0">
                    <a:moveTo>
                      <a:pt x="1" y="0"/>
                    </a:moveTo>
                    <a:lnTo>
                      <a:pt x="1" y="167"/>
                    </a:lnTo>
                    <a:lnTo>
                      <a:pt x="1" y="1268"/>
                    </a:lnTo>
                    <a:lnTo>
                      <a:pt x="368" y="1301"/>
                    </a:lnTo>
                    <a:lnTo>
                      <a:pt x="368" y="1468"/>
                    </a:lnTo>
                    <a:lnTo>
                      <a:pt x="168" y="1468"/>
                    </a:lnTo>
                    <a:lnTo>
                      <a:pt x="8807" y="1802"/>
                    </a:lnTo>
                    <a:lnTo>
                      <a:pt x="8841" y="1802"/>
                    </a:lnTo>
                    <a:cubicBezTo>
                      <a:pt x="8874" y="1802"/>
                      <a:pt x="8907" y="1768"/>
                      <a:pt x="8941" y="1735"/>
                    </a:cubicBezTo>
                    <a:cubicBezTo>
                      <a:pt x="8974" y="1702"/>
                      <a:pt x="9007" y="1668"/>
                      <a:pt x="9007" y="1602"/>
                    </a:cubicBezTo>
                    <a:lnTo>
                      <a:pt x="9007" y="334"/>
                    </a:lnTo>
                    <a:lnTo>
                      <a:pt x="9007" y="201"/>
                    </a:lnTo>
                    <a:lnTo>
                      <a:pt x="8640" y="201"/>
                    </a:lnTo>
                    <a:lnTo>
                      <a:pt x="8640" y="334"/>
                    </a:lnTo>
                    <a:lnTo>
                      <a:pt x="8640" y="1435"/>
                    </a:lnTo>
                    <a:lnTo>
                      <a:pt x="368" y="1135"/>
                    </a:lnTo>
                    <a:lnTo>
                      <a:pt x="368" y="167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42"/>
              <p:cNvSpPr/>
              <p:nvPr/>
            </p:nvSpPr>
            <p:spPr>
              <a:xfrm>
                <a:off x="5029600" y="766825"/>
                <a:ext cx="15347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6139" h="968" extrusionOk="0">
                    <a:moveTo>
                      <a:pt x="0" y="0"/>
                    </a:moveTo>
                    <a:lnTo>
                      <a:pt x="0" y="167"/>
                    </a:lnTo>
                    <a:lnTo>
                      <a:pt x="0" y="634"/>
                    </a:lnTo>
                    <a:cubicBezTo>
                      <a:pt x="0" y="734"/>
                      <a:pt x="100" y="801"/>
                      <a:pt x="200" y="801"/>
                    </a:cubicBezTo>
                    <a:lnTo>
                      <a:pt x="5938" y="968"/>
                    </a:lnTo>
                    <a:cubicBezTo>
                      <a:pt x="6005" y="968"/>
                      <a:pt x="6038" y="968"/>
                      <a:pt x="6071" y="934"/>
                    </a:cubicBezTo>
                    <a:cubicBezTo>
                      <a:pt x="6105" y="901"/>
                      <a:pt x="6138" y="834"/>
                      <a:pt x="6138" y="801"/>
                    </a:cubicBezTo>
                    <a:lnTo>
                      <a:pt x="6138" y="301"/>
                    </a:lnTo>
                    <a:lnTo>
                      <a:pt x="6138" y="101"/>
                    </a:lnTo>
                    <a:lnTo>
                      <a:pt x="5771" y="101"/>
                    </a:lnTo>
                    <a:lnTo>
                      <a:pt x="5771" y="301"/>
                    </a:lnTo>
                    <a:lnTo>
                      <a:pt x="5771" y="601"/>
                    </a:lnTo>
                    <a:lnTo>
                      <a:pt x="367" y="467"/>
                    </a:lnTo>
                    <a:lnTo>
                      <a:pt x="367" y="201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42"/>
              <p:cNvSpPr/>
              <p:nvPr/>
            </p:nvSpPr>
            <p:spPr>
              <a:xfrm>
                <a:off x="6176250" y="790175"/>
                <a:ext cx="10875" cy="83425"/>
              </a:xfrm>
              <a:custGeom>
                <a:avLst/>
                <a:gdLst/>
                <a:ahLst/>
                <a:cxnLst/>
                <a:rect l="l" t="t" r="r" b="b"/>
                <a:pathLst>
                  <a:path w="435" h="3337" extrusionOk="0">
                    <a:moveTo>
                      <a:pt x="0" y="0"/>
                    </a:moveTo>
                    <a:lnTo>
                      <a:pt x="0" y="201"/>
                    </a:lnTo>
                    <a:lnTo>
                      <a:pt x="67" y="3169"/>
                    </a:lnTo>
                    <a:lnTo>
                      <a:pt x="67" y="3336"/>
                    </a:lnTo>
                    <a:lnTo>
                      <a:pt x="434" y="3336"/>
                    </a:lnTo>
                    <a:lnTo>
                      <a:pt x="434" y="3169"/>
                    </a:lnTo>
                    <a:lnTo>
                      <a:pt x="367" y="23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42"/>
              <p:cNvSpPr/>
              <p:nvPr/>
            </p:nvSpPr>
            <p:spPr>
              <a:xfrm>
                <a:off x="5550800" y="780175"/>
                <a:ext cx="9200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803" extrusionOk="0">
                    <a:moveTo>
                      <a:pt x="1" y="0"/>
                    </a:moveTo>
                    <a:lnTo>
                      <a:pt x="1" y="100"/>
                    </a:lnTo>
                    <a:lnTo>
                      <a:pt x="1" y="2469"/>
                    </a:lnTo>
                    <a:lnTo>
                      <a:pt x="1" y="2802"/>
                    </a:lnTo>
                    <a:lnTo>
                      <a:pt x="367" y="2802"/>
                    </a:lnTo>
                    <a:lnTo>
                      <a:pt x="367" y="2469"/>
                    </a:lnTo>
                    <a:lnTo>
                      <a:pt x="367" y="100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42"/>
              <p:cNvSpPr/>
              <p:nvPr/>
            </p:nvSpPr>
            <p:spPr>
              <a:xfrm>
                <a:off x="6627400" y="794350"/>
                <a:ext cx="17296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69184" h="3403" extrusionOk="0">
                    <a:moveTo>
                      <a:pt x="68783" y="0"/>
                    </a:moveTo>
                    <a:lnTo>
                      <a:pt x="26153" y="1902"/>
                    </a:lnTo>
                    <a:lnTo>
                      <a:pt x="26153" y="2232"/>
                    </a:lnTo>
                    <a:lnTo>
                      <a:pt x="26153" y="2232"/>
                    </a:lnTo>
                    <a:lnTo>
                      <a:pt x="69183" y="367"/>
                    </a:lnTo>
                    <a:lnTo>
                      <a:pt x="69150" y="367"/>
                    </a:lnTo>
                    <a:cubicBezTo>
                      <a:pt x="69050" y="334"/>
                      <a:pt x="69017" y="267"/>
                      <a:pt x="69017" y="167"/>
                    </a:cubicBezTo>
                    <a:lnTo>
                      <a:pt x="68783" y="0"/>
                    </a:lnTo>
                    <a:close/>
                    <a:moveTo>
                      <a:pt x="26153" y="2232"/>
                    </a:moveTo>
                    <a:lnTo>
                      <a:pt x="26086" y="2235"/>
                    </a:lnTo>
                    <a:lnTo>
                      <a:pt x="26153" y="2235"/>
                    </a:lnTo>
                    <a:lnTo>
                      <a:pt x="26153" y="2232"/>
                    </a:lnTo>
                    <a:close/>
                    <a:moveTo>
                      <a:pt x="25786" y="1902"/>
                    </a:moveTo>
                    <a:lnTo>
                      <a:pt x="25185" y="1935"/>
                    </a:lnTo>
                    <a:lnTo>
                      <a:pt x="25185" y="2135"/>
                    </a:lnTo>
                    <a:lnTo>
                      <a:pt x="24985" y="2135"/>
                    </a:lnTo>
                    <a:lnTo>
                      <a:pt x="24985" y="1935"/>
                    </a:lnTo>
                    <a:lnTo>
                      <a:pt x="1068" y="3002"/>
                    </a:lnTo>
                    <a:lnTo>
                      <a:pt x="1068" y="3169"/>
                    </a:lnTo>
                    <a:lnTo>
                      <a:pt x="701" y="3169"/>
                    </a:lnTo>
                    <a:lnTo>
                      <a:pt x="701" y="3002"/>
                    </a:lnTo>
                    <a:lnTo>
                      <a:pt x="1" y="3036"/>
                    </a:lnTo>
                    <a:lnTo>
                      <a:pt x="1" y="3403"/>
                    </a:lnTo>
                    <a:lnTo>
                      <a:pt x="20916" y="2469"/>
                    </a:lnTo>
                    <a:lnTo>
                      <a:pt x="21283" y="2469"/>
                    </a:lnTo>
                    <a:lnTo>
                      <a:pt x="21850" y="2435"/>
                    </a:lnTo>
                    <a:cubicBezTo>
                      <a:pt x="21850" y="2402"/>
                      <a:pt x="21850" y="2369"/>
                      <a:pt x="21850" y="2302"/>
                    </a:cubicBezTo>
                    <a:lnTo>
                      <a:pt x="22016" y="2302"/>
                    </a:lnTo>
                    <a:cubicBezTo>
                      <a:pt x="22016" y="2369"/>
                      <a:pt x="22050" y="2402"/>
                      <a:pt x="22050" y="2435"/>
                    </a:cubicBezTo>
                    <a:lnTo>
                      <a:pt x="25719" y="2269"/>
                    </a:lnTo>
                    <a:lnTo>
                      <a:pt x="26086" y="2235"/>
                    </a:lnTo>
                    <a:lnTo>
                      <a:pt x="25786" y="2235"/>
                    </a:lnTo>
                    <a:lnTo>
                      <a:pt x="25786" y="190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42"/>
              <p:cNvSpPr/>
              <p:nvPr/>
            </p:nvSpPr>
            <p:spPr>
              <a:xfrm>
                <a:off x="6590700" y="750975"/>
                <a:ext cx="176712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70685" h="1836" extrusionOk="0">
                    <a:moveTo>
                      <a:pt x="70651" y="1"/>
                    </a:moveTo>
                    <a:lnTo>
                      <a:pt x="1" y="1468"/>
                    </a:lnTo>
                    <a:cubicBezTo>
                      <a:pt x="168" y="1568"/>
                      <a:pt x="301" y="1702"/>
                      <a:pt x="435" y="1835"/>
                    </a:cubicBezTo>
                    <a:lnTo>
                      <a:pt x="2203" y="1802"/>
                    </a:lnTo>
                    <a:lnTo>
                      <a:pt x="2236" y="1535"/>
                    </a:lnTo>
                    <a:lnTo>
                      <a:pt x="2569" y="1568"/>
                    </a:lnTo>
                    <a:lnTo>
                      <a:pt x="2569" y="1769"/>
                    </a:lnTo>
                    <a:lnTo>
                      <a:pt x="3070" y="1769"/>
                    </a:lnTo>
                    <a:lnTo>
                      <a:pt x="3070" y="1635"/>
                    </a:lnTo>
                    <a:lnTo>
                      <a:pt x="3270" y="1635"/>
                    </a:lnTo>
                    <a:lnTo>
                      <a:pt x="3270" y="1769"/>
                    </a:lnTo>
                    <a:lnTo>
                      <a:pt x="15912" y="1502"/>
                    </a:lnTo>
                    <a:lnTo>
                      <a:pt x="15912" y="1368"/>
                    </a:lnTo>
                    <a:lnTo>
                      <a:pt x="16079" y="1368"/>
                    </a:lnTo>
                    <a:lnTo>
                      <a:pt x="16079" y="1502"/>
                    </a:lnTo>
                    <a:lnTo>
                      <a:pt x="27254" y="1268"/>
                    </a:lnTo>
                    <a:lnTo>
                      <a:pt x="27254" y="1168"/>
                    </a:lnTo>
                    <a:lnTo>
                      <a:pt x="27621" y="1168"/>
                    </a:lnTo>
                    <a:lnTo>
                      <a:pt x="27621" y="1235"/>
                    </a:lnTo>
                    <a:lnTo>
                      <a:pt x="40897" y="968"/>
                    </a:lnTo>
                    <a:lnTo>
                      <a:pt x="40897" y="835"/>
                    </a:lnTo>
                    <a:lnTo>
                      <a:pt x="41264" y="835"/>
                    </a:lnTo>
                    <a:lnTo>
                      <a:pt x="41264" y="968"/>
                    </a:lnTo>
                    <a:lnTo>
                      <a:pt x="42331" y="935"/>
                    </a:lnTo>
                    <a:lnTo>
                      <a:pt x="42331" y="735"/>
                    </a:lnTo>
                    <a:lnTo>
                      <a:pt x="42698" y="735"/>
                    </a:lnTo>
                    <a:lnTo>
                      <a:pt x="42698" y="935"/>
                    </a:lnTo>
                    <a:lnTo>
                      <a:pt x="48069" y="801"/>
                    </a:lnTo>
                    <a:lnTo>
                      <a:pt x="48069" y="601"/>
                    </a:lnTo>
                    <a:lnTo>
                      <a:pt x="48436" y="601"/>
                    </a:lnTo>
                    <a:lnTo>
                      <a:pt x="48436" y="801"/>
                    </a:lnTo>
                    <a:lnTo>
                      <a:pt x="49536" y="801"/>
                    </a:lnTo>
                    <a:lnTo>
                      <a:pt x="49536" y="601"/>
                    </a:lnTo>
                    <a:lnTo>
                      <a:pt x="49870" y="601"/>
                    </a:lnTo>
                    <a:lnTo>
                      <a:pt x="49870" y="768"/>
                    </a:lnTo>
                    <a:lnTo>
                      <a:pt x="70485" y="334"/>
                    </a:lnTo>
                    <a:lnTo>
                      <a:pt x="70485" y="167"/>
                    </a:lnTo>
                    <a:cubicBezTo>
                      <a:pt x="70485" y="101"/>
                      <a:pt x="70485" y="67"/>
                      <a:pt x="70551" y="34"/>
                    </a:cubicBezTo>
                    <a:cubicBezTo>
                      <a:pt x="70585" y="1"/>
                      <a:pt x="70618" y="1"/>
                      <a:pt x="706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42"/>
              <p:cNvSpPr/>
              <p:nvPr/>
            </p:nvSpPr>
            <p:spPr>
              <a:xfrm>
                <a:off x="7612275" y="766825"/>
                <a:ext cx="225175" cy="45050"/>
              </a:xfrm>
              <a:custGeom>
                <a:avLst/>
                <a:gdLst/>
                <a:ahLst/>
                <a:cxnLst/>
                <a:rect l="l" t="t" r="r" b="b"/>
                <a:pathLst>
                  <a:path w="9007" h="1802" extrusionOk="0">
                    <a:moveTo>
                      <a:pt x="8640" y="0"/>
                    </a:moveTo>
                    <a:lnTo>
                      <a:pt x="8640" y="167"/>
                    </a:lnTo>
                    <a:lnTo>
                      <a:pt x="8640" y="1135"/>
                    </a:lnTo>
                    <a:lnTo>
                      <a:pt x="367" y="1435"/>
                    </a:lnTo>
                    <a:lnTo>
                      <a:pt x="367" y="334"/>
                    </a:lnTo>
                    <a:lnTo>
                      <a:pt x="367" y="201"/>
                    </a:lnTo>
                    <a:lnTo>
                      <a:pt x="0" y="201"/>
                    </a:lnTo>
                    <a:lnTo>
                      <a:pt x="0" y="334"/>
                    </a:lnTo>
                    <a:lnTo>
                      <a:pt x="0" y="1602"/>
                    </a:lnTo>
                    <a:cubicBezTo>
                      <a:pt x="34" y="1668"/>
                      <a:pt x="34" y="1702"/>
                      <a:pt x="67" y="1735"/>
                    </a:cubicBezTo>
                    <a:cubicBezTo>
                      <a:pt x="101" y="1768"/>
                      <a:pt x="167" y="1802"/>
                      <a:pt x="201" y="1802"/>
                    </a:cubicBezTo>
                    <a:lnTo>
                      <a:pt x="8840" y="1468"/>
                    </a:lnTo>
                    <a:lnTo>
                      <a:pt x="8607" y="1468"/>
                    </a:lnTo>
                    <a:lnTo>
                      <a:pt x="8573" y="1301"/>
                    </a:lnTo>
                    <a:lnTo>
                      <a:pt x="9007" y="1268"/>
                    </a:lnTo>
                    <a:lnTo>
                      <a:pt x="9007" y="134"/>
                    </a:lnTo>
                    <a:lnTo>
                      <a:pt x="90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42"/>
              <p:cNvSpPr/>
              <p:nvPr/>
            </p:nvSpPr>
            <p:spPr>
              <a:xfrm>
                <a:off x="7648125" y="766825"/>
                <a:ext cx="153475" cy="24200"/>
              </a:xfrm>
              <a:custGeom>
                <a:avLst/>
                <a:gdLst/>
                <a:ahLst/>
                <a:cxnLst/>
                <a:rect l="l" t="t" r="r" b="b"/>
                <a:pathLst>
                  <a:path w="6139" h="968" extrusionOk="0">
                    <a:moveTo>
                      <a:pt x="5772" y="0"/>
                    </a:moveTo>
                    <a:lnTo>
                      <a:pt x="5772" y="201"/>
                    </a:lnTo>
                    <a:lnTo>
                      <a:pt x="5772" y="467"/>
                    </a:lnTo>
                    <a:lnTo>
                      <a:pt x="368" y="601"/>
                    </a:lnTo>
                    <a:lnTo>
                      <a:pt x="368" y="301"/>
                    </a:lnTo>
                    <a:lnTo>
                      <a:pt x="368" y="101"/>
                    </a:lnTo>
                    <a:lnTo>
                      <a:pt x="1" y="101"/>
                    </a:lnTo>
                    <a:lnTo>
                      <a:pt x="1" y="301"/>
                    </a:lnTo>
                    <a:lnTo>
                      <a:pt x="1" y="801"/>
                    </a:lnTo>
                    <a:cubicBezTo>
                      <a:pt x="34" y="834"/>
                      <a:pt x="34" y="868"/>
                      <a:pt x="68" y="934"/>
                    </a:cubicBezTo>
                    <a:cubicBezTo>
                      <a:pt x="101" y="968"/>
                      <a:pt x="168" y="968"/>
                      <a:pt x="201" y="968"/>
                    </a:cubicBezTo>
                    <a:lnTo>
                      <a:pt x="5972" y="801"/>
                    </a:lnTo>
                    <a:cubicBezTo>
                      <a:pt x="6072" y="801"/>
                      <a:pt x="6139" y="734"/>
                      <a:pt x="6139" y="634"/>
                    </a:cubicBezTo>
                    <a:lnTo>
                      <a:pt x="6139" y="167"/>
                    </a:lnTo>
                    <a:lnTo>
                      <a:pt x="61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42"/>
              <p:cNvSpPr/>
              <p:nvPr/>
            </p:nvSpPr>
            <p:spPr>
              <a:xfrm>
                <a:off x="6644925" y="790175"/>
                <a:ext cx="10025" cy="83425"/>
              </a:xfrm>
              <a:custGeom>
                <a:avLst/>
                <a:gdLst/>
                <a:ahLst/>
                <a:cxnLst/>
                <a:rect l="l" t="t" r="r" b="b"/>
                <a:pathLst>
                  <a:path w="401" h="3337" extrusionOk="0">
                    <a:moveTo>
                      <a:pt x="34" y="0"/>
                    </a:moveTo>
                    <a:lnTo>
                      <a:pt x="34" y="234"/>
                    </a:lnTo>
                    <a:lnTo>
                      <a:pt x="0" y="3169"/>
                    </a:lnTo>
                    <a:lnTo>
                      <a:pt x="0" y="3336"/>
                    </a:lnTo>
                    <a:lnTo>
                      <a:pt x="367" y="3336"/>
                    </a:lnTo>
                    <a:lnTo>
                      <a:pt x="367" y="3169"/>
                    </a:lnTo>
                    <a:lnTo>
                      <a:pt x="400" y="201"/>
                    </a:lnTo>
                    <a:lnTo>
                      <a:pt x="4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42"/>
              <p:cNvSpPr/>
              <p:nvPr/>
            </p:nvSpPr>
            <p:spPr>
              <a:xfrm>
                <a:off x="7272025" y="780175"/>
                <a:ext cx="9200" cy="7007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803" extrusionOk="0">
                    <a:moveTo>
                      <a:pt x="1" y="0"/>
                    </a:moveTo>
                    <a:lnTo>
                      <a:pt x="1" y="100"/>
                    </a:lnTo>
                    <a:lnTo>
                      <a:pt x="1" y="2469"/>
                    </a:lnTo>
                    <a:lnTo>
                      <a:pt x="1" y="2802"/>
                    </a:lnTo>
                    <a:lnTo>
                      <a:pt x="368" y="2802"/>
                    </a:lnTo>
                    <a:lnTo>
                      <a:pt x="368" y="2469"/>
                    </a:lnTo>
                    <a:lnTo>
                      <a:pt x="368" y="100"/>
                    </a:lnTo>
                    <a:lnTo>
                      <a:pt x="3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42"/>
              <p:cNvSpPr/>
              <p:nvPr/>
            </p:nvSpPr>
            <p:spPr>
              <a:xfrm>
                <a:off x="6208775" y="1166275"/>
                <a:ext cx="413650" cy="146800"/>
              </a:xfrm>
              <a:custGeom>
                <a:avLst/>
                <a:gdLst/>
                <a:ahLst/>
                <a:cxnLst/>
                <a:rect l="l" t="t" r="r" b="b"/>
                <a:pathLst>
                  <a:path w="16546" h="5872" extrusionOk="0">
                    <a:moveTo>
                      <a:pt x="0" y="1"/>
                    </a:moveTo>
                    <a:cubicBezTo>
                      <a:pt x="67" y="368"/>
                      <a:pt x="167" y="734"/>
                      <a:pt x="301" y="1101"/>
                    </a:cubicBezTo>
                    <a:cubicBezTo>
                      <a:pt x="301" y="1168"/>
                      <a:pt x="334" y="1235"/>
                      <a:pt x="367" y="1302"/>
                    </a:cubicBezTo>
                    <a:cubicBezTo>
                      <a:pt x="367" y="1335"/>
                      <a:pt x="401" y="1368"/>
                      <a:pt x="401" y="1402"/>
                    </a:cubicBezTo>
                    <a:cubicBezTo>
                      <a:pt x="467" y="1568"/>
                      <a:pt x="534" y="1702"/>
                      <a:pt x="601" y="1869"/>
                    </a:cubicBezTo>
                    <a:cubicBezTo>
                      <a:pt x="734" y="2169"/>
                      <a:pt x="868" y="2469"/>
                      <a:pt x="1034" y="2736"/>
                    </a:cubicBezTo>
                    <a:cubicBezTo>
                      <a:pt x="1201" y="2969"/>
                      <a:pt x="1335" y="3203"/>
                      <a:pt x="1501" y="3403"/>
                    </a:cubicBezTo>
                    <a:cubicBezTo>
                      <a:pt x="1568" y="3536"/>
                      <a:pt x="1635" y="3637"/>
                      <a:pt x="1735" y="3770"/>
                    </a:cubicBezTo>
                    <a:cubicBezTo>
                      <a:pt x="1968" y="4037"/>
                      <a:pt x="2235" y="4304"/>
                      <a:pt x="2502" y="4537"/>
                    </a:cubicBezTo>
                    <a:cubicBezTo>
                      <a:pt x="2602" y="4604"/>
                      <a:pt x="2702" y="4704"/>
                      <a:pt x="2802" y="4771"/>
                    </a:cubicBezTo>
                    <a:cubicBezTo>
                      <a:pt x="2869" y="4804"/>
                      <a:pt x="2902" y="4837"/>
                      <a:pt x="2969" y="4904"/>
                    </a:cubicBezTo>
                    <a:lnTo>
                      <a:pt x="3069" y="4837"/>
                    </a:lnTo>
                    <a:lnTo>
                      <a:pt x="3136" y="4904"/>
                    </a:lnTo>
                    <a:lnTo>
                      <a:pt x="3036" y="4971"/>
                    </a:lnTo>
                    <a:cubicBezTo>
                      <a:pt x="3103" y="5004"/>
                      <a:pt x="3136" y="5038"/>
                      <a:pt x="3203" y="5071"/>
                    </a:cubicBezTo>
                    <a:cubicBezTo>
                      <a:pt x="3336" y="5138"/>
                      <a:pt x="3436" y="5204"/>
                      <a:pt x="3570" y="5271"/>
                    </a:cubicBezTo>
                    <a:cubicBezTo>
                      <a:pt x="4103" y="5538"/>
                      <a:pt x="4704" y="5738"/>
                      <a:pt x="5304" y="5805"/>
                    </a:cubicBezTo>
                    <a:cubicBezTo>
                      <a:pt x="5438" y="5838"/>
                      <a:pt x="5571" y="5838"/>
                      <a:pt x="5671" y="5838"/>
                    </a:cubicBezTo>
                    <a:cubicBezTo>
                      <a:pt x="5805" y="5871"/>
                      <a:pt x="5938" y="5871"/>
                      <a:pt x="6105" y="5871"/>
                    </a:cubicBezTo>
                    <a:lnTo>
                      <a:pt x="10841" y="5871"/>
                    </a:lnTo>
                    <a:cubicBezTo>
                      <a:pt x="10975" y="5838"/>
                      <a:pt x="11108" y="5838"/>
                      <a:pt x="11208" y="5838"/>
                    </a:cubicBezTo>
                    <a:cubicBezTo>
                      <a:pt x="11842" y="5738"/>
                      <a:pt x="12443" y="5571"/>
                      <a:pt x="12976" y="5271"/>
                    </a:cubicBezTo>
                    <a:cubicBezTo>
                      <a:pt x="13110" y="5204"/>
                      <a:pt x="13210" y="5138"/>
                      <a:pt x="13343" y="5071"/>
                    </a:cubicBezTo>
                    <a:cubicBezTo>
                      <a:pt x="13377" y="5038"/>
                      <a:pt x="13410" y="5038"/>
                      <a:pt x="13443" y="5004"/>
                    </a:cubicBezTo>
                    <a:lnTo>
                      <a:pt x="13310" y="4937"/>
                    </a:lnTo>
                    <a:lnTo>
                      <a:pt x="13377" y="4837"/>
                    </a:lnTo>
                    <a:lnTo>
                      <a:pt x="13543" y="4937"/>
                    </a:lnTo>
                    <a:cubicBezTo>
                      <a:pt x="13610" y="4904"/>
                      <a:pt x="13677" y="4837"/>
                      <a:pt x="13744" y="4771"/>
                    </a:cubicBezTo>
                    <a:cubicBezTo>
                      <a:pt x="13844" y="4704"/>
                      <a:pt x="13944" y="4637"/>
                      <a:pt x="14044" y="4537"/>
                    </a:cubicBezTo>
                    <a:cubicBezTo>
                      <a:pt x="14311" y="4304"/>
                      <a:pt x="14544" y="4070"/>
                      <a:pt x="14778" y="3770"/>
                    </a:cubicBezTo>
                    <a:cubicBezTo>
                      <a:pt x="14878" y="3637"/>
                      <a:pt x="14978" y="3503"/>
                      <a:pt x="15078" y="3336"/>
                    </a:cubicBezTo>
                    <a:cubicBezTo>
                      <a:pt x="15245" y="3136"/>
                      <a:pt x="15378" y="2903"/>
                      <a:pt x="15511" y="2669"/>
                    </a:cubicBezTo>
                    <a:cubicBezTo>
                      <a:pt x="15678" y="2402"/>
                      <a:pt x="15845" y="2102"/>
                      <a:pt x="15945" y="1802"/>
                    </a:cubicBezTo>
                    <a:cubicBezTo>
                      <a:pt x="16012" y="1668"/>
                      <a:pt x="16079" y="1535"/>
                      <a:pt x="16112" y="1402"/>
                    </a:cubicBezTo>
                    <a:cubicBezTo>
                      <a:pt x="16145" y="1368"/>
                      <a:pt x="16145" y="1302"/>
                      <a:pt x="16179" y="1268"/>
                    </a:cubicBezTo>
                    <a:cubicBezTo>
                      <a:pt x="16345" y="868"/>
                      <a:pt x="16445" y="434"/>
                      <a:pt x="16546" y="1"/>
                    </a:cubicBezTo>
                    <a:lnTo>
                      <a:pt x="16179" y="1"/>
                    </a:lnTo>
                    <a:cubicBezTo>
                      <a:pt x="16079" y="434"/>
                      <a:pt x="15945" y="868"/>
                      <a:pt x="15778" y="1268"/>
                    </a:cubicBezTo>
                    <a:cubicBezTo>
                      <a:pt x="15478" y="2102"/>
                      <a:pt x="15044" y="2869"/>
                      <a:pt x="14477" y="3536"/>
                    </a:cubicBezTo>
                    <a:cubicBezTo>
                      <a:pt x="13577" y="4771"/>
                      <a:pt x="12109" y="5505"/>
                      <a:pt x="10575" y="5505"/>
                    </a:cubicBezTo>
                    <a:lnTo>
                      <a:pt x="6105" y="5505"/>
                    </a:lnTo>
                    <a:cubicBezTo>
                      <a:pt x="4504" y="5505"/>
                      <a:pt x="3036" y="4804"/>
                      <a:pt x="2035" y="3536"/>
                    </a:cubicBezTo>
                    <a:cubicBezTo>
                      <a:pt x="1501" y="2836"/>
                      <a:pt x="1068" y="2102"/>
                      <a:pt x="734" y="1268"/>
                    </a:cubicBezTo>
                    <a:cubicBezTo>
                      <a:pt x="701" y="1168"/>
                      <a:pt x="668" y="1068"/>
                      <a:pt x="634" y="968"/>
                    </a:cubicBezTo>
                    <a:cubicBezTo>
                      <a:pt x="534" y="668"/>
                      <a:pt x="434" y="334"/>
                      <a:pt x="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42"/>
              <p:cNvSpPr/>
              <p:nvPr/>
            </p:nvSpPr>
            <p:spPr>
              <a:xfrm>
                <a:off x="6203775" y="772650"/>
                <a:ext cx="423650" cy="307750"/>
              </a:xfrm>
              <a:custGeom>
                <a:avLst/>
                <a:gdLst/>
                <a:ahLst/>
                <a:cxnLst/>
                <a:rect l="l" t="t" r="r" b="b"/>
                <a:pathLst>
                  <a:path w="16946" h="12310" extrusionOk="0">
                    <a:moveTo>
                      <a:pt x="3403" y="1"/>
                    </a:moveTo>
                    <a:cubicBezTo>
                      <a:pt x="2702" y="1"/>
                      <a:pt x="2035" y="234"/>
                      <a:pt x="1468" y="601"/>
                    </a:cubicBezTo>
                    <a:cubicBezTo>
                      <a:pt x="1301" y="701"/>
                      <a:pt x="1168" y="835"/>
                      <a:pt x="1034" y="968"/>
                    </a:cubicBezTo>
                    <a:cubicBezTo>
                      <a:pt x="401" y="1569"/>
                      <a:pt x="0" y="2436"/>
                      <a:pt x="0" y="3403"/>
                    </a:cubicBezTo>
                    <a:lnTo>
                      <a:pt x="0" y="3904"/>
                    </a:lnTo>
                    <a:lnTo>
                      <a:pt x="0" y="4271"/>
                    </a:lnTo>
                    <a:lnTo>
                      <a:pt x="0" y="6105"/>
                    </a:lnTo>
                    <a:lnTo>
                      <a:pt x="0" y="6472"/>
                    </a:lnTo>
                    <a:lnTo>
                      <a:pt x="0" y="7039"/>
                    </a:lnTo>
                    <a:lnTo>
                      <a:pt x="0" y="7139"/>
                    </a:lnTo>
                    <a:lnTo>
                      <a:pt x="0" y="8307"/>
                    </a:lnTo>
                    <a:lnTo>
                      <a:pt x="0" y="8674"/>
                    </a:lnTo>
                    <a:lnTo>
                      <a:pt x="0" y="12310"/>
                    </a:lnTo>
                    <a:lnTo>
                      <a:pt x="367" y="12310"/>
                    </a:lnTo>
                    <a:lnTo>
                      <a:pt x="367" y="10308"/>
                    </a:lnTo>
                    <a:lnTo>
                      <a:pt x="300" y="10342"/>
                    </a:lnTo>
                    <a:lnTo>
                      <a:pt x="267" y="10242"/>
                    </a:lnTo>
                    <a:lnTo>
                      <a:pt x="367" y="10208"/>
                    </a:lnTo>
                    <a:lnTo>
                      <a:pt x="367" y="9775"/>
                    </a:lnTo>
                    <a:lnTo>
                      <a:pt x="267" y="9841"/>
                    </a:lnTo>
                    <a:lnTo>
                      <a:pt x="100" y="9508"/>
                    </a:lnTo>
                    <a:cubicBezTo>
                      <a:pt x="167" y="9474"/>
                      <a:pt x="267" y="9408"/>
                      <a:pt x="367" y="9374"/>
                    </a:cubicBezTo>
                    <a:lnTo>
                      <a:pt x="367" y="3403"/>
                    </a:lnTo>
                    <a:cubicBezTo>
                      <a:pt x="367" y="1736"/>
                      <a:pt x="1735" y="368"/>
                      <a:pt x="3403" y="368"/>
                    </a:cubicBezTo>
                    <a:lnTo>
                      <a:pt x="7973" y="368"/>
                    </a:lnTo>
                    <a:lnTo>
                      <a:pt x="7973" y="168"/>
                    </a:lnTo>
                    <a:lnTo>
                      <a:pt x="8340" y="168"/>
                    </a:lnTo>
                    <a:lnTo>
                      <a:pt x="8340" y="368"/>
                    </a:lnTo>
                    <a:lnTo>
                      <a:pt x="8640" y="368"/>
                    </a:lnTo>
                    <a:lnTo>
                      <a:pt x="8640" y="168"/>
                    </a:lnTo>
                    <a:lnTo>
                      <a:pt x="8973" y="168"/>
                    </a:lnTo>
                    <a:lnTo>
                      <a:pt x="8973" y="368"/>
                    </a:lnTo>
                    <a:lnTo>
                      <a:pt x="13543" y="368"/>
                    </a:lnTo>
                    <a:cubicBezTo>
                      <a:pt x="15211" y="368"/>
                      <a:pt x="16612" y="1736"/>
                      <a:pt x="16612" y="3403"/>
                    </a:cubicBezTo>
                    <a:lnTo>
                      <a:pt x="16612" y="9374"/>
                    </a:lnTo>
                    <a:cubicBezTo>
                      <a:pt x="16679" y="9441"/>
                      <a:pt x="16779" y="9474"/>
                      <a:pt x="16879" y="9541"/>
                    </a:cubicBezTo>
                    <a:lnTo>
                      <a:pt x="16679" y="9841"/>
                    </a:lnTo>
                    <a:lnTo>
                      <a:pt x="16612" y="9808"/>
                    </a:lnTo>
                    <a:lnTo>
                      <a:pt x="16612" y="10208"/>
                    </a:lnTo>
                    <a:lnTo>
                      <a:pt x="16712" y="10275"/>
                    </a:lnTo>
                    <a:lnTo>
                      <a:pt x="16645" y="10342"/>
                    </a:lnTo>
                    <a:lnTo>
                      <a:pt x="16612" y="10308"/>
                    </a:lnTo>
                    <a:lnTo>
                      <a:pt x="16612" y="12310"/>
                    </a:lnTo>
                    <a:lnTo>
                      <a:pt x="16946" y="12310"/>
                    </a:lnTo>
                    <a:lnTo>
                      <a:pt x="16946" y="8707"/>
                    </a:lnTo>
                    <a:lnTo>
                      <a:pt x="16946" y="8340"/>
                    </a:lnTo>
                    <a:lnTo>
                      <a:pt x="16946" y="7139"/>
                    </a:lnTo>
                    <a:lnTo>
                      <a:pt x="16946" y="7039"/>
                    </a:lnTo>
                    <a:lnTo>
                      <a:pt x="16946" y="6472"/>
                    </a:lnTo>
                    <a:lnTo>
                      <a:pt x="16946" y="6105"/>
                    </a:lnTo>
                    <a:lnTo>
                      <a:pt x="16946" y="4271"/>
                    </a:lnTo>
                    <a:lnTo>
                      <a:pt x="16946" y="3904"/>
                    </a:lnTo>
                    <a:lnTo>
                      <a:pt x="16946" y="3403"/>
                    </a:lnTo>
                    <a:cubicBezTo>
                      <a:pt x="16946" y="2436"/>
                      <a:pt x="16545" y="1569"/>
                      <a:pt x="15912" y="968"/>
                    </a:cubicBezTo>
                    <a:cubicBezTo>
                      <a:pt x="15778" y="835"/>
                      <a:pt x="15645" y="701"/>
                      <a:pt x="15478" y="601"/>
                    </a:cubicBezTo>
                    <a:cubicBezTo>
                      <a:pt x="14944" y="234"/>
                      <a:pt x="14277" y="1"/>
                      <a:pt x="13543" y="1"/>
                    </a:cubicBezTo>
                    <a:lnTo>
                      <a:pt x="8540" y="1"/>
                    </a:lnTo>
                    <a:lnTo>
                      <a:pt x="8540" y="201"/>
                    </a:lnTo>
                    <a:lnTo>
                      <a:pt x="8473" y="201"/>
                    </a:lnTo>
                    <a:lnTo>
                      <a:pt x="84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42"/>
              <p:cNvSpPr/>
              <p:nvPr/>
            </p:nvSpPr>
            <p:spPr>
              <a:xfrm>
                <a:off x="6206275" y="776825"/>
                <a:ext cx="206000" cy="241875"/>
              </a:xfrm>
              <a:custGeom>
                <a:avLst/>
                <a:gdLst/>
                <a:ahLst/>
                <a:cxnLst/>
                <a:rect l="l" t="t" r="r" b="b"/>
                <a:pathLst>
                  <a:path w="8240" h="9675" extrusionOk="0">
                    <a:moveTo>
                      <a:pt x="7873" y="1"/>
                    </a:moveTo>
                    <a:lnTo>
                      <a:pt x="7873" y="201"/>
                    </a:lnTo>
                    <a:lnTo>
                      <a:pt x="7873" y="5071"/>
                    </a:lnTo>
                    <a:lnTo>
                      <a:pt x="8039" y="5071"/>
                    </a:lnTo>
                    <a:lnTo>
                      <a:pt x="8073" y="5238"/>
                    </a:lnTo>
                    <a:cubicBezTo>
                      <a:pt x="8006" y="5238"/>
                      <a:pt x="7939" y="5238"/>
                      <a:pt x="7873" y="5271"/>
                    </a:cubicBezTo>
                    <a:lnTo>
                      <a:pt x="7873" y="6706"/>
                    </a:lnTo>
                    <a:cubicBezTo>
                      <a:pt x="7873" y="7072"/>
                      <a:pt x="7572" y="7406"/>
                      <a:pt x="7172" y="7406"/>
                    </a:cubicBezTo>
                    <a:cubicBezTo>
                      <a:pt x="6638" y="7439"/>
                      <a:pt x="6138" y="7506"/>
                      <a:pt x="5604" y="7573"/>
                    </a:cubicBezTo>
                    <a:cubicBezTo>
                      <a:pt x="5604" y="7606"/>
                      <a:pt x="5604" y="7673"/>
                      <a:pt x="5604" y="7706"/>
                    </a:cubicBezTo>
                    <a:lnTo>
                      <a:pt x="5404" y="7673"/>
                    </a:lnTo>
                    <a:cubicBezTo>
                      <a:pt x="5438" y="7640"/>
                      <a:pt x="5438" y="7606"/>
                      <a:pt x="5438" y="7606"/>
                    </a:cubicBezTo>
                    <a:lnTo>
                      <a:pt x="5438" y="7606"/>
                    </a:lnTo>
                    <a:cubicBezTo>
                      <a:pt x="5104" y="7640"/>
                      <a:pt x="4737" y="7706"/>
                      <a:pt x="4403" y="7773"/>
                    </a:cubicBezTo>
                    <a:cubicBezTo>
                      <a:pt x="2836" y="8073"/>
                      <a:pt x="1435" y="8574"/>
                      <a:pt x="267" y="9207"/>
                    </a:cubicBezTo>
                    <a:cubicBezTo>
                      <a:pt x="167" y="9241"/>
                      <a:pt x="100" y="9307"/>
                      <a:pt x="0" y="9341"/>
                    </a:cubicBezTo>
                    <a:lnTo>
                      <a:pt x="200" y="9674"/>
                    </a:lnTo>
                    <a:lnTo>
                      <a:pt x="267" y="9608"/>
                    </a:lnTo>
                    <a:cubicBezTo>
                      <a:pt x="1401" y="8940"/>
                      <a:pt x="2869" y="8440"/>
                      <a:pt x="4504" y="8107"/>
                    </a:cubicBezTo>
                    <a:cubicBezTo>
                      <a:pt x="5337" y="7940"/>
                      <a:pt x="6238" y="7840"/>
                      <a:pt x="7205" y="7773"/>
                    </a:cubicBezTo>
                    <a:cubicBezTo>
                      <a:pt x="7773" y="7773"/>
                      <a:pt x="8240" y="7273"/>
                      <a:pt x="8240" y="6706"/>
                    </a:cubicBezTo>
                    <a:lnTo>
                      <a:pt x="8240" y="201"/>
                    </a:lnTo>
                    <a:lnTo>
                      <a:pt x="824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42"/>
              <p:cNvSpPr/>
              <p:nvPr/>
            </p:nvSpPr>
            <p:spPr>
              <a:xfrm>
                <a:off x="6419750" y="776825"/>
                <a:ext cx="206000" cy="241875"/>
              </a:xfrm>
              <a:custGeom>
                <a:avLst/>
                <a:gdLst/>
                <a:ahLst/>
                <a:cxnLst/>
                <a:rect l="l" t="t" r="r" b="b"/>
                <a:pathLst>
                  <a:path w="8240" h="9675" extrusionOk="0">
                    <a:moveTo>
                      <a:pt x="1" y="1"/>
                    </a:moveTo>
                    <a:lnTo>
                      <a:pt x="1" y="201"/>
                    </a:lnTo>
                    <a:lnTo>
                      <a:pt x="1" y="6706"/>
                    </a:lnTo>
                    <a:cubicBezTo>
                      <a:pt x="1" y="7273"/>
                      <a:pt x="434" y="7773"/>
                      <a:pt x="1035" y="7773"/>
                    </a:cubicBezTo>
                    <a:cubicBezTo>
                      <a:pt x="1969" y="7840"/>
                      <a:pt x="2903" y="7940"/>
                      <a:pt x="3737" y="8140"/>
                    </a:cubicBezTo>
                    <a:cubicBezTo>
                      <a:pt x="5371" y="8440"/>
                      <a:pt x="6806" y="8974"/>
                      <a:pt x="7973" y="9608"/>
                    </a:cubicBezTo>
                    <a:lnTo>
                      <a:pt x="8040" y="9674"/>
                    </a:lnTo>
                    <a:lnTo>
                      <a:pt x="8240" y="9374"/>
                    </a:lnTo>
                    <a:cubicBezTo>
                      <a:pt x="8140" y="9307"/>
                      <a:pt x="8040" y="9274"/>
                      <a:pt x="7973" y="9207"/>
                    </a:cubicBezTo>
                    <a:cubicBezTo>
                      <a:pt x="6806" y="8574"/>
                      <a:pt x="5405" y="8073"/>
                      <a:pt x="3803" y="7773"/>
                    </a:cubicBezTo>
                    <a:cubicBezTo>
                      <a:pt x="3503" y="7706"/>
                      <a:pt x="3136" y="7640"/>
                      <a:pt x="2803" y="7606"/>
                    </a:cubicBezTo>
                    <a:cubicBezTo>
                      <a:pt x="2803" y="7640"/>
                      <a:pt x="2803" y="7673"/>
                      <a:pt x="2803" y="7706"/>
                    </a:cubicBezTo>
                    <a:lnTo>
                      <a:pt x="2636" y="7740"/>
                    </a:lnTo>
                    <a:cubicBezTo>
                      <a:pt x="2636" y="7673"/>
                      <a:pt x="2603" y="7640"/>
                      <a:pt x="2603" y="7573"/>
                    </a:cubicBezTo>
                    <a:cubicBezTo>
                      <a:pt x="2102" y="7506"/>
                      <a:pt x="1569" y="7439"/>
                      <a:pt x="1035" y="7439"/>
                    </a:cubicBezTo>
                    <a:cubicBezTo>
                      <a:pt x="668" y="7406"/>
                      <a:pt x="368" y="7072"/>
                      <a:pt x="368" y="6706"/>
                    </a:cubicBezTo>
                    <a:lnTo>
                      <a:pt x="368" y="5271"/>
                    </a:lnTo>
                    <a:cubicBezTo>
                      <a:pt x="334" y="5271"/>
                      <a:pt x="268" y="5271"/>
                      <a:pt x="234" y="5238"/>
                    </a:cubicBezTo>
                    <a:lnTo>
                      <a:pt x="268" y="5071"/>
                    </a:lnTo>
                    <a:cubicBezTo>
                      <a:pt x="301" y="5071"/>
                      <a:pt x="334" y="5071"/>
                      <a:pt x="368" y="5104"/>
                    </a:cubicBezTo>
                    <a:lnTo>
                      <a:pt x="368" y="201"/>
                    </a:lnTo>
                    <a:lnTo>
                      <a:pt x="3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42"/>
              <p:cNvSpPr/>
              <p:nvPr/>
            </p:nvSpPr>
            <p:spPr>
              <a:xfrm>
                <a:off x="6267150" y="1212975"/>
                <a:ext cx="458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836" extrusionOk="0">
                    <a:moveTo>
                      <a:pt x="934" y="1"/>
                    </a:moveTo>
                    <a:lnTo>
                      <a:pt x="167" y="734"/>
                    </a:lnTo>
                    <a:cubicBezTo>
                      <a:pt x="67" y="868"/>
                      <a:pt x="0" y="1035"/>
                      <a:pt x="0" y="1201"/>
                    </a:cubicBezTo>
                    <a:cubicBezTo>
                      <a:pt x="0" y="1368"/>
                      <a:pt x="67" y="1535"/>
                      <a:pt x="167" y="1635"/>
                    </a:cubicBezTo>
                    <a:cubicBezTo>
                      <a:pt x="301" y="1769"/>
                      <a:pt x="467" y="1835"/>
                      <a:pt x="634" y="1835"/>
                    </a:cubicBezTo>
                    <a:cubicBezTo>
                      <a:pt x="801" y="1835"/>
                      <a:pt x="934" y="1769"/>
                      <a:pt x="1068" y="1635"/>
                    </a:cubicBezTo>
                    <a:lnTo>
                      <a:pt x="1835" y="868"/>
                    </a:lnTo>
                    <a:cubicBezTo>
                      <a:pt x="1735" y="801"/>
                      <a:pt x="1668" y="701"/>
                      <a:pt x="1568" y="634"/>
                    </a:cubicBezTo>
                    <a:lnTo>
                      <a:pt x="801" y="1368"/>
                    </a:lnTo>
                    <a:cubicBezTo>
                      <a:pt x="751" y="1418"/>
                      <a:pt x="684" y="1443"/>
                      <a:pt x="617" y="1443"/>
                    </a:cubicBezTo>
                    <a:cubicBezTo>
                      <a:pt x="551" y="1443"/>
                      <a:pt x="484" y="1418"/>
                      <a:pt x="434" y="1368"/>
                    </a:cubicBezTo>
                    <a:cubicBezTo>
                      <a:pt x="401" y="1335"/>
                      <a:pt x="367" y="1268"/>
                      <a:pt x="367" y="1201"/>
                    </a:cubicBezTo>
                    <a:cubicBezTo>
                      <a:pt x="367" y="1135"/>
                      <a:pt x="401" y="1068"/>
                      <a:pt x="434" y="1001"/>
                    </a:cubicBezTo>
                    <a:lnTo>
                      <a:pt x="1168" y="267"/>
                    </a:lnTo>
                    <a:cubicBezTo>
                      <a:pt x="1101" y="167"/>
                      <a:pt x="1001" y="101"/>
                      <a:pt x="9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42"/>
              <p:cNvSpPr/>
              <p:nvPr/>
            </p:nvSpPr>
            <p:spPr>
              <a:xfrm>
                <a:off x="6518150" y="1212975"/>
                <a:ext cx="4672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1836" extrusionOk="0">
                    <a:moveTo>
                      <a:pt x="935" y="1"/>
                    </a:moveTo>
                    <a:cubicBezTo>
                      <a:pt x="835" y="101"/>
                      <a:pt x="768" y="201"/>
                      <a:pt x="668" y="267"/>
                    </a:cubicBezTo>
                    <a:lnTo>
                      <a:pt x="1435" y="1035"/>
                    </a:lnTo>
                    <a:cubicBezTo>
                      <a:pt x="1469" y="1068"/>
                      <a:pt x="1502" y="1135"/>
                      <a:pt x="1502" y="1201"/>
                    </a:cubicBezTo>
                    <a:cubicBezTo>
                      <a:pt x="1502" y="1268"/>
                      <a:pt x="1469" y="1335"/>
                      <a:pt x="1435" y="1402"/>
                    </a:cubicBezTo>
                    <a:cubicBezTo>
                      <a:pt x="1369" y="1435"/>
                      <a:pt x="1302" y="1468"/>
                      <a:pt x="1235" y="1468"/>
                    </a:cubicBezTo>
                    <a:cubicBezTo>
                      <a:pt x="1168" y="1468"/>
                      <a:pt x="1102" y="1435"/>
                      <a:pt x="1035" y="1402"/>
                    </a:cubicBezTo>
                    <a:lnTo>
                      <a:pt x="301" y="634"/>
                    </a:lnTo>
                    <a:cubicBezTo>
                      <a:pt x="201" y="734"/>
                      <a:pt x="101" y="801"/>
                      <a:pt x="1" y="868"/>
                    </a:cubicBezTo>
                    <a:lnTo>
                      <a:pt x="801" y="1668"/>
                    </a:lnTo>
                    <a:cubicBezTo>
                      <a:pt x="902" y="1769"/>
                      <a:pt x="1068" y="1835"/>
                      <a:pt x="1235" y="1835"/>
                    </a:cubicBezTo>
                    <a:cubicBezTo>
                      <a:pt x="1402" y="1835"/>
                      <a:pt x="1569" y="1769"/>
                      <a:pt x="1669" y="1635"/>
                    </a:cubicBezTo>
                    <a:cubicBezTo>
                      <a:pt x="1802" y="1535"/>
                      <a:pt x="1869" y="1368"/>
                      <a:pt x="1869" y="1201"/>
                    </a:cubicBezTo>
                    <a:cubicBezTo>
                      <a:pt x="1869" y="1035"/>
                      <a:pt x="1802" y="868"/>
                      <a:pt x="1669" y="768"/>
                    </a:cubicBez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42"/>
              <p:cNvSpPr/>
              <p:nvPr/>
            </p:nvSpPr>
            <p:spPr>
              <a:xfrm>
                <a:off x="6252975" y="1011175"/>
                <a:ext cx="325250" cy="70900"/>
              </a:xfrm>
              <a:custGeom>
                <a:avLst/>
                <a:gdLst/>
                <a:ahLst/>
                <a:cxnLst/>
                <a:rect l="l" t="t" r="r" b="b"/>
                <a:pathLst>
                  <a:path w="13010" h="2836" extrusionOk="0">
                    <a:moveTo>
                      <a:pt x="3336" y="0"/>
                    </a:moveTo>
                    <a:cubicBezTo>
                      <a:pt x="2269" y="0"/>
                      <a:pt x="1301" y="500"/>
                      <a:pt x="701" y="1301"/>
                    </a:cubicBezTo>
                    <a:lnTo>
                      <a:pt x="634" y="1368"/>
                    </a:lnTo>
                    <a:cubicBezTo>
                      <a:pt x="334" y="1801"/>
                      <a:pt x="100" y="2302"/>
                      <a:pt x="0" y="2835"/>
                    </a:cubicBezTo>
                    <a:lnTo>
                      <a:pt x="367" y="2835"/>
                    </a:lnTo>
                    <a:cubicBezTo>
                      <a:pt x="634" y="1434"/>
                      <a:pt x="1868" y="367"/>
                      <a:pt x="3336" y="367"/>
                    </a:cubicBezTo>
                    <a:lnTo>
                      <a:pt x="9674" y="367"/>
                    </a:lnTo>
                    <a:cubicBezTo>
                      <a:pt x="11142" y="367"/>
                      <a:pt x="12409" y="1434"/>
                      <a:pt x="12643" y="2835"/>
                    </a:cubicBezTo>
                    <a:lnTo>
                      <a:pt x="13010" y="2835"/>
                    </a:lnTo>
                    <a:cubicBezTo>
                      <a:pt x="12910" y="2302"/>
                      <a:pt x="12709" y="1801"/>
                      <a:pt x="12376" y="1368"/>
                    </a:cubicBezTo>
                    <a:lnTo>
                      <a:pt x="12342" y="1301"/>
                    </a:lnTo>
                    <a:cubicBezTo>
                      <a:pt x="11709" y="500"/>
                      <a:pt x="10741" y="0"/>
                      <a:pt x="96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42"/>
              <p:cNvSpPr/>
              <p:nvPr/>
            </p:nvSpPr>
            <p:spPr>
              <a:xfrm>
                <a:off x="6261300" y="1163775"/>
                <a:ext cx="308575" cy="102600"/>
              </a:xfrm>
              <a:custGeom>
                <a:avLst/>
                <a:gdLst/>
                <a:ahLst/>
                <a:cxnLst/>
                <a:rect l="l" t="t" r="r" b="b"/>
                <a:pathLst>
                  <a:path w="12343" h="4104" extrusionOk="0">
                    <a:moveTo>
                      <a:pt x="401" y="1"/>
                    </a:moveTo>
                    <a:lnTo>
                      <a:pt x="1" y="34"/>
                    </a:lnTo>
                    <a:cubicBezTo>
                      <a:pt x="268" y="734"/>
                      <a:pt x="668" y="1402"/>
                      <a:pt x="1168" y="1969"/>
                    </a:cubicBezTo>
                    <a:cubicBezTo>
                      <a:pt x="1235" y="2069"/>
                      <a:pt x="1302" y="2169"/>
                      <a:pt x="1402" y="2235"/>
                    </a:cubicBezTo>
                    <a:cubicBezTo>
                      <a:pt x="1535" y="2369"/>
                      <a:pt x="1669" y="2502"/>
                      <a:pt x="1802" y="2602"/>
                    </a:cubicBezTo>
                    <a:cubicBezTo>
                      <a:pt x="1869" y="2669"/>
                      <a:pt x="1969" y="2769"/>
                      <a:pt x="2069" y="2836"/>
                    </a:cubicBezTo>
                    <a:cubicBezTo>
                      <a:pt x="3103" y="3636"/>
                      <a:pt x="4404" y="4103"/>
                      <a:pt x="5838" y="4103"/>
                    </a:cubicBezTo>
                    <a:lnTo>
                      <a:pt x="6506" y="4103"/>
                    </a:lnTo>
                    <a:cubicBezTo>
                      <a:pt x="7940" y="4103"/>
                      <a:pt x="9207" y="3636"/>
                      <a:pt x="10275" y="2836"/>
                    </a:cubicBezTo>
                    <a:cubicBezTo>
                      <a:pt x="10375" y="2769"/>
                      <a:pt x="10442" y="2669"/>
                      <a:pt x="10542" y="2602"/>
                    </a:cubicBezTo>
                    <a:cubicBezTo>
                      <a:pt x="10675" y="2502"/>
                      <a:pt x="10809" y="2369"/>
                      <a:pt x="10942" y="2235"/>
                    </a:cubicBezTo>
                    <a:cubicBezTo>
                      <a:pt x="11009" y="2169"/>
                      <a:pt x="11109" y="2069"/>
                      <a:pt x="11176" y="1969"/>
                    </a:cubicBezTo>
                    <a:cubicBezTo>
                      <a:pt x="11676" y="1402"/>
                      <a:pt x="12076" y="734"/>
                      <a:pt x="12343" y="34"/>
                    </a:cubicBezTo>
                    <a:lnTo>
                      <a:pt x="11943" y="1"/>
                    </a:lnTo>
                    <a:cubicBezTo>
                      <a:pt x="11109" y="2202"/>
                      <a:pt x="9007" y="3737"/>
                      <a:pt x="6539" y="3737"/>
                    </a:cubicBezTo>
                    <a:lnTo>
                      <a:pt x="6239" y="3737"/>
                    </a:lnTo>
                    <a:lnTo>
                      <a:pt x="6239" y="3903"/>
                    </a:lnTo>
                    <a:lnTo>
                      <a:pt x="6139" y="3903"/>
                    </a:lnTo>
                    <a:lnTo>
                      <a:pt x="6139" y="3737"/>
                    </a:lnTo>
                    <a:lnTo>
                      <a:pt x="5838" y="3737"/>
                    </a:lnTo>
                    <a:cubicBezTo>
                      <a:pt x="3337" y="3737"/>
                      <a:pt x="1235" y="2202"/>
                      <a:pt x="4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42"/>
              <p:cNvSpPr/>
              <p:nvPr/>
            </p:nvSpPr>
            <p:spPr>
              <a:xfrm>
                <a:off x="6300500" y="1037850"/>
                <a:ext cx="231025" cy="48400"/>
              </a:xfrm>
              <a:custGeom>
                <a:avLst/>
                <a:gdLst/>
                <a:ahLst/>
                <a:cxnLst/>
                <a:rect l="l" t="t" r="r" b="b"/>
                <a:pathLst>
                  <a:path w="9241" h="1936" extrusionOk="0">
                    <a:moveTo>
                      <a:pt x="2102" y="1"/>
                    </a:moveTo>
                    <a:cubicBezTo>
                      <a:pt x="1001" y="1"/>
                      <a:pt x="134" y="834"/>
                      <a:pt x="1" y="1869"/>
                    </a:cubicBezTo>
                    <a:cubicBezTo>
                      <a:pt x="34" y="1902"/>
                      <a:pt x="101" y="1902"/>
                      <a:pt x="167" y="1935"/>
                    </a:cubicBezTo>
                    <a:cubicBezTo>
                      <a:pt x="268" y="968"/>
                      <a:pt x="1101" y="201"/>
                      <a:pt x="2102" y="201"/>
                    </a:cubicBezTo>
                    <a:lnTo>
                      <a:pt x="7106" y="201"/>
                    </a:lnTo>
                    <a:cubicBezTo>
                      <a:pt x="8140" y="201"/>
                      <a:pt x="8940" y="968"/>
                      <a:pt x="9040" y="1935"/>
                    </a:cubicBezTo>
                    <a:cubicBezTo>
                      <a:pt x="9107" y="1902"/>
                      <a:pt x="9174" y="1902"/>
                      <a:pt x="9241" y="1869"/>
                    </a:cubicBezTo>
                    <a:cubicBezTo>
                      <a:pt x="9107" y="834"/>
                      <a:pt x="8207" y="1"/>
                      <a:pt x="7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42"/>
              <p:cNvSpPr/>
              <p:nvPr/>
            </p:nvSpPr>
            <p:spPr>
              <a:xfrm>
                <a:off x="6308850" y="1156275"/>
                <a:ext cx="213500" cy="50050"/>
              </a:xfrm>
              <a:custGeom>
                <a:avLst/>
                <a:gdLst/>
                <a:ahLst/>
                <a:cxnLst/>
                <a:rect l="l" t="t" r="r" b="b"/>
                <a:pathLst>
                  <a:path w="8540" h="2002" extrusionOk="0">
                    <a:moveTo>
                      <a:pt x="167" y="0"/>
                    </a:moveTo>
                    <a:cubicBezTo>
                      <a:pt x="134" y="34"/>
                      <a:pt x="67" y="67"/>
                      <a:pt x="0" y="100"/>
                    </a:cubicBezTo>
                    <a:cubicBezTo>
                      <a:pt x="567" y="1235"/>
                      <a:pt x="1768" y="2002"/>
                      <a:pt x="3136" y="2002"/>
                    </a:cubicBezTo>
                    <a:lnTo>
                      <a:pt x="4237" y="2002"/>
                    </a:lnTo>
                    <a:lnTo>
                      <a:pt x="4237" y="1902"/>
                    </a:lnTo>
                    <a:lnTo>
                      <a:pt x="4337" y="1902"/>
                    </a:lnTo>
                    <a:lnTo>
                      <a:pt x="4337" y="2002"/>
                    </a:lnTo>
                    <a:lnTo>
                      <a:pt x="5437" y="2002"/>
                    </a:lnTo>
                    <a:cubicBezTo>
                      <a:pt x="6805" y="2002"/>
                      <a:pt x="7973" y="1235"/>
                      <a:pt x="8540" y="100"/>
                    </a:cubicBezTo>
                    <a:cubicBezTo>
                      <a:pt x="8506" y="67"/>
                      <a:pt x="8440" y="34"/>
                      <a:pt x="8406" y="0"/>
                    </a:cubicBezTo>
                    <a:cubicBezTo>
                      <a:pt x="7839" y="1068"/>
                      <a:pt x="6738" y="1835"/>
                      <a:pt x="5437" y="1835"/>
                    </a:cubicBezTo>
                    <a:lnTo>
                      <a:pt x="3136" y="1835"/>
                    </a:lnTo>
                    <a:cubicBezTo>
                      <a:pt x="1835" y="1835"/>
                      <a:pt x="701" y="1068"/>
                      <a:pt x="1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42"/>
              <p:cNvSpPr/>
              <p:nvPr/>
            </p:nvSpPr>
            <p:spPr>
              <a:xfrm>
                <a:off x="6386400" y="419900"/>
                <a:ext cx="58400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2303" extrusionOk="0">
                    <a:moveTo>
                      <a:pt x="1168" y="368"/>
                    </a:moveTo>
                    <a:cubicBezTo>
                      <a:pt x="1602" y="368"/>
                      <a:pt x="1969" y="735"/>
                      <a:pt x="1969" y="1168"/>
                    </a:cubicBezTo>
                    <a:cubicBezTo>
                      <a:pt x="1969" y="1602"/>
                      <a:pt x="1602" y="1936"/>
                      <a:pt x="1168" y="1936"/>
                    </a:cubicBezTo>
                    <a:cubicBezTo>
                      <a:pt x="734" y="1936"/>
                      <a:pt x="367" y="1602"/>
                      <a:pt x="367" y="1168"/>
                    </a:cubicBezTo>
                    <a:cubicBezTo>
                      <a:pt x="367" y="735"/>
                      <a:pt x="734" y="368"/>
                      <a:pt x="1168" y="368"/>
                    </a:cubicBezTo>
                    <a:close/>
                    <a:moveTo>
                      <a:pt x="1168" y="1"/>
                    </a:moveTo>
                    <a:cubicBezTo>
                      <a:pt x="534" y="1"/>
                      <a:pt x="0" y="535"/>
                      <a:pt x="0" y="1168"/>
                    </a:cubicBezTo>
                    <a:cubicBezTo>
                      <a:pt x="0" y="1635"/>
                      <a:pt x="301" y="2036"/>
                      <a:pt x="734" y="2236"/>
                    </a:cubicBezTo>
                    <a:cubicBezTo>
                      <a:pt x="834" y="2269"/>
                      <a:pt x="968" y="2303"/>
                      <a:pt x="1101" y="2303"/>
                    </a:cubicBezTo>
                    <a:lnTo>
                      <a:pt x="1168" y="2303"/>
                    </a:lnTo>
                    <a:lnTo>
                      <a:pt x="1168" y="2169"/>
                    </a:lnTo>
                    <a:lnTo>
                      <a:pt x="1235" y="2169"/>
                    </a:lnTo>
                    <a:lnTo>
                      <a:pt x="1235" y="2303"/>
                    </a:lnTo>
                    <a:lnTo>
                      <a:pt x="1268" y="2303"/>
                    </a:lnTo>
                    <a:cubicBezTo>
                      <a:pt x="1368" y="2303"/>
                      <a:pt x="1502" y="2269"/>
                      <a:pt x="1602" y="2236"/>
                    </a:cubicBezTo>
                    <a:cubicBezTo>
                      <a:pt x="2035" y="2036"/>
                      <a:pt x="2335" y="1635"/>
                      <a:pt x="2335" y="1168"/>
                    </a:cubicBezTo>
                    <a:cubicBezTo>
                      <a:pt x="2335" y="535"/>
                      <a:pt x="1802" y="1"/>
                      <a:pt x="11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42"/>
              <p:cNvSpPr/>
              <p:nvPr/>
            </p:nvSpPr>
            <p:spPr>
              <a:xfrm>
                <a:off x="6484800" y="1104575"/>
                <a:ext cx="21700" cy="9200"/>
              </a:xfrm>
              <a:custGeom>
                <a:avLst/>
                <a:gdLst/>
                <a:ahLst/>
                <a:cxnLst/>
                <a:rect l="l" t="t" r="r" b="b"/>
                <a:pathLst>
                  <a:path w="868" h="368" extrusionOk="0">
                    <a:moveTo>
                      <a:pt x="1" y="0"/>
                    </a:moveTo>
                    <a:cubicBezTo>
                      <a:pt x="34" y="100"/>
                      <a:pt x="67" y="234"/>
                      <a:pt x="101" y="367"/>
                    </a:cubicBezTo>
                    <a:lnTo>
                      <a:pt x="734" y="367"/>
                    </a:lnTo>
                    <a:cubicBezTo>
                      <a:pt x="768" y="234"/>
                      <a:pt x="801" y="100"/>
                      <a:pt x="8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42"/>
              <p:cNvSpPr/>
              <p:nvPr/>
            </p:nvSpPr>
            <p:spPr>
              <a:xfrm>
                <a:off x="6486475" y="1126250"/>
                <a:ext cx="16700" cy="92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68" extrusionOk="0">
                    <a:moveTo>
                      <a:pt x="34" y="0"/>
                    </a:moveTo>
                    <a:cubicBezTo>
                      <a:pt x="34" y="134"/>
                      <a:pt x="34" y="267"/>
                      <a:pt x="0" y="367"/>
                    </a:cubicBezTo>
                    <a:lnTo>
                      <a:pt x="667" y="367"/>
                    </a:lnTo>
                    <a:cubicBezTo>
                      <a:pt x="634" y="267"/>
                      <a:pt x="634" y="134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42"/>
              <p:cNvSpPr/>
              <p:nvPr/>
            </p:nvSpPr>
            <p:spPr>
              <a:xfrm>
                <a:off x="6328025" y="1126250"/>
                <a:ext cx="16700" cy="92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68" extrusionOk="0">
                    <a:moveTo>
                      <a:pt x="67" y="0"/>
                    </a:moveTo>
                    <a:cubicBezTo>
                      <a:pt x="67" y="134"/>
                      <a:pt x="34" y="267"/>
                      <a:pt x="0" y="367"/>
                    </a:cubicBezTo>
                    <a:lnTo>
                      <a:pt x="668" y="367"/>
                    </a:lnTo>
                    <a:cubicBezTo>
                      <a:pt x="668" y="267"/>
                      <a:pt x="634" y="134"/>
                      <a:pt x="6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42"/>
              <p:cNvSpPr/>
              <p:nvPr/>
            </p:nvSpPr>
            <p:spPr>
              <a:xfrm>
                <a:off x="6325525" y="1104575"/>
                <a:ext cx="20875" cy="92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368" extrusionOk="0">
                    <a:moveTo>
                      <a:pt x="0" y="0"/>
                    </a:moveTo>
                    <a:cubicBezTo>
                      <a:pt x="34" y="100"/>
                      <a:pt x="100" y="234"/>
                      <a:pt x="134" y="367"/>
                    </a:cubicBezTo>
                    <a:lnTo>
                      <a:pt x="768" y="367"/>
                    </a:lnTo>
                    <a:cubicBezTo>
                      <a:pt x="768" y="234"/>
                      <a:pt x="801" y="100"/>
                      <a:pt x="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42"/>
              <p:cNvSpPr/>
              <p:nvPr/>
            </p:nvSpPr>
            <p:spPr>
              <a:xfrm>
                <a:off x="6343875" y="1051200"/>
                <a:ext cx="143450" cy="144300"/>
              </a:xfrm>
              <a:custGeom>
                <a:avLst/>
                <a:gdLst/>
                <a:ahLst/>
                <a:cxnLst/>
                <a:rect l="l" t="t" r="r" b="b"/>
                <a:pathLst>
                  <a:path w="5738" h="5772" extrusionOk="0">
                    <a:moveTo>
                      <a:pt x="2869" y="367"/>
                    </a:moveTo>
                    <a:cubicBezTo>
                      <a:pt x="4270" y="367"/>
                      <a:pt x="5404" y="1501"/>
                      <a:pt x="5404" y="2902"/>
                    </a:cubicBezTo>
                    <a:cubicBezTo>
                      <a:pt x="5404" y="3570"/>
                      <a:pt x="5104" y="4170"/>
                      <a:pt x="4670" y="4637"/>
                    </a:cubicBezTo>
                    <a:lnTo>
                      <a:pt x="4804" y="4737"/>
                    </a:lnTo>
                    <a:lnTo>
                      <a:pt x="4737" y="4804"/>
                    </a:lnTo>
                    <a:lnTo>
                      <a:pt x="4637" y="4704"/>
                    </a:lnTo>
                    <a:cubicBezTo>
                      <a:pt x="4170" y="5137"/>
                      <a:pt x="3569" y="5404"/>
                      <a:pt x="2869" y="5404"/>
                    </a:cubicBezTo>
                    <a:cubicBezTo>
                      <a:pt x="2202" y="5404"/>
                      <a:pt x="1601" y="5137"/>
                      <a:pt x="1134" y="4704"/>
                    </a:cubicBezTo>
                    <a:lnTo>
                      <a:pt x="1034" y="4804"/>
                    </a:lnTo>
                    <a:lnTo>
                      <a:pt x="968" y="4737"/>
                    </a:lnTo>
                    <a:lnTo>
                      <a:pt x="1068" y="4637"/>
                    </a:lnTo>
                    <a:cubicBezTo>
                      <a:pt x="634" y="4170"/>
                      <a:pt x="367" y="3570"/>
                      <a:pt x="367" y="2869"/>
                    </a:cubicBezTo>
                    <a:cubicBezTo>
                      <a:pt x="367" y="1501"/>
                      <a:pt x="1501" y="367"/>
                      <a:pt x="2869" y="367"/>
                    </a:cubicBezTo>
                    <a:close/>
                    <a:moveTo>
                      <a:pt x="2869" y="0"/>
                    </a:moveTo>
                    <a:cubicBezTo>
                      <a:pt x="1568" y="0"/>
                      <a:pt x="434" y="901"/>
                      <a:pt x="100" y="2135"/>
                    </a:cubicBezTo>
                    <a:cubicBezTo>
                      <a:pt x="67" y="2235"/>
                      <a:pt x="34" y="2369"/>
                      <a:pt x="34" y="2502"/>
                    </a:cubicBezTo>
                    <a:cubicBezTo>
                      <a:pt x="0" y="2602"/>
                      <a:pt x="0" y="2736"/>
                      <a:pt x="0" y="2869"/>
                    </a:cubicBezTo>
                    <a:cubicBezTo>
                      <a:pt x="0" y="2936"/>
                      <a:pt x="0" y="2969"/>
                      <a:pt x="0" y="3002"/>
                    </a:cubicBezTo>
                    <a:cubicBezTo>
                      <a:pt x="0" y="3136"/>
                      <a:pt x="34" y="3269"/>
                      <a:pt x="34" y="3369"/>
                    </a:cubicBezTo>
                    <a:cubicBezTo>
                      <a:pt x="267" y="4737"/>
                      <a:pt x="1468" y="5771"/>
                      <a:pt x="2869" y="5771"/>
                    </a:cubicBezTo>
                    <a:cubicBezTo>
                      <a:pt x="4303" y="5771"/>
                      <a:pt x="5471" y="4737"/>
                      <a:pt x="5704" y="3369"/>
                    </a:cubicBezTo>
                    <a:cubicBezTo>
                      <a:pt x="5738" y="3236"/>
                      <a:pt x="5738" y="3136"/>
                      <a:pt x="5738" y="3002"/>
                    </a:cubicBezTo>
                    <a:cubicBezTo>
                      <a:pt x="5738" y="2969"/>
                      <a:pt x="5738" y="2936"/>
                      <a:pt x="5738" y="2869"/>
                    </a:cubicBezTo>
                    <a:cubicBezTo>
                      <a:pt x="5738" y="2736"/>
                      <a:pt x="5738" y="2602"/>
                      <a:pt x="5704" y="2502"/>
                    </a:cubicBezTo>
                    <a:cubicBezTo>
                      <a:pt x="5704" y="2369"/>
                      <a:pt x="5671" y="2235"/>
                      <a:pt x="5638" y="2135"/>
                    </a:cubicBezTo>
                    <a:cubicBezTo>
                      <a:pt x="5304" y="901"/>
                      <a:pt x="4203" y="0"/>
                      <a:pt x="28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42"/>
              <p:cNvSpPr/>
              <p:nvPr/>
            </p:nvSpPr>
            <p:spPr>
              <a:xfrm>
                <a:off x="5876025" y="1070375"/>
                <a:ext cx="453700" cy="105925"/>
              </a:xfrm>
              <a:custGeom>
                <a:avLst/>
                <a:gdLst/>
                <a:ahLst/>
                <a:cxnLst/>
                <a:rect l="l" t="t" r="r" b="b"/>
                <a:pathLst>
                  <a:path w="18148" h="4237" extrusionOk="0">
                    <a:moveTo>
                      <a:pt x="5505" y="367"/>
                    </a:moveTo>
                    <a:lnTo>
                      <a:pt x="5505" y="467"/>
                    </a:lnTo>
                    <a:lnTo>
                      <a:pt x="16613" y="901"/>
                    </a:lnTo>
                    <a:cubicBezTo>
                      <a:pt x="17247" y="901"/>
                      <a:pt x="17747" y="1402"/>
                      <a:pt x="17780" y="2035"/>
                    </a:cubicBezTo>
                    <a:lnTo>
                      <a:pt x="17947" y="2035"/>
                    </a:lnTo>
                    <a:lnTo>
                      <a:pt x="17947" y="2202"/>
                    </a:lnTo>
                    <a:lnTo>
                      <a:pt x="17780" y="2202"/>
                    </a:lnTo>
                    <a:cubicBezTo>
                      <a:pt x="17747" y="2836"/>
                      <a:pt x="17247" y="3336"/>
                      <a:pt x="16613" y="3370"/>
                    </a:cubicBezTo>
                    <a:lnTo>
                      <a:pt x="2303" y="3903"/>
                    </a:lnTo>
                    <a:lnTo>
                      <a:pt x="2236" y="3903"/>
                    </a:lnTo>
                    <a:cubicBezTo>
                      <a:pt x="1936" y="3903"/>
                      <a:pt x="1635" y="3803"/>
                      <a:pt x="1369" y="3670"/>
                    </a:cubicBezTo>
                    <a:lnTo>
                      <a:pt x="902" y="3703"/>
                    </a:lnTo>
                    <a:lnTo>
                      <a:pt x="902" y="3503"/>
                    </a:lnTo>
                    <a:lnTo>
                      <a:pt x="1102" y="3503"/>
                    </a:lnTo>
                    <a:lnTo>
                      <a:pt x="1068" y="3470"/>
                    </a:lnTo>
                    <a:cubicBezTo>
                      <a:pt x="601" y="3103"/>
                      <a:pt x="368" y="2602"/>
                      <a:pt x="401" y="2035"/>
                    </a:cubicBezTo>
                    <a:cubicBezTo>
                      <a:pt x="401" y="1468"/>
                      <a:pt x="701" y="968"/>
                      <a:pt x="1168" y="668"/>
                    </a:cubicBezTo>
                    <a:cubicBezTo>
                      <a:pt x="1435" y="467"/>
                      <a:pt x="1769" y="367"/>
                      <a:pt x="2136" y="367"/>
                    </a:cubicBezTo>
                    <a:lnTo>
                      <a:pt x="5305" y="467"/>
                    </a:lnTo>
                    <a:lnTo>
                      <a:pt x="5305" y="367"/>
                    </a:lnTo>
                    <a:close/>
                    <a:moveTo>
                      <a:pt x="2136" y="0"/>
                    </a:moveTo>
                    <a:cubicBezTo>
                      <a:pt x="1735" y="0"/>
                      <a:pt x="1302" y="134"/>
                      <a:pt x="968" y="367"/>
                    </a:cubicBezTo>
                    <a:cubicBezTo>
                      <a:pt x="401" y="734"/>
                      <a:pt x="68" y="1335"/>
                      <a:pt x="34" y="2002"/>
                    </a:cubicBezTo>
                    <a:cubicBezTo>
                      <a:pt x="1" y="2702"/>
                      <a:pt x="301" y="3336"/>
                      <a:pt x="835" y="3737"/>
                    </a:cubicBezTo>
                    <a:lnTo>
                      <a:pt x="902" y="3803"/>
                    </a:lnTo>
                    <a:cubicBezTo>
                      <a:pt x="1302" y="4103"/>
                      <a:pt x="1769" y="4237"/>
                      <a:pt x="2236" y="4237"/>
                    </a:cubicBezTo>
                    <a:lnTo>
                      <a:pt x="9141" y="4003"/>
                    </a:lnTo>
                    <a:lnTo>
                      <a:pt x="9808" y="3970"/>
                    </a:lnTo>
                    <a:lnTo>
                      <a:pt x="10375" y="3937"/>
                    </a:lnTo>
                    <a:lnTo>
                      <a:pt x="10842" y="3937"/>
                    </a:lnTo>
                    <a:lnTo>
                      <a:pt x="11509" y="3903"/>
                    </a:lnTo>
                    <a:lnTo>
                      <a:pt x="13310" y="3837"/>
                    </a:lnTo>
                    <a:lnTo>
                      <a:pt x="13677" y="3837"/>
                    </a:lnTo>
                    <a:lnTo>
                      <a:pt x="15412" y="3770"/>
                    </a:lnTo>
                    <a:lnTo>
                      <a:pt x="15812" y="3737"/>
                    </a:lnTo>
                    <a:lnTo>
                      <a:pt x="16613" y="3703"/>
                    </a:lnTo>
                    <a:cubicBezTo>
                      <a:pt x="16880" y="3703"/>
                      <a:pt x="17113" y="3636"/>
                      <a:pt x="17313" y="3536"/>
                    </a:cubicBezTo>
                    <a:cubicBezTo>
                      <a:pt x="17380" y="3503"/>
                      <a:pt x="17413" y="3470"/>
                      <a:pt x="17480" y="3436"/>
                    </a:cubicBezTo>
                    <a:cubicBezTo>
                      <a:pt x="17747" y="3236"/>
                      <a:pt x="17980" y="2936"/>
                      <a:pt x="18080" y="2602"/>
                    </a:cubicBezTo>
                    <a:cubicBezTo>
                      <a:pt x="18114" y="2469"/>
                      <a:pt x="18147" y="2369"/>
                      <a:pt x="18147" y="2235"/>
                    </a:cubicBezTo>
                    <a:cubicBezTo>
                      <a:pt x="18147" y="2202"/>
                      <a:pt x="18147" y="2169"/>
                      <a:pt x="18147" y="2102"/>
                    </a:cubicBezTo>
                    <a:cubicBezTo>
                      <a:pt x="18147" y="1969"/>
                      <a:pt x="18147" y="1835"/>
                      <a:pt x="18114" y="1702"/>
                    </a:cubicBezTo>
                    <a:cubicBezTo>
                      <a:pt x="18080" y="1602"/>
                      <a:pt x="18014" y="1468"/>
                      <a:pt x="17947" y="1368"/>
                    </a:cubicBezTo>
                    <a:cubicBezTo>
                      <a:pt x="17780" y="1035"/>
                      <a:pt x="17480" y="768"/>
                      <a:pt x="17146" y="634"/>
                    </a:cubicBezTo>
                    <a:cubicBezTo>
                      <a:pt x="17080" y="601"/>
                      <a:pt x="17013" y="601"/>
                      <a:pt x="16980" y="568"/>
                    </a:cubicBezTo>
                    <a:cubicBezTo>
                      <a:pt x="16846" y="534"/>
                      <a:pt x="16746" y="534"/>
                      <a:pt x="16613" y="534"/>
                    </a:cubicBezTo>
                    <a:lnTo>
                      <a:pt x="15445" y="467"/>
                    </a:lnTo>
                    <a:lnTo>
                      <a:pt x="15078" y="467"/>
                    </a:lnTo>
                    <a:lnTo>
                      <a:pt x="13477" y="401"/>
                    </a:lnTo>
                    <a:lnTo>
                      <a:pt x="13110" y="401"/>
                    </a:lnTo>
                    <a:lnTo>
                      <a:pt x="4871" y="101"/>
                    </a:lnTo>
                    <a:lnTo>
                      <a:pt x="4070" y="67"/>
                    </a:lnTo>
                    <a:lnTo>
                      <a:pt x="3737" y="34"/>
                    </a:lnTo>
                    <a:lnTo>
                      <a:pt x="2936" y="34"/>
                    </a:lnTo>
                    <a:lnTo>
                      <a:pt x="22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42"/>
              <p:cNvSpPr/>
              <p:nvPr/>
            </p:nvSpPr>
            <p:spPr>
              <a:xfrm>
                <a:off x="6008625" y="1079550"/>
                <a:ext cx="316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12643" h="1836" extrusionOk="0">
                    <a:moveTo>
                      <a:pt x="1" y="0"/>
                    </a:moveTo>
                    <a:lnTo>
                      <a:pt x="1" y="100"/>
                    </a:lnTo>
                    <a:lnTo>
                      <a:pt x="1" y="1835"/>
                    </a:lnTo>
                    <a:lnTo>
                      <a:pt x="4204" y="1835"/>
                    </a:lnTo>
                    <a:lnTo>
                      <a:pt x="4204" y="1768"/>
                    </a:lnTo>
                    <a:lnTo>
                      <a:pt x="4370" y="1768"/>
                    </a:lnTo>
                    <a:lnTo>
                      <a:pt x="4370" y="1835"/>
                    </a:lnTo>
                    <a:lnTo>
                      <a:pt x="12643" y="1835"/>
                    </a:lnTo>
                    <a:lnTo>
                      <a:pt x="12643" y="1668"/>
                    </a:lnTo>
                    <a:lnTo>
                      <a:pt x="12476" y="1668"/>
                    </a:lnTo>
                    <a:lnTo>
                      <a:pt x="201" y="1635"/>
                    </a:lnTo>
                    <a:lnTo>
                      <a:pt x="201" y="100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42"/>
              <p:cNvSpPr/>
              <p:nvPr/>
            </p:nvSpPr>
            <p:spPr>
              <a:xfrm>
                <a:off x="5898550" y="1123750"/>
                <a:ext cx="219350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8774" h="1569" extrusionOk="0">
                    <a:moveTo>
                      <a:pt x="8607" y="0"/>
                    </a:moveTo>
                    <a:lnTo>
                      <a:pt x="8607" y="67"/>
                    </a:lnTo>
                    <a:lnTo>
                      <a:pt x="8607" y="1001"/>
                    </a:lnTo>
                    <a:lnTo>
                      <a:pt x="234" y="1368"/>
                    </a:lnTo>
                    <a:lnTo>
                      <a:pt x="1" y="1368"/>
                    </a:lnTo>
                    <a:lnTo>
                      <a:pt x="1" y="1568"/>
                    </a:lnTo>
                    <a:lnTo>
                      <a:pt x="468" y="1535"/>
                    </a:lnTo>
                    <a:lnTo>
                      <a:pt x="8773" y="1201"/>
                    </a:lnTo>
                    <a:lnTo>
                      <a:pt x="8773" y="67"/>
                    </a:lnTo>
                    <a:lnTo>
                      <a:pt x="87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2"/>
              <p:cNvSpPr/>
              <p:nvPr/>
            </p:nvSpPr>
            <p:spPr>
              <a:xfrm>
                <a:off x="6501475" y="1070375"/>
                <a:ext cx="453675" cy="10592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4237" extrusionOk="0">
                    <a:moveTo>
                      <a:pt x="16012" y="367"/>
                    </a:moveTo>
                    <a:cubicBezTo>
                      <a:pt x="16379" y="367"/>
                      <a:pt x="16713" y="467"/>
                      <a:pt x="17013" y="634"/>
                    </a:cubicBezTo>
                    <a:cubicBezTo>
                      <a:pt x="17480" y="968"/>
                      <a:pt x="17747" y="1468"/>
                      <a:pt x="17780" y="2035"/>
                    </a:cubicBezTo>
                    <a:cubicBezTo>
                      <a:pt x="17780" y="2569"/>
                      <a:pt x="17547" y="3103"/>
                      <a:pt x="17113" y="3436"/>
                    </a:cubicBezTo>
                    <a:lnTo>
                      <a:pt x="17046" y="3503"/>
                    </a:lnTo>
                    <a:lnTo>
                      <a:pt x="17213" y="3503"/>
                    </a:lnTo>
                    <a:lnTo>
                      <a:pt x="17213" y="3670"/>
                    </a:lnTo>
                    <a:lnTo>
                      <a:pt x="16779" y="3670"/>
                    </a:lnTo>
                    <a:cubicBezTo>
                      <a:pt x="16513" y="3803"/>
                      <a:pt x="16246" y="3870"/>
                      <a:pt x="15945" y="3870"/>
                    </a:cubicBezTo>
                    <a:lnTo>
                      <a:pt x="1535" y="3370"/>
                    </a:lnTo>
                    <a:cubicBezTo>
                      <a:pt x="901" y="3336"/>
                      <a:pt x="401" y="2836"/>
                      <a:pt x="368" y="2202"/>
                    </a:cubicBezTo>
                    <a:lnTo>
                      <a:pt x="168" y="2202"/>
                    </a:lnTo>
                    <a:lnTo>
                      <a:pt x="168" y="2035"/>
                    </a:lnTo>
                    <a:lnTo>
                      <a:pt x="368" y="2035"/>
                    </a:lnTo>
                    <a:cubicBezTo>
                      <a:pt x="401" y="1402"/>
                      <a:pt x="901" y="901"/>
                      <a:pt x="1535" y="901"/>
                    </a:cubicBezTo>
                    <a:lnTo>
                      <a:pt x="12610" y="467"/>
                    </a:lnTo>
                    <a:lnTo>
                      <a:pt x="12610" y="367"/>
                    </a:lnTo>
                    <a:lnTo>
                      <a:pt x="12810" y="367"/>
                    </a:lnTo>
                    <a:lnTo>
                      <a:pt x="12810" y="467"/>
                    </a:lnTo>
                    <a:lnTo>
                      <a:pt x="15945" y="367"/>
                    </a:lnTo>
                    <a:close/>
                    <a:moveTo>
                      <a:pt x="15912" y="0"/>
                    </a:moveTo>
                    <a:lnTo>
                      <a:pt x="15145" y="34"/>
                    </a:lnTo>
                    <a:lnTo>
                      <a:pt x="14378" y="34"/>
                    </a:lnTo>
                    <a:lnTo>
                      <a:pt x="13977" y="67"/>
                    </a:lnTo>
                    <a:lnTo>
                      <a:pt x="13210" y="101"/>
                    </a:lnTo>
                    <a:lnTo>
                      <a:pt x="5071" y="401"/>
                    </a:lnTo>
                    <a:lnTo>
                      <a:pt x="4704" y="401"/>
                    </a:lnTo>
                    <a:lnTo>
                      <a:pt x="3070" y="467"/>
                    </a:lnTo>
                    <a:lnTo>
                      <a:pt x="2703" y="467"/>
                    </a:lnTo>
                    <a:lnTo>
                      <a:pt x="1535" y="501"/>
                    </a:lnTo>
                    <a:cubicBezTo>
                      <a:pt x="1435" y="534"/>
                      <a:pt x="1302" y="534"/>
                      <a:pt x="1202" y="568"/>
                    </a:cubicBezTo>
                    <a:cubicBezTo>
                      <a:pt x="1135" y="601"/>
                      <a:pt x="1068" y="601"/>
                      <a:pt x="1001" y="634"/>
                    </a:cubicBezTo>
                    <a:cubicBezTo>
                      <a:pt x="668" y="768"/>
                      <a:pt x="368" y="1035"/>
                      <a:pt x="201" y="1335"/>
                    </a:cubicBezTo>
                    <a:cubicBezTo>
                      <a:pt x="134" y="1468"/>
                      <a:pt x="101" y="1568"/>
                      <a:pt x="67" y="1702"/>
                    </a:cubicBezTo>
                    <a:cubicBezTo>
                      <a:pt x="34" y="1835"/>
                      <a:pt x="1" y="1969"/>
                      <a:pt x="1" y="2102"/>
                    </a:cubicBezTo>
                    <a:cubicBezTo>
                      <a:pt x="1" y="2169"/>
                      <a:pt x="1" y="2202"/>
                      <a:pt x="1" y="2235"/>
                    </a:cubicBezTo>
                    <a:cubicBezTo>
                      <a:pt x="34" y="2369"/>
                      <a:pt x="34" y="2469"/>
                      <a:pt x="101" y="2602"/>
                    </a:cubicBezTo>
                    <a:cubicBezTo>
                      <a:pt x="201" y="2936"/>
                      <a:pt x="401" y="3236"/>
                      <a:pt x="701" y="3436"/>
                    </a:cubicBezTo>
                    <a:cubicBezTo>
                      <a:pt x="735" y="3470"/>
                      <a:pt x="801" y="3503"/>
                      <a:pt x="835" y="3503"/>
                    </a:cubicBezTo>
                    <a:cubicBezTo>
                      <a:pt x="1068" y="3636"/>
                      <a:pt x="1302" y="3703"/>
                      <a:pt x="1535" y="3703"/>
                    </a:cubicBezTo>
                    <a:lnTo>
                      <a:pt x="2369" y="3737"/>
                    </a:lnTo>
                    <a:lnTo>
                      <a:pt x="2736" y="3770"/>
                    </a:lnTo>
                    <a:lnTo>
                      <a:pt x="4471" y="3803"/>
                    </a:lnTo>
                    <a:lnTo>
                      <a:pt x="4838" y="3837"/>
                    </a:lnTo>
                    <a:lnTo>
                      <a:pt x="6572" y="3903"/>
                    </a:lnTo>
                    <a:lnTo>
                      <a:pt x="7239" y="3937"/>
                    </a:lnTo>
                    <a:lnTo>
                      <a:pt x="7740" y="3937"/>
                    </a:lnTo>
                    <a:lnTo>
                      <a:pt x="8273" y="3970"/>
                    </a:lnTo>
                    <a:lnTo>
                      <a:pt x="8940" y="4003"/>
                    </a:lnTo>
                    <a:lnTo>
                      <a:pt x="15879" y="4237"/>
                    </a:lnTo>
                    <a:lnTo>
                      <a:pt x="15945" y="4237"/>
                    </a:lnTo>
                    <a:cubicBezTo>
                      <a:pt x="16412" y="4237"/>
                      <a:pt x="16879" y="4070"/>
                      <a:pt x="17246" y="3803"/>
                    </a:cubicBezTo>
                    <a:lnTo>
                      <a:pt x="17313" y="3737"/>
                    </a:lnTo>
                    <a:cubicBezTo>
                      <a:pt x="17880" y="3303"/>
                      <a:pt x="18147" y="2669"/>
                      <a:pt x="18147" y="2002"/>
                    </a:cubicBezTo>
                    <a:cubicBezTo>
                      <a:pt x="18114" y="1335"/>
                      <a:pt x="17780" y="734"/>
                      <a:pt x="17213" y="334"/>
                    </a:cubicBezTo>
                    <a:cubicBezTo>
                      <a:pt x="16846" y="101"/>
                      <a:pt x="16446" y="0"/>
                      <a:pt x="160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42"/>
              <p:cNvSpPr/>
              <p:nvPr/>
            </p:nvSpPr>
            <p:spPr>
              <a:xfrm>
                <a:off x="6505650" y="1079550"/>
                <a:ext cx="316075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12643" h="1836" extrusionOk="0">
                    <a:moveTo>
                      <a:pt x="12443" y="0"/>
                    </a:moveTo>
                    <a:lnTo>
                      <a:pt x="12443" y="100"/>
                    </a:lnTo>
                    <a:lnTo>
                      <a:pt x="12443" y="1635"/>
                    </a:lnTo>
                    <a:lnTo>
                      <a:pt x="201" y="1668"/>
                    </a:lnTo>
                    <a:lnTo>
                      <a:pt x="1" y="1668"/>
                    </a:lnTo>
                    <a:lnTo>
                      <a:pt x="1" y="1835"/>
                    </a:lnTo>
                    <a:lnTo>
                      <a:pt x="8273" y="1835"/>
                    </a:lnTo>
                    <a:lnTo>
                      <a:pt x="8273" y="1768"/>
                    </a:lnTo>
                    <a:lnTo>
                      <a:pt x="8440" y="1768"/>
                    </a:lnTo>
                    <a:lnTo>
                      <a:pt x="8440" y="1835"/>
                    </a:lnTo>
                    <a:lnTo>
                      <a:pt x="12643" y="1835"/>
                    </a:lnTo>
                    <a:lnTo>
                      <a:pt x="12643" y="100"/>
                    </a:lnTo>
                    <a:lnTo>
                      <a:pt x="126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42"/>
              <p:cNvSpPr/>
              <p:nvPr/>
            </p:nvSpPr>
            <p:spPr>
              <a:xfrm>
                <a:off x="6712475" y="1123750"/>
                <a:ext cx="219325" cy="39225"/>
              </a:xfrm>
              <a:custGeom>
                <a:avLst/>
                <a:gdLst/>
                <a:ahLst/>
                <a:cxnLst/>
                <a:rect l="l" t="t" r="r" b="b"/>
                <a:pathLst>
                  <a:path w="8773" h="1569" extrusionOk="0">
                    <a:moveTo>
                      <a:pt x="0" y="0"/>
                    </a:moveTo>
                    <a:lnTo>
                      <a:pt x="0" y="67"/>
                    </a:lnTo>
                    <a:lnTo>
                      <a:pt x="0" y="1201"/>
                    </a:lnTo>
                    <a:lnTo>
                      <a:pt x="8339" y="1535"/>
                    </a:lnTo>
                    <a:lnTo>
                      <a:pt x="8773" y="1568"/>
                    </a:lnTo>
                    <a:lnTo>
                      <a:pt x="8773" y="1368"/>
                    </a:lnTo>
                    <a:lnTo>
                      <a:pt x="8606" y="1368"/>
                    </a:lnTo>
                    <a:lnTo>
                      <a:pt x="167" y="1001"/>
                    </a:lnTo>
                    <a:lnTo>
                      <a:pt x="167" y="67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2"/>
              <p:cNvSpPr/>
              <p:nvPr/>
            </p:nvSpPr>
            <p:spPr>
              <a:xfrm>
                <a:off x="6415575" y="1122925"/>
                <a:ext cx="47575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1935" extrusionOk="0">
                    <a:moveTo>
                      <a:pt x="34" y="0"/>
                    </a:moveTo>
                    <a:lnTo>
                      <a:pt x="1" y="33"/>
                    </a:lnTo>
                    <a:lnTo>
                      <a:pt x="34" y="67"/>
                    </a:lnTo>
                    <a:lnTo>
                      <a:pt x="1" y="67"/>
                    </a:lnTo>
                    <a:lnTo>
                      <a:pt x="1736" y="1835"/>
                    </a:lnTo>
                    <a:lnTo>
                      <a:pt x="1869" y="1935"/>
                    </a:lnTo>
                    <a:lnTo>
                      <a:pt x="1902" y="1868"/>
                    </a:lnTo>
                    <a:lnTo>
                      <a:pt x="1802" y="1768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42"/>
              <p:cNvSpPr/>
              <p:nvPr/>
            </p:nvSpPr>
            <p:spPr>
              <a:xfrm>
                <a:off x="6368050" y="1122925"/>
                <a:ext cx="4840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1869" y="0"/>
                    </a:moveTo>
                    <a:lnTo>
                      <a:pt x="101" y="1768"/>
                    </a:lnTo>
                    <a:lnTo>
                      <a:pt x="1" y="1868"/>
                    </a:lnTo>
                    <a:lnTo>
                      <a:pt x="67" y="1935"/>
                    </a:lnTo>
                    <a:lnTo>
                      <a:pt x="167" y="1835"/>
                    </a:lnTo>
                    <a:lnTo>
                      <a:pt x="1902" y="67"/>
                    </a:lnTo>
                    <a:lnTo>
                      <a:pt x="1935" y="67"/>
                    </a:lnTo>
                    <a:lnTo>
                      <a:pt x="1902" y="33"/>
                    </a:lnTo>
                    <a:lnTo>
                      <a:pt x="186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42"/>
              <p:cNvSpPr/>
              <p:nvPr/>
            </p:nvSpPr>
            <p:spPr>
              <a:xfrm>
                <a:off x="6341375" y="903600"/>
                <a:ext cx="66725" cy="65900"/>
              </a:xfrm>
              <a:custGeom>
                <a:avLst/>
                <a:gdLst/>
                <a:ahLst/>
                <a:cxnLst/>
                <a:rect l="l" t="t" r="r" b="b"/>
                <a:pathLst>
                  <a:path w="2669" h="2636" extrusionOk="0">
                    <a:moveTo>
                      <a:pt x="2635" y="0"/>
                    </a:moveTo>
                    <a:cubicBezTo>
                      <a:pt x="2569" y="0"/>
                      <a:pt x="2502" y="0"/>
                      <a:pt x="2469" y="33"/>
                    </a:cubicBezTo>
                    <a:cubicBezTo>
                      <a:pt x="1201" y="234"/>
                      <a:pt x="200" y="1268"/>
                      <a:pt x="34" y="2535"/>
                    </a:cubicBezTo>
                    <a:cubicBezTo>
                      <a:pt x="34" y="2569"/>
                      <a:pt x="0" y="2602"/>
                      <a:pt x="0" y="2635"/>
                    </a:cubicBezTo>
                    <a:lnTo>
                      <a:pt x="200" y="2635"/>
                    </a:lnTo>
                    <a:cubicBezTo>
                      <a:pt x="200" y="2602"/>
                      <a:pt x="200" y="2535"/>
                      <a:pt x="200" y="2502"/>
                    </a:cubicBezTo>
                    <a:cubicBezTo>
                      <a:pt x="400" y="1334"/>
                      <a:pt x="1301" y="400"/>
                      <a:pt x="2469" y="200"/>
                    </a:cubicBezTo>
                    <a:cubicBezTo>
                      <a:pt x="2535" y="200"/>
                      <a:pt x="2602" y="167"/>
                      <a:pt x="2669" y="167"/>
                    </a:cubicBezTo>
                    <a:lnTo>
                      <a:pt x="263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42"/>
              <p:cNvSpPr/>
              <p:nvPr/>
            </p:nvSpPr>
            <p:spPr>
              <a:xfrm>
                <a:off x="6425600" y="903600"/>
                <a:ext cx="64225" cy="66725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2669" extrusionOk="0">
                    <a:moveTo>
                      <a:pt x="34" y="0"/>
                    </a:moveTo>
                    <a:lnTo>
                      <a:pt x="0" y="167"/>
                    </a:lnTo>
                    <a:cubicBezTo>
                      <a:pt x="34" y="167"/>
                      <a:pt x="67" y="200"/>
                      <a:pt x="134" y="200"/>
                    </a:cubicBezTo>
                    <a:cubicBezTo>
                      <a:pt x="1268" y="434"/>
                      <a:pt x="2168" y="1334"/>
                      <a:pt x="2369" y="2502"/>
                    </a:cubicBezTo>
                    <a:cubicBezTo>
                      <a:pt x="2369" y="2535"/>
                      <a:pt x="2402" y="2602"/>
                      <a:pt x="2402" y="2669"/>
                    </a:cubicBezTo>
                    <a:lnTo>
                      <a:pt x="2569" y="2635"/>
                    </a:lnTo>
                    <a:cubicBezTo>
                      <a:pt x="2569" y="2602"/>
                      <a:pt x="2569" y="2569"/>
                      <a:pt x="2569" y="2535"/>
                    </a:cubicBezTo>
                    <a:cubicBezTo>
                      <a:pt x="2369" y="1234"/>
                      <a:pt x="1401" y="234"/>
                      <a:pt x="1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42"/>
              <p:cNvSpPr/>
              <p:nvPr/>
            </p:nvSpPr>
            <p:spPr>
              <a:xfrm>
                <a:off x="6667425" y="792675"/>
                <a:ext cx="589625" cy="55900"/>
              </a:xfrm>
              <a:custGeom>
                <a:avLst/>
                <a:gdLst/>
                <a:ahLst/>
                <a:cxnLst/>
                <a:rect l="l" t="t" r="r" b="b"/>
                <a:pathLst>
                  <a:path w="23585" h="2236" extrusionOk="0">
                    <a:moveTo>
                      <a:pt x="1" y="1"/>
                    </a:moveTo>
                    <a:lnTo>
                      <a:pt x="1" y="101"/>
                    </a:lnTo>
                    <a:lnTo>
                      <a:pt x="1" y="2102"/>
                    </a:lnTo>
                    <a:lnTo>
                      <a:pt x="23384" y="1035"/>
                    </a:lnTo>
                    <a:lnTo>
                      <a:pt x="23384" y="2002"/>
                    </a:lnTo>
                    <a:lnTo>
                      <a:pt x="23384" y="2235"/>
                    </a:lnTo>
                    <a:lnTo>
                      <a:pt x="23584" y="2235"/>
                    </a:lnTo>
                    <a:lnTo>
                      <a:pt x="23584" y="2002"/>
                    </a:lnTo>
                    <a:lnTo>
                      <a:pt x="23584" y="834"/>
                    </a:lnTo>
                    <a:lnTo>
                      <a:pt x="13010" y="1301"/>
                    </a:lnTo>
                    <a:lnTo>
                      <a:pt x="13010" y="1435"/>
                    </a:lnTo>
                    <a:lnTo>
                      <a:pt x="12843" y="1435"/>
                    </a:lnTo>
                    <a:lnTo>
                      <a:pt x="12843" y="1335"/>
                    </a:lnTo>
                    <a:lnTo>
                      <a:pt x="168" y="1902"/>
                    </a:lnTo>
                    <a:lnTo>
                      <a:pt x="168" y="101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42"/>
              <p:cNvSpPr/>
              <p:nvPr/>
            </p:nvSpPr>
            <p:spPr>
              <a:xfrm>
                <a:off x="6988500" y="786000"/>
                <a:ext cx="4200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702" extrusionOk="0">
                    <a:moveTo>
                      <a:pt x="0" y="1"/>
                    </a:moveTo>
                    <a:lnTo>
                      <a:pt x="0" y="101"/>
                    </a:lnTo>
                    <a:lnTo>
                      <a:pt x="0" y="1602"/>
                    </a:lnTo>
                    <a:lnTo>
                      <a:pt x="0" y="1702"/>
                    </a:lnTo>
                    <a:lnTo>
                      <a:pt x="167" y="1702"/>
                    </a:lnTo>
                    <a:lnTo>
                      <a:pt x="167" y="1568"/>
                    </a:lnTo>
                    <a:lnTo>
                      <a:pt x="167" y="101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2"/>
              <p:cNvSpPr/>
              <p:nvPr/>
            </p:nvSpPr>
            <p:spPr>
              <a:xfrm>
                <a:off x="5569975" y="792675"/>
                <a:ext cx="589625" cy="52575"/>
              </a:xfrm>
              <a:custGeom>
                <a:avLst/>
                <a:gdLst/>
                <a:ahLst/>
                <a:cxnLst/>
                <a:rect l="l" t="t" r="r" b="b"/>
                <a:pathLst>
                  <a:path w="23585" h="2103" extrusionOk="0">
                    <a:moveTo>
                      <a:pt x="23418" y="1"/>
                    </a:moveTo>
                    <a:lnTo>
                      <a:pt x="23418" y="101"/>
                    </a:lnTo>
                    <a:lnTo>
                      <a:pt x="23418" y="1902"/>
                    </a:lnTo>
                    <a:lnTo>
                      <a:pt x="10775" y="1335"/>
                    </a:lnTo>
                    <a:lnTo>
                      <a:pt x="10775" y="1435"/>
                    </a:lnTo>
                    <a:lnTo>
                      <a:pt x="10575" y="1435"/>
                    </a:lnTo>
                    <a:lnTo>
                      <a:pt x="10575" y="1301"/>
                    </a:lnTo>
                    <a:lnTo>
                      <a:pt x="101" y="834"/>
                    </a:lnTo>
                    <a:lnTo>
                      <a:pt x="1" y="834"/>
                    </a:lnTo>
                    <a:lnTo>
                      <a:pt x="1" y="2002"/>
                    </a:lnTo>
                    <a:lnTo>
                      <a:pt x="201" y="2002"/>
                    </a:lnTo>
                    <a:lnTo>
                      <a:pt x="201" y="1035"/>
                    </a:lnTo>
                    <a:lnTo>
                      <a:pt x="23484" y="2069"/>
                    </a:lnTo>
                    <a:lnTo>
                      <a:pt x="23584" y="2102"/>
                    </a:lnTo>
                    <a:lnTo>
                      <a:pt x="23584" y="101"/>
                    </a:lnTo>
                    <a:lnTo>
                      <a:pt x="2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42"/>
              <p:cNvSpPr/>
              <p:nvPr/>
            </p:nvSpPr>
            <p:spPr>
              <a:xfrm>
                <a:off x="5834325" y="786000"/>
                <a:ext cx="5050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702" extrusionOk="0">
                    <a:moveTo>
                      <a:pt x="1" y="1"/>
                    </a:moveTo>
                    <a:lnTo>
                      <a:pt x="1" y="101"/>
                    </a:lnTo>
                    <a:lnTo>
                      <a:pt x="1" y="1568"/>
                    </a:lnTo>
                    <a:lnTo>
                      <a:pt x="1" y="1702"/>
                    </a:lnTo>
                    <a:lnTo>
                      <a:pt x="201" y="1702"/>
                    </a:lnTo>
                    <a:lnTo>
                      <a:pt x="201" y="1602"/>
                    </a:lnTo>
                    <a:lnTo>
                      <a:pt x="201" y="101"/>
                    </a:ln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42"/>
              <p:cNvSpPr/>
              <p:nvPr/>
            </p:nvSpPr>
            <p:spPr>
              <a:xfrm>
                <a:off x="7826600" y="775175"/>
                <a:ext cx="532075" cy="28375"/>
              </a:xfrm>
              <a:custGeom>
                <a:avLst/>
                <a:gdLst/>
                <a:ahLst/>
                <a:cxnLst/>
                <a:rect l="l" t="t" r="r" b="b"/>
                <a:pathLst>
                  <a:path w="21283" h="1135" extrusionOk="0">
                    <a:moveTo>
                      <a:pt x="20015" y="0"/>
                    </a:moveTo>
                    <a:lnTo>
                      <a:pt x="434" y="934"/>
                    </a:lnTo>
                    <a:lnTo>
                      <a:pt x="0" y="967"/>
                    </a:lnTo>
                    <a:lnTo>
                      <a:pt x="34" y="1134"/>
                    </a:lnTo>
                    <a:lnTo>
                      <a:pt x="367" y="1134"/>
                    </a:lnTo>
                    <a:lnTo>
                      <a:pt x="19981" y="200"/>
                    </a:lnTo>
                    <a:lnTo>
                      <a:pt x="20815" y="767"/>
                    </a:lnTo>
                    <a:lnTo>
                      <a:pt x="21049" y="934"/>
                    </a:lnTo>
                    <a:lnTo>
                      <a:pt x="21182" y="1034"/>
                    </a:lnTo>
                    <a:lnTo>
                      <a:pt x="21282" y="867"/>
                    </a:lnTo>
                    <a:lnTo>
                      <a:pt x="21049" y="701"/>
                    </a:lnTo>
                    <a:lnTo>
                      <a:pt x="200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42"/>
              <p:cNvSpPr/>
              <p:nvPr/>
            </p:nvSpPr>
            <p:spPr>
              <a:xfrm>
                <a:off x="4473375" y="778500"/>
                <a:ext cx="529550" cy="25050"/>
              </a:xfrm>
              <a:custGeom>
                <a:avLst/>
                <a:gdLst/>
                <a:ahLst/>
                <a:cxnLst/>
                <a:rect l="l" t="t" r="r" b="b"/>
                <a:pathLst>
                  <a:path w="21182" h="1002" extrusionOk="0">
                    <a:moveTo>
                      <a:pt x="1201" y="0"/>
                    </a:moveTo>
                    <a:lnTo>
                      <a:pt x="234" y="601"/>
                    </a:lnTo>
                    <a:lnTo>
                      <a:pt x="0" y="734"/>
                    </a:lnTo>
                    <a:lnTo>
                      <a:pt x="100" y="901"/>
                    </a:lnTo>
                    <a:lnTo>
                      <a:pt x="234" y="801"/>
                    </a:lnTo>
                    <a:lnTo>
                      <a:pt x="467" y="634"/>
                    </a:lnTo>
                    <a:lnTo>
                      <a:pt x="1234" y="167"/>
                    </a:lnTo>
                    <a:lnTo>
                      <a:pt x="20915" y="1001"/>
                    </a:lnTo>
                    <a:lnTo>
                      <a:pt x="21182" y="1001"/>
                    </a:lnTo>
                    <a:lnTo>
                      <a:pt x="21182" y="834"/>
                    </a:lnTo>
                    <a:lnTo>
                      <a:pt x="20815" y="801"/>
                    </a:lnTo>
                    <a:lnTo>
                      <a:pt x="12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42"/>
              <p:cNvSpPr/>
              <p:nvPr/>
            </p:nvSpPr>
            <p:spPr>
              <a:xfrm>
                <a:off x="6415575" y="474125"/>
                <a:ext cx="1700" cy="303575"/>
              </a:xfrm>
              <a:custGeom>
                <a:avLst/>
                <a:gdLst/>
                <a:ahLst/>
                <a:cxnLst/>
                <a:rect l="l" t="t" r="r" b="b"/>
                <a:pathLst>
                  <a:path w="68" h="12143" extrusionOk="0">
                    <a:moveTo>
                      <a:pt x="1" y="0"/>
                    </a:moveTo>
                    <a:lnTo>
                      <a:pt x="1" y="134"/>
                    </a:lnTo>
                    <a:lnTo>
                      <a:pt x="1" y="11942"/>
                    </a:lnTo>
                    <a:lnTo>
                      <a:pt x="1" y="12142"/>
                    </a:lnTo>
                    <a:lnTo>
                      <a:pt x="68" y="12142"/>
                    </a:lnTo>
                    <a:lnTo>
                      <a:pt x="68" y="11942"/>
                    </a:lnTo>
                    <a:lnTo>
                      <a:pt x="68" y="134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42"/>
              <p:cNvSpPr/>
              <p:nvPr/>
            </p:nvSpPr>
            <p:spPr>
              <a:xfrm>
                <a:off x="6414750" y="1203800"/>
                <a:ext cx="2525" cy="5757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303" extrusionOk="0">
                    <a:moveTo>
                      <a:pt x="1" y="1"/>
                    </a:moveTo>
                    <a:lnTo>
                      <a:pt x="1" y="101"/>
                    </a:lnTo>
                    <a:lnTo>
                      <a:pt x="1" y="2136"/>
                    </a:lnTo>
                    <a:lnTo>
                      <a:pt x="1" y="2302"/>
                    </a:lnTo>
                    <a:lnTo>
                      <a:pt x="101" y="2302"/>
                    </a:lnTo>
                    <a:lnTo>
                      <a:pt x="101" y="2136"/>
                    </a:lnTo>
                    <a:lnTo>
                      <a:pt x="101" y="101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42"/>
              <p:cNvSpPr/>
              <p:nvPr/>
            </p:nvSpPr>
            <p:spPr>
              <a:xfrm>
                <a:off x="6210450" y="1017225"/>
                <a:ext cx="60050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2402" h="1126" extrusionOk="0">
                    <a:moveTo>
                      <a:pt x="958" y="0"/>
                    </a:moveTo>
                    <a:cubicBezTo>
                      <a:pt x="869" y="0"/>
                      <a:pt x="780" y="19"/>
                      <a:pt x="701" y="58"/>
                    </a:cubicBezTo>
                    <a:lnTo>
                      <a:pt x="100" y="425"/>
                    </a:lnTo>
                    <a:lnTo>
                      <a:pt x="0" y="492"/>
                    </a:lnTo>
                    <a:lnTo>
                      <a:pt x="33" y="559"/>
                    </a:lnTo>
                    <a:lnTo>
                      <a:pt x="100" y="525"/>
                    </a:lnTo>
                    <a:lnTo>
                      <a:pt x="734" y="158"/>
                    </a:lnTo>
                    <a:cubicBezTo>
                      <a:pt x="827" y="112"/>
                      <a:pt x="920" y="87"/>
                      <a:pt x="1009" y="87"/>
                    </a:cubicBezTo>
                    <a:cubicBezTo>
                      <a:pt x="1113" y="87"/>
                      <a:pt x="1212" y="120"/>
                      <a:pt x="1301" y="192"/>
                    </a:cubicBezTo>
                    <a:lnTo>
                      <a:pt x="2335" y="1126"/>
                    </a:lnTo>
                    <a:lnTo>
                      <a:pt x="2402" y="1059"/>
                    </a:lnTo>
                    <a:lnTo>
                      <a:pt x="1334" y="125"/>
                    </a:lnTo>
                    <a:cubicBezTo>
                      <a:pt x="1233" y="44"/>
                      <a:pt x="1096" y="0"/>
                      <a:pt x="9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42"/>
              <p:cNvSpPr/>
              <p:nvPr/>
            </p:nvSpPr>
            <p:spPr>
              <a:xfrm>
                <a:off x="6561525" y="1017225"/>
                <a:ext cx="59225" cy="28150"/>
              </a:xfrm>
              <a:custGeom>
                <a:avLst/>
                <a:gdLst/>
                <a:ahLst/>
                <a:cxnLst/>
                <a:rect l="l" t="t" r="r" b="b"/>
                <a:pathLst>
                  <a:path w="2369" h="1126" extrusionOk="0">
                    <a:moveTo>
                      <a:pt x="1411" y="0"/>
                    </a:moveTo>
                    <a:cubicBezTo>
                      <a:pt x="1273" y="0"/>
                      <a:pt x="1136" y="44"/>
                      <a:pt x="1035" y="125"/>
                    </a:cubicBezTo>
                    <a:lnTo>
                      <a:pt x="0" y="1059"/>
                    </a:lnTo>
                    <a:lnTo>
                      <a:pt x="34" y="1126"/>
                    </a:lnTo>
                    <a:lnTo>
                      <a:pt x="67" y="1126"/>
                    </a:lnTo>
                    <a:lnTo>
                      <a:pt x="1101" y="192"/>
                    </a:lnTo>
                    <a:cubicBezTo>
                      <a:pt x="1173" y="120"/>
                      <a:pt x="1273" y="87"/>
                      <a:pt x="1376" y="87"/>
                    </a:cubicBezTo>
                    <a:cubicBezTo>
                      <a:pt x="1466" y="87"/>
                      <a:pt x="1558" y="112"/>
                      <a:pt x="1635" y="158"/>
                    </a:cubicBezTo>
                    <a:lnTo>
                      <a:pt x="2269" y="525"/>
                    </a:lnTo>
                    <a:lnTo>
                      <a:pt x="2335" y="559"/>
                    </a:lnTo>
                    <a:lnTo>
                      <a:pt x="2369" y="459"/>
                    </a:lnTo>
                    <a:lnTo>
                      <a:pt x="2269" y="425"/>
                    </a:lnTo>
                    <a:lnTo>
                      <a:pt x="1668" y="58"/>
                    </a:lnTo>
                    <a:cubicBezTo>
                      <a:pt x="1589" y="19"/>
                      <a:pt x="1500" y="0"/>
                      <a:pt x="14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2"/>
              <p:cNvSpPr/>
              <p:nvPr/>
            </p:nvSpPr>
            <p:spPr>
              <a:xfrm>
                <a:off x="7173625" y="852725"/>
                <a:ext cx="1009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501" extrusionOk="0">
                    <a:moveTo>
                      <a:pt x="1" y="0"/>
                    </a:moveTo>
                    <a:cubicBezTo>
                      <a:pt x="1" y="34"/>
                      <a:pt x="1" y="67"/>
                      <a:pt x="1" y="100"/>
                    </a:cubicBezTo>
                    <a:cubicBezTo>
                      <a:pt x="67" y="334"/>
                      <a:pt x="267" y="501"/>
                      <a:pt x="534" y="501"/>
                    </a:cubicBezTo>
                    <a:lnTo>
                      <a:pt x="4037" y="501"/>
                    </a:lnTo>
                    <a:lnTo>
                      <a:pt x="4037" y="467"/>
                    </a:lnTo>
                    <a:lnTo>
                      <a:pt x="4037" y="334"/>
                    </a:lnTo>
                    <a:lnTo>
                      <a:pt x="534" y="334"/>
                    </a:lnTo>
                    <a:cubicBezTo>
                      <a:pt x="368" y="334"/>
                      <a:pt x="234" y="234"/>
                      <a:pt x="201" y="100"/>
                    </a:cubicBezTo>
                    <a:cubicBezTo>
                      <a:pt x="201" y="67"/>
                      <a:pt x="167" y="34"/>
                      <a:pt x="1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2"/>
              <p:cNvSpPr/>
              <p:nvPr/>
            </p:nvSpPr>
            <p:spPr>
              <a:xfrm>
                <a:off x="5559150" y="852725"/>
                <a:ext cx="100925" cy="13350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534" extrusionOk="0">
                    <a:moveTo>
                      <a:pt x="3870" y="0"/>
                    </a:moveTo>
                    <a:cubicBezTo>
                      <a:pt x="3870" y="34"/>
                      <a:pt x="3870" y="67"/>
                      <a:pt x="3836" y="100"/>
                    </a:cubicBezTo>
                    <a:cubicBezTo>
                      <a:pt x="3803" y="234"/>
                      <a:pt x="3669" y="334"/>
                      <a:pt x="3536" y="334"/>
                    </a:cubicBezTo>
                    <a:lnTo>
                      <a:pt x="0" y="334"/>
                    </a:lnTo>
                    <a:lnTo>
                      <a:pt x="0" y="501"/>
                    </a:lnTo>
                    <a:lnTo>
                      <a:pt x="100" y="501"/>
                    </a:lnTo>
                    <a:lnTo>
                      <a:pt x="100" y="534"/>
                    </a:lnTo>
                    <a:lnTo>
                      <a:pt x="3503" y="534"/>
                    </a:lnTo>
                    <a:lnTo>
                      <a:pt x="3503" y="501"/>
                    </a:lnTo>
                    <a:cubicBezTo>
                      <a:pt x="3769" y="501"/>
                      <a:pt x="3970" y="334"/>
                      <a:pt x="4036" y="100"/>
                    </a:cubicBezTo>
                    <a:cubicBezTo>
                      <a:pt x="4036" y="67"/>
                      <a:pt x="4036" y="34"/>
                      <a:pt x="40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2"/>
              <p:cNvSpPr/>
              <p:nvPr/>
            </p:nvSpPr>
            <p:spPr>
              <a:xfrm>
                <a:off x="6373900" y="1521525"/>
                <a:ext cx="850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1702" extrusionOk="0">
                    <a:moveTo>
                      <a:pt x="767" y="1"/>
                    </a:moveTo>
                    <a:lnTo>
                      <a:pt x="200" y="1202"/>
                    </a:lnTo>
                    <a:lnTo>
                      <a:pt x="0" y="1569"/>
                    </a:lnTo>
                    <a:lnTo>
                      <a:pt x="167" y="1635"/>
                    </a:lnTo>
                    <a:lnTo>
                      <a:pt x="234" y="1468"/>
                    </a:lnTo>
                    <a:lnTo>
                      <a:pt x="867" y="201"/>
                    </a:lnTo>
                    <a:lnTo>
                      <a:pt x="2535" y="201"/>
                    </a:lnTo>
                    <a:lnTo>
                      <a:pt x="3136" y="1468"/>
                    </a:lnTo>
                    <a:lnTo>
                      <a:pt x="3236" y="1702"/>
                    </a:lnTo>
                    <a:lnTo>
                      <a:pt x="3403" y="1635"/>
                    </a:lnTo>
                    <a:lnTo>
                      <a:pt x="3169" y="1135"/>
                    </a:lnTo>
                    <a:lnTo>
                      <a:pt x="2669" y="1"/>
                    </a:lnTo>
                    <a:lnTo>
                      <a:pt x="1801" y="1"/>
                    </a:lnTo>
                    <a:lnTo>
                      <a:pt x="1801" y="101"/>
                    </a:lnTo>
                    <a:lnTo>
                      <a:pt x="1635" y="101"/>
                    </a:lnTo>
                    <a:lnTo>
                      <a:pt x="16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2"/>
              <p:cNvSpPr/>
              <p:nvPr/>
            </p:nvSpPr>
            <p:spPr>
              <a:xfrm>
                <a:off x="6414750" y="1432300"/>
                <a:ext cx="4200" cy="9175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3670" extrusionOk="0">
                    <a:moveTo>
                      <a:pt x="1" y="1"/>
                    </a:moveTo>
                    <a:lnTo>
                      <a:pt x="1" y="101"/>
                    </a:lnTo>
                    <a:lnTo>
                      <a:pt x="1" y="3570"/>
                    </a:lnTo>
                    <a:lnTo>
                      <a:pt x="1" y="3670"/>
                    </a:lnTo>
                    <a:lnTo>
                      <a:pt x="167" y="3670"/>
                    </a:lnTo>
                    <a:lnTo>
                      <a:pt x="167" y="3570"/>
                    </a:lnTo>
                    <a:lnTo>
                      <a:pt x="167" y="134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2"/>
              <p:cNvSpPr/>
              <p:nvPr/>
            </p:nvSpPr>
            <p:spPr>
              <a:xfrm>
                <a:off x="6824200" y="1453975"/>
                <a:ext cx="85100" cy="425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1703" extrusionOk="0">
                    <a:moveTo>
                      <a:pt x="768" y="1"/>
                    </a:moveTo>
                    <a:lnTo>
                      <a:pt x="201" y="1202"/>
                    </a:lnTo>
                    <a:lnTo>
                      <a:pt x="1" y="1569"/>
                    </a:lnTo>
                    <a:lnTo>
                      <a:pt x="168" y="1635"/>
                    </a:lnTo>
                    <a:lnTo>
                      <a:pt x="234" y="1535"/>
                    </a:lnTo>
                    <a:lnTo>
                      <a:pt x="868" y="201"/>
                    </a:lnTo>
                    <a:lnTo>
                      <a:pt x="2536" y="201"/>
                    </a:lnTo>
                    <a:lnTo>
                      <a:pt x="3137" y="1535"/>
                    </a:lnTo>
                    <a:lnTo>
                      <a:pt x="3237" y="1702"/>
                    </a:lnTo>
                    <a:lnTo>
                      <a:pt x="3403" y="1635"/>
                    </a:lnTo>
                    <a:lnTo>
                      <a:pt x="3170" y="1168"/>
                    </a:lnTo>
                    <a:lnTo>
                      <a:pt x="2670" y="1"/>
                    </a:lnTo>
                    <a:lnTo>
                      <a:pt x="1836" y="1"/>
                    </a:lnTo>
                    <a:lnTo>
                      <a:pt x="1836" y="68"/>
                    </a:lnTo>
                    <a:lnTo>
                      <a:pt x="1635" y="68"/>
                    </a:lnTo>
                    <a:lnTo>
                      <a:pt x="16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2"/>
              <p:cNvSpPr/>
              <p:nvPr/>
            </p:nvSpPr>
            <p:spPr>
              <a:xfrm>
                <a:off x="6865075" y="1363925"/>
                <a:ext cx="5025" cy="9175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3670" extrusionOk="0">
                    <a:moveTo>
                      <a:pt x="0" y="0"/>
                    </a:moveTo>
                    <a:lnTo>
                      <a:pt x="0" y="200"/>
                    </a:lnTo>
                    <a:lnTo>
                      <a:pt x="0" y="3603"/>
                    </a:lnTo>
                    <a:lnTo>
                      <a:pt x="0" y="3670"/>
                    </a:lnTo>
                    <a:lnTo>
                      <a:pt x="201" y="3670"/>
                    </a:lnTo>
                    <a:lnTo>
                      <a:pt x="201" y="3603"/>
                    </a:lnTo>
                    <a:lnTo>
                      <a:pt x="201" y="200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2"/>
              <p:cNvSpPr/>
              <p:nvPr/>
            </p:nvSpPr>
            <p:spPr>
              <a:xfrm>
                <a:off x="5922725" y="1453975"/>
                <a:ext cx="84250" cy="42575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703" extrusionOk="0">
                    <a:moveTo>
                      <a:pt x="768" y="1"/>
                    </a:moveTo>
                    <a:lnTo>
                      <a:pt x="201" y="1135"/>
                    </a:lnTo>
                    <a:lnTo>
                      <a:pt x="1" y="1569"/>
                    </a:lnTo>
                    <a:lnTo>
                      <a:pt x="168" y="1635"/>
                    </a:lnTo>
                    <a:lnTo>
                      <a:pt x="234" y="1502"/>
                    </a:lnTo>
                    <a:lnTo>
                      <a:pt x="868" y="201"/>
                    </a:lnTo>
                    <a:lnTo>
                      <a:pt x="2536" y="201"/>
                    </a:lnTo>
                    <a:lnTo>
                      <a:pt x="3136" y="1535"/>
                    </a:lnTo>
                    <a:lnTo>
                      <a:pt x="3237" y="1702"/>
                    </a:lnTo>
                    <a:lnTo>
                      <a:pt x="3370" y="1635"/>
                    </a:lnTo>
                    <a:lnTo>
                      <a:pt x="3203" y="1202"/>
                    </a:lnTo>
                    <a:lnTo>
                      <a:pt x="2669" y="1"/>
                    </a:lnTo>
                    <a:lnTo>
                      <a:pt x="1802" y="1"/>
                    </a:lnTo>
                    <a:lnTo>
                      <a:pt x="1802" y="68"/>
                    </a:lnTo>
                    <a:lnTo>
                      <a:pt x="1635" y="68"/>
                    </a:lnTo>
                    <a:lnTo>
                      <a:pt x="16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2"/>
              <p:cNvSpPr/>
              <p:nvPr/>
            </p:nvSpPr>
            <p:spPr>
              <a:xfrm>
                <a:off x="5963600" y="1363925"/>
                <a:ext cx="4200" cy="9175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3670" extrusionOk="0">
                    <a:moveTo>
                      <a:pt x="0" y="0"/>
                    </a:moveTo>
                    <a:lnTo>
                      <a:pt x="0" y="200"/>
                    </a:lnTo>
                    <a:lnTo>
                      <a:pt x="0" y="3603"/>
                    </a:lnTo>
                    <a:lnTo>
                      <a:pt x="0" y="3670"/>
                    </a:lnTo>
                    <a:lnTo>
                      <a:pt x="167" y="3670"/>
                    </a:lnTo>
                    <a:lnTo>
                      <a:pt x="167" y="3603"/>
                    </a:lnTo>
                    <a:lnTo>
                      <a:pt x="167" y="200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2"/>
              <p:cNvSpPr/>
              <p:nvPr/>
            </p:nvSpPr>
            <p:spPr>
              <a:xfrm>
                <a:off x="6025300" y="1287200"/>
                <a:ext cx="261875" cy="169300"/>
              </a:xfrm>
              <a:custGeom>
                <a:avLst/>
                <a:gdLst/>
                <a:ahLst/>
                <a:cxnLst/>
                <a:rect l="l" t="t" r="r" b="b"/>
                <a:pathLst>
                  <a:path w="10475" h="6772" extrusionOk="0">
                    <a:moveTo>
                      <a:pt x="10442" y="0"/>
                    </a:moveTo>
                    <a:lnTo>
                      <a:pt x="10308" y="67"/>
                    </a:lnTo>
                    <a:lnTo>
                      <a:pt x="34" y="6305"/>
                    </a:lnTo>
                    <a:lnTo>
                      <a:pt x="1" y="6305"/>
                    </a:lnTo>
                    <a:lnTo>
                      <a:pt x="1" y="6605"/>
                    </a:lnTo>
                    <a:lnTo>
                      <a:pt x="1" y="6772"/>
                    </a:lnTo>
                    <a:lnTo>
                      <a:pt x="101" y="6772"/>
                    </a:lnTo>
                    <a:lnTo>
                      <a:pt x="101" y="6538"/>
                    </a:lnTo>
                    <a:lnTo>
                      <a:pt x="101" y="6372"/>
                    </a:lnTo>
                    <a:lnTo>
                      <a:pt x="10408" y="100"/>
                    </a:lnTo>
                    <a:lnTo>
                      <a:pt x="10475" y="67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2"/>
              <p:cNvSpPr/>
              <p:nvPr/>
            </p:nvSpPr>
            <p:spPr>
              <a:xfrm>
                <a:off x="6542350" y="1287200"/>
                <a:ext cx="264375" cy="171800"/>
              </a:xfrm>
              <a:custGeom>
                <a:avLst/>
                <a:gdLst/>
                <a:ahLst/>
                <a:cxnLst/>
                <a:rect l="l" t="t" r="r" b="b"/>
                <a:pathLst>
                  <a:path w="10575" h="6872" extrusionOk="0">
                    <a:moveTo>
                      <a:pt x="34" y="0"/>
                    </a:moveTo>
                    <a:lnTo>
                      <a:pt x="0" y="67"/>
                    </a:lnTo>
                    <a:lnTo>
                      <a:pt x="134" y="167"/>
                    </a:lnTo>
                    <a:lnTo>
                      <a:pt x="10474" y="6372"/>
                    </a:lnTo>
                    <a:lnTo>
                      <a:pt x="10474" y="6572"/>
                    </a:lnTo>
                    <a:lnTo>
                      <a:pt x="10474" y="6872"/>
                    </a:lnTo>
                    <a:lnTo>
                      <a:pt x="10574" y="6872"/>
                    </a:lnTo>
                    <a:lnTo>
                      <a:pt x="10574" y="6605"/>
                    </a:lnTo>
                    <a:lnTo>
                      <a:pt x="10574" y="6305"/>
                    </a:lnTo>
                    <a:lnTo>
                      <a:pt x="200" y="100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2"/>
              <p:cNvSpPr/>
              <p:nvPr/>
            </p:nvSpPr>
            <p:spPr>
              <a:xfrm flipH="1">
                <a:off x="8351975" y="750975"/>
                <a:ext cx="86750" cy="65075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2603" extrusionOk="0">
                    <a:moveTo>
                      <a:pt x="3103" y="401"/>
                    </a:moveTo>
                    <a:lnTo>
                      <a:pt x="3103" y="1769"/>
                    </a:lnTo>
                    <a:lnTo>
                      <a:pt x="1235" y="2202"/>
                    </a:lnTo>
                    <a:cubicBezTo>
                      <a:pt x="1168" y="2236"/>
                      <a:pt x="1135" y="2236"/>
                      <a:pt x="1068" y="2236"/>
                    </a:cubicBezTo>
                    <a:cubicBezTo>
                      <a:pt x="668" y="2236"/>
                      <a:pt x="367" y="1935"/>
                      <a:pt x="367" y="1535"/>
                    </a:cubicBezTo>
                    <a:cubicBezTo>
                      <a:pt x="367" y="1202"/>
                      <a:pt x="601" y="935"/>
                      <a:pt x="934" y="868"/>
                    </a:cubicBezTo>
                    <a:lnTo>
                      <a:pt x="3103" y="401"/>
                    </a:lnTo>
                    <a:close/>
                    <a:moveTo>
                      <a:pt x="3203" y="1"/>
                    </a:moveTo>
                    <a:lnTo>
                      <a:pt x="868" y="501"/>
                    </a:lnTo>
                    <a:cubicBezTo>
                      <a:pt x="367" y="601"/>
                      <a:pt x="0" y="1035"/>
                      <a:pt x="0" y="1535"/>
                    </a:cubicBezTo>
                    <a:cubicBezTo>
                      <a:pt x="0" y="2136"/>
                      <a:pt x="501" y="2603"/>
                      <a:pt x="1068" y="2603"/>
                    </a:cubicBezTo>
                    <a:cubicBezTo>
                      <a:pt x="1135" y="2603"/>
                      <a:pt x="1235" y="2603"/>
                      <a:pt x="1335" y="2569"/>
                    </a:cubicBezTo>
                    <a:lnTo>
                      <a:pt x="3303" y="2102"/>
                    </a:lnTo>
                    <a:lnTo>
                      <a:pt x="3336" y="2102"/>
                    </a:lnTo>
                    <a:cubicBezTo>
                      <a:pt x="3403" y="2069"/>
                      <a:pt x="3470" y="2002"/>
                      <a:pt x="3470" y="1902"/>
                    </a:cubicBezTo>
                    <a:lnTo>
                      <a:pt x="3470" y="1902"/>
                    </a:lnTo>
                    <a:lnTo>
                      <a:pt x="3336" y="2002"/>
                    </a:lnTo>
                    <a:lnTo>
                      <a:pt x="3236" y="1835"/>
                    </a:lnTo>
                    <a:lnTo>
                      <a:pt x="3470" y="1702"/>
                    </a:lnTo>
                    <a:lnTo>
                      <a:pt x="3470" y="368"/>
                    </a:lnTo>
                    <a:lnTo>
                      <a:pt x="3470" y="167"/>
                    </a:lnTo>
                    <a:cubicBezTo>
                      <a:pt x="3470" y="101"/>
                      <a:pt x="3436" y="67"/>
                      <a:pt x="3403" y="34"/>
                    </a:cubicBezTo>
                    <a:cubicBezTo>
                      <a:pt x="3370" y="1"/>
                      <a:pt x="3303" y="1"/>
                      <a:pt x="32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68" name="Google Shape;1868;p42"/>
            <p:cNvGrpSpPr/>
            <p:nvPr/>
          </p:nvGrpSpPr>
          <p:grpSpPr>
            <a:xfrm>
              <a:off x="2863488" y="1776300"/>
              <a:ext cx="320100" cy="324300"/>
              <a:chOff x="789875" y="1003975"/>
              <a:chExt cx="320100" cy="324300"/>
            </a:xfrm>
          </p:grpSpPr>
          <p:cxnSp>
            <p:nvCxnSpPr>
              <p:cNvPr id="1869" name="Google Shape;1869;p42"/>
              <p:cNvCxnSpPr/>
              <p:nvPr/>
            </p:nvCxnSpPr>
            <p:spPr>
              <a:xfrm>
                <a:off x="949925" y="1003975"/>
                <a:ext cx="0" cy="32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0" name="Google Shape;1870;p42"/>
              <p:cNvCxnSpPr/>
              <p:nvPr/>
            </p:nvCxnSpPr>
            <p:spPr>
              <a:xfrm>
                <a:off x="789875" y="1166125"/>
                <a:ext cx="32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71" name="Google Shape;1871;p42"/>
            <p:cNvGrpSpPr/>
            <p:nvPr/>
          </p:nvGrpSpPr>
          <p:grpSpPr>
            <a:xfrm>
              <a:off x="5960413" y="1776300"/>
              <a:ext cx="320100" cy="324300"/>
              <a:chOff x="789875" y="1003975"/>
              <a:chExt cx="320100" cy="324300"/>
            </a:xfrm>
          </p:grpSpPr>
          <p:cxnSp>
            <p:nvCxnSpPr>
              <p:cNvPr id="1872" name="Google Shape;1872;p42"/>
              <p:cNvCxnSpPr/>
              <p:nvPr/>
            </p:nvCxnSpPr>
            <p:spPr>
              <a:xfrm>
                <a:off x="949925" y="1003975"/>
                <a:ext cx="0" cy="32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3" name="Google Shape;1873;p42"/>
              <p:cNvCxnSpPr/>
              <p:nvPr/>
            </p:nvCxnSpPr>
            <p:spPr>
              <a:xfrm>
                <a:off x="789875" y="1166125"/>
                <a:ext cx="320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1018" name="Google Shape;1018;p67"/>
          <p:cNvPicPr preferRelativeResize="0"/>
          <p:nvPr/>
        </p:nvPicPr>
        <p:blipFill rotWithShape="1">
          <a:blip r:embed="rId3">
            <a:alphaModFix/>
          </a:blip>
          <a:srcRect l="2383" t="2861" r="1895" b="4564"/>
          <a:stretch/>
        </p:blipFill>
        <p:spPr>
          <a:xfrm rot="1550832">
            <a:off x="1616742" y="2723086"/>
            <a:ext cx="4584506" cy="2342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6" name="Google Shape;4576;p44"/>
          <p:cNvSpPr txBox="1">
            <a:spLocks noGrp="1"/>
          </p:cNvSpPr>
          <p:nvPr>
            <p:ph type="title"/>
          </p:nvPr>
        </p:nvSpPr>
        <p:spPr>
          <a:xfrm>
            <a:off x="70934" y="439232"/>
            <a:ext cx="7704000" cy="897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i="0" dirty="0"/>
              <a:t>Objective</a:t>
            </a:r>
            <a:endParaRPr sz="4000" i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6F354-28F4-5900-7A72-116A1ED47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0175" y="1208030"/>
            <a:ext cx="53607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Improve overall user experience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Develop AI-based flight booking system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Reduce manual effort in searching flights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Provide quick and smart responses </a:t>
            </a:r>
          </a:p>
        </p:txBody>
      </p:sp>
      <p:grpSp>
        <p:nvGrpSpPr>
          <p:cNvPr id="3692" name="Google Shape;3692;p74"/>
          <p:cNvGrpSpPr/>
          <p:nvPr/>
        </p:nvGrpSpPr>
        <p:grpSpPr>
          <a:xfrm>
            <a:off x="7208603" y="312562"/>
            <a:ext cx="1873217" cy="1938026"/>
            <a:chOff x="-4937225" y="3557350"/>
            <a:chExt cx="1455225" cy="1524450"/>
          </a:xfrm>
        </p:grpSpPr>
        <p:sp>
          <p:nvSpPr>
            <p:cNvPr id="3693" name="Google Shape;3693;p74"/>
            <p:cNvSpPr/>
            <p:nvPr/>
          </p:nvSpPr>
          <p:spPr>
            <a:xfrm>
              <a:off x="-4264250" y="3649075"/>
              <a:ext cx="112600" cy="44225"/>
            </a:xfrm>
            <a:custGeom>
              <a:avLst/>
              <a:gdLst/>
              <a:ahLst/>
              <a:cxnLst/>
              <a:rect l="l" t="t" r="r" b="b"/>
              <a:pathLst>
                <a:path w="4504" h="1769" extrusionOk="0">
                  <a:moveTo>
                    <a:pt x="4303" y="1"/>
                  </a:moveTo>
                  <a:cubicBezTo>
                    <a:pt x="3503" y="701"/>
                    <a:pt x="2502" y="1468"/>
                    <a:pt x="2302" y="1468"/>
                  </a:cubicBezTo>
                  <a:cubicBezTo>
                    <a:pt x="2135" y="1468"/>
                    <a:pt x="1068" y="801"/>
                    <a:pt x="167" y="168"/>
                  </a:cubicBezTo>
                  <a:lnTo>
                    <a:pt x="0" y="401"/>
                  </a:lnTo>
                  <a:cubicBezTo>
                    <a:pt x="467" y="701"/>
                    <a:pt x="1968" y="1769"/>
                    <a:pt x="2302" y="1769"/>
                  </a:cubicBezTo>
                  <a:cubicBezTo>
                    <a:pt x="2635" y="1769"/>
                    <a:pt x="3936" y="701"/>
                    <a:pt x="4503" y="234"/>
                  </a:cubicBezTo>
                  <a:lnTo>
                    <a:pt x="4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74"/>
            <p:cNvSpPr/>
            <p:nvPr/>
          </p:nvSpPr>
          <p:spPr>
            <a:xfrm>
              <a:off x="-4241750" y="3562350"/>
              <a:ext cx="36725" cy="81750"/>
            </a:xfrm>
            <a:custGeom>
              <a:avLst/>
              <a:gdLst/>
              <a:ahLst/>
              <a:cxnLst/>
              <a:rect l="l" t="t" r="r" b="b"/>
              <a:pathLst>
                <a:path w="1469" h="3270" extrusionOk="0">
                  <a:moveTo>
                    <a:pt x="1202" y="1"/>
                  </a:moveTo>
                  <a:cubicBezTo>
                    <a:pt x="701" y="1001"/>
                    <a:pt x="301" y="2069"/>
                    <a:pt x="1" y="3170"/>
                  </a:cubicBezTo>
                  <a:lnTo>
                    <a:pt x="301" y="3270"/>
                  </a:lnTo>
                  <a:cubicBezTo>
                    <a:pt x="568" y="2169"/>
                    <a:pt x="968" y="1135"/>
                    <a:pt x="1469" y="134"/>
                  </a:cubicBezTo>
                  <a:lnTo>
                    <a:pt x="12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5" name="Google Shape;3695;p74"/>
            <p:cNvGrpSpPr/>
            <p:nvPr/>
          </p:nvGrpSpPr>
          <p:grpSpPr>
            <a:xfrm>
              <a:off x="-4937225" y="3557350"/>
              <a:ext cx="1455225" cy="1524450"/>
              <a:chOff x="-4937225" y="3557350"/>
              <a:chExt cx="1455225" cy="1524450"/>
            </a:xfrm>
          </p:grpSpPr>
          <p:sp>
            <p:nvSpPr>
              <p:cNvPr id="3696" name="Google Shape;3696;p74"/>
              <p:cNvSpPr/>
              <p:nvPr/>
            </p:nvSpPr>
            <p:spPr>
              <a:xfrm>
                <a:off x="-4529450" y="4821575"/>
                <a:ext cx="643000" cy="260225"/>
              </a:xfrm>
              <a:custGeom>
                <a:avLst/>
                <a:gdLst/>
                <a:ahLst/>
                <a:cxnLst/>
                <a:rect l="l" t="t" r="r" b="b"/>
                <a:pathLst>
                  <a:path w="25720" h="10409" extrusionOk="0">
                    <a:moveTo>
                      <a:pt x="13610" y="1"/>
                    </a:moveTo>
                    <a:lnTo>
                      <a:pt x="13544" y="301"/>
                    </a:lnTo>
                    <a:cubicBezTo>
                      <a:pt x="14211" y="435"/>
                      <a:pt x="15412" y="835"/>
                      <a:pt x="17146" y="1736"/>
                    </a:cubicBezTo>
                    <a:cubicBezTo>
                      <a:pt x="19314" y="2870"/>
                      <a:pt x="22684" y="4404"/>
                      <a:pt x="24451" y="5238"/>
                    </a:cubicBezTo>
                    <a:cubicBezTo>
                      <a:pt x="25052" y="5505"/>
                      <a:pt x="25385" y="6105"/>
                      <a:pt x="25385" y="6739"/>
                    </a:cubicBezTo>
                    <a:lnTo>
                      <a:pt x="25319" y="10042"/>
                    </a:lnTo>
                    <a:lnTo>
                      <a:pt x="24185" y="9775"/>
                    </a:lnTo>
                    <a:lnTo>
                      <a:pt x="24185" y="8607"/>
                    </a:lnTo>
                    <a:lnTo>
                      <a:pt x="12877" y="6973"/>
                    </a:lnTo>
                    <a:lnTo>
                      <a:pt x="12843" y="6973"/>
                    </a:lnTo>
                    <a:lnTo>
                      <a:pt x="1502" y="8607"/>
                    </a:lnTo>
                    <a:lnTo>
                      <a:pt x="1502" y="9775"/>
                    </a:lnTo>
                    <a:lnTo>
                      <a:pt x="368" y="10042"/>
                    </a:lnTo>
                    <a:lnTo>
                      <a:pt x="301" y="6739"/>
                    </a:lnTo>
                    <a:cubicBezTo>
                      <a:pt x="268" y="6105"/>
                      <a:pt x="634" y="5505"/>
                      <a:pt x="1202" y="5238"/>
                    </a:cubicBezTo>
                    <a:cubicBezTo>
                      <a:pt x="3003" y="4437"/>
                      <a:pt x="6372" y="2870"/>
                      <a:pt x="8540" y="1736"/>
                    </a:cubicBezTo>
                    <a:cubicBezTo>
                      <a:pt x="10441" y="735"/>
                      <a:pt x="11409" y="468"/>
                      <a:pt x="12009" y="335"/>
                    </a:cubicBezTo>
                    <a:lnTo>
                      <a:pt x="11943" y="34"/>
                    </a:lnTo>
                    <a:cubicBezTo>
                      <a:pt x="11309" y="168"/>
                      <a:pt x="10341" y="468"/>
                      <a:pt x="8407" y="1469"/>
                    </a:cubicBezTo>
                    <a:cubicBezTo>
                      <a:pt x="6238" y="2603"/>
                      <a:pt x="2903" y="4171"/>
                      <a:pt x="1101" y="4971"/>
                    </a:cubicBezTo>
                    <a:cubicBezTo>
                      <a:pt x="401" y="5305"/>
                      <a:pt x="1" y="5972"/>
                      <a:pt x="1" y="6739"/>
                    </a:cubicBezTo>
                    <a:lnTo>
                      <a:pt x="101" y="10408"/>
                    </a:lnTo>
                    <a:lnTo>
                      <a:pt x="1802" y="10008"/>
                    </a:lnTo>
                    <a:lnTo>
                      <a:pt x="1802" y="8874"/>
                    </a:lnTo>
                    <a:lnTo>
                      <a:pt x="12843" y="7240"/>
                    </a:lnTo>
                    <a:lnTo>
                      <a:pt x="23884" y="8874"/>
                    </a:lnTo>
                    <a:lnTo>
                      <a:pt x="23884" y="10008"/>
                    </a:lnTo>
                    <a:lnTo>
                      <a:pt x="25586" y="10408"/>
                    </a:lnTo>
                    <a:lnTo>
                      <a:pt x="25686" y="6739"/>
                    </a:lnTo>
                    <a:cubicBezTo>
                      <a:pt x="25719" y="5972"/>
                      <a:pt x="25285" y="5305"/>
                      <a:pt x="24585" y="4971"/>
                    </a:cubicBezTo>
                    <a:cubicBezTo>
                      <a:pt x="22784" y="4137"/>
                      <a:pt x="19448" y="2603"/>
                      <a:pt x="17280" y="1469"/>
                    </a:cubicBezTo>
                    <a:cubicBezTo>
                      <a:pt x="15512" y="568"/>
                      <a:pt x="14311" y="168"/>
                      <a:pt x="136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74"/>
              <p:cNvSpPr/>
              <p:nvPr/>
            </p:nvSpPr>
            <p:spPr>
              <a:xfrm>
                <a:off x="-4313450" y="3557350"/>
                <a:ext cx="210175" cy="1238400"/>
              </a:xfrm>
              <a:custGeom>
                <a:avLst/>
                <a:gdLst/>
                <a:ahLst/>
                <a:cxnLst/>
                <a:rect l="l" t="t" r="r" b="b"/>
                <a:pathLst>
                  <a:path w="8407" h="49536" extrusionOk="0">
                    <a:moveTo>
                      <a:pt x="4237" y="301"/>
                    </a:moveTo>
                    <a:cubicBezTo>
                      <a:pt x="5471" y="301"/>
                      <a:pt x="8106" y="9574"/>
                      <a:pt x="8106" y="10608"/>
                    </a:cubicBezTo>
                    <a:lnTo>
                      <a:pt x="8106" y="34892"/>
                    </a:lnTo>
                    <a:cubicBezTo>
                      <a:pt x="8106" y="42331"/>
                      <a:pt x="4837" y="48068"/>
                      <a:pt x="4203" y="49136"/>
                    </a:cubicBezTo>
                    <a:cubicBezTo>
                      <a:pt x="3569" y="48068"/>
                      <a:pt x="300" y="42331"/>
                      <a:pt x="300" y="34892"/>
                    </a:cubicBezTo>
                    <a:lnTo>
                      <a:pt x="300" y="10608"/>
                    </a:lnTo>
                    <a:cubicBezTo>
                      <a:pt x="300" y="10274"/>
                      <a:pt x="934" y="7673"/>
                      <a:pt x="1735" y="5137"/>
                    </a:cubicBezTo>
                    <a:cubicBezTo>
                      <a:pt x="3202" y="634"/>
                      <a:pt x="4003" y="301"/>
                      <a:pt x="4203" y="301"/>
                    </a:cubicBezTo>
                    <a:close/>
                    <a:moveTo>
                      <a:pt x="4203" y="0"/>
                    </a:moveTo>
                    <a:cubicBezTo>
                      <a:pt x="2469" y="0"/>
                      <a:pt x="0" y="10041"/>
                      <a:pt x="0" y="10608"/>
                    </a:cubicBezTo>
                    <a:lnTo>
                      <a:pt x="0" y="34892"/>
                    </a:lnTo>
                    <a:cubicBezTo>
                      <a:pt x="0" y="43198"/>
                      <a:pt x="4036" y="49402"/>
                      <a:pt x="4070" y="49469"/>
                    </a:cubicBezTo>
                    <a:lnTo>
                      <a:pt x="4136" y="49536"/>
                    </a:lnTo>
                    <a:lnTo>
                      <a:pt x="4303" y="49536"/>
                    </a:lnTo>
                    <a:lnTo>
                      <a:pt x="4337" y="49469"/>
                    </a:lnTo>
                    <a:cubicBezTo>
                      <a:pt x="4370" y="49402"/>
                      <a:pt x="8406" y="43198"/>
                      <a:pt x="8406" y="34892"/>
                    </a:cubicBezTo>
                    <a:lnTo>
                      <a:pt x="8406" y="10608"/>
                    </a:lnTo>
                    <a:cubicBezTo>
                      <a:pt x="8406" y="10208"/>
                      <a:pt x="7739" y="7539"/>
                      <a:pt x="6938" y="5037"/>
                    </a:cubicBezTo>
                    <a:cubicBezTo>
                      <a:pt x="5838" y="1702"/>
                      <a:pt x="4937" y="0"/>
                      <a:pt x="42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74"/>
              <p:cNvSpPr/>
              <p:nvPr/>
            </p:nvSpPr>
            <p:spPr>
              <a:xfrm>
                <a:off x="-4390175" y="4390175"/>
                <a:ext cx="135950" cy="343050"/>
              </a:xfrm>
              <a:custGeom>
                <a:avLst/>
                <a:gdLst/>
                <a:ahLst/>
                <a:cxnLst/>
                <a:rect l="l" t="t" r="r" b="b"/>
                <a:pathLst>
                  <a:path w="5438" h="13722" extrusionOk="0">
                    <a:moveTo>
                      <a:pt x="2035" y="278"/>
                    </a:moveTo>
                    <a:cubicBezTo>
                      <a:pt x="2535" y="278"/>
                      <a:pt x="2936" y="462"/>
                      <a:pt x="3103" y="545"/>
                    </a:cubicBezTo>
                    <a:cubicBezTo>
                      <a:pt x="3069" y="1346"/>
                      <a:pt x="2869" y="7150"/>
                      <a:pt x="5104" y="11953"/>
                    </a:cubicBezTo>
                    <a:cubicBezTo>
                      <a:pt x="5071" y="12216"/>
                      <a:pt x="4713" y="13422"/>
                      <a:pt x="4031" y="13422"/>
                    </a:cubicBezTo>
                    <a:cubicBezTo>
                      <a:pt x="4022" y="13422"/>
                      <a:pt x="4012" y="13421"/>
                      <a:pt x="4003" y="13421"/>
                    </a:cubicBezTo>
                    <a:cubicBezTo>
                      <a:pt x="3236" y="13354"/>
                      <a:pt x="1101" y="10252"/>
                      <a:pt x="701" y="7917"/>
                    </a:cubicBezTo>
                    <a:cubicBezTo>
                      <a:pt x="334" y="5815"/>
                      <a:pt x="367" y="1646"/>
                      <a:pt x="367" y="1112"/>
                    </a:cubicBezTo>
                    <a:cubicBezTo>
                      <a:pt x="934" y="462"/>
                      <a:pt x="1535" y="278"/>
                      <a:pt x="2035" y="278"/>
                    </a:cubicBezTo>
                    <a:close/>
                    <a:moveTo>
                      <a:pt x="2014" y="1"/>
                    </a:moveTo>
                    <a:cubicBezTo>
                      <a:pt x="1429" y="1"/>
                      <a:pt x="732" y="214"/>
                      <a:pt x="100" y="979"/>
                    </a:cubicBezTo>
                    <a:lnTo>
                      <a:pt x="67" y="1012"/>
                    </a:lnTo>
                    <a:lnTo>
                      <a:pt x="67" y="1079"/>
                    </a:lnTo>
                    <a:cubicBezTo>
                      <a:pt x="67" y="1112"/>
                      <a:pt x="0" y="5715"/>
                      <a:pt x="401" y="7950"/>
                    </a:cubicBezTo>
                    <a:cubicBezTo>
                      <a:pt x="801" y="10185"/>
                      <a:pt x="2936" y="13621"/>
                      <a:pt x="4003" y="13721"/>
                    </a:cubicBezTo>
                    <a:lnTo>
                      <a:pt x="4070" y="13721"/>
                    </a:lnTo>
                    <a:cubicBezTo>
                      <a:pt x="5037" y="13721"/>
                      <a:pt x="5404" y="12053"/>
                      <a:pt x="5404" y="11987"/>
                    </a:cubicBezTo>
                    <a:lnTo>
                      <a:pt x="5438" y="11920"/>
                    </a:lnTo>
                    <a:lnTo>
                      <a:pt x="5404" y="11886"/>
                    </a:lnTo>
                    <a:cubicBezTo>
                      <a:pt x="3002" y="6783"/>
                      <a:pt x="3403" y="545"/>
                      <a:pt x="3403" y="478"/>
                    </a:cubicBezTo>
                    <a:lnTo>
                      <a:pt x="3403" y="378"/>
                    </a:lnTo>
                    <a:lnTo>
                      <a:pt x="3336" y="345"/>
                    </a:lnTo>
                    <a:cubicBezTo>
                      <a:pt x="3317" y="345"/>
                      <a:pt x="2756" y="1"/>
                      <a:pt x="20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74"/>
              <p:cNvSpPr/>
              <p:nvPr/>
            </p:nvSpPr>
            <p:spPr>
              <a:xfrm>
                <a:off x="-4310950" y="3995125"/>
                <a:ext cx="47550" cy="76775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3071" extrusionOk="0">
                    <a:moveTo>
                      <a:pt x="569" y="1"/>
                    </a:moveTo>
                    <a:cubicBezTo>
                      <a:pt x="329" y="1"/>
                      <a:pt x="149" y="35"/>
                      <a:pt x="134" y="35"/>
                    </a:cubicBezTo>
                    <a:lnTo>
                      <a:pt x="167" y="336"/>
                    </a:lnTo>
                    <a:cubicBezTo>
                      <a:pt x="183" y="336"/>
                      <a:pt x="354" y="306"/>
                      <a:pt x="572" y="306"/>
                    </a:cubicBezTo>
                    <a:cubicBezTo>
                      <a:pt x="817" y="306"/>
                      <a:pt x="1123" y="343"/>
                      <a:pt x="1335" y="502"/>
                    </a:cubicBezTo>
                    <a:cubicBezTo>
                      <a:pt x="1468" y="602"/>
                      <a:pt x="1535" y="736"/>
                      <a:pt x="1535" y="936"/>
                    </a:cubicBezTo>
                    <a:cubicBezTo>
                      <a:pt x="1601" y="1870"/>
                      <a:pt x="34" y="2804"/>
                      <a:pt x="0" y="2804"/>
                    </a:cubicBezTo>
                    <a:lnTo>
                      <a:pt x="167" y="3071"/>
                    </a:lnTo>
                    <a:cubicBezTo>
                      <a:pt x="234" y="3037"/>
                      <a:pt x="1902" y="2037"/>
                      <a:pt x="1835" y="936"/>
                    </a:cubicBezTo>
                    <a:cubicBezTo>
                      <a:pt x="1835" y="636"/>
                      <a:pt x="1701" y="402"/>
                      <a:pt x="1501" y="269"/>
                    </a:cubicBezTo>
                    <a:cubicBezTo>
                      <a:pt x="1228" y="51"/>
                      <a:pt x="856" y="1"/>
                      <a:pt x="5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74"/>
              <p:cNvSpPr/>
              <p:nvPr/>
            </p:nvSpPr>
            <p:spPr>
              <a:xfrm>
                <a:off x="-4310950" y="4093550"/>
                <a:ext cx="47550" cy="76750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3070" extrusionOk="0">
                    <a:moveTo>
                      <a:pt x="569" y="0"/>
                    </a:moveTo>
                    <a:cubicBezTo>
                      <a:pt x="329" y="0"/>
                      <a:pt x="149" y="35"/>
                      <a:pt x="134" y="35"/>
                    </a:cubicBezTo>
                    <a:lnTo>
                      <a:pt x="167" y="335"/>
                    </a:lnTo>
                    <a:cubicBezTo>
                      <a:pt x="183" y="335"/>
                      <a:pt x="354" y="305"/>
                      <a:pt x="572" y="305"/>
                    </a:cubicBezTo>
                    <a:cubicBezTo>
                      <a:pt x="817" y="305"/>
                      <a:pt x="1123" y="343"/>
                      <a:pt x="1335" y="502"/>
                    </a:cubicBezTo>
                    <a:cubicBezTo>
                      <a:pt x="1468" y="602"/>
                      <a:pt x="1535" y="735"/>
                      <a:pt x="1535" y="935"/>
                    </a:cubicBezTo>
                    <a:cubicBezTo>
                      <a:pt x="1601" y="1869"/>
                      <a:pt x="34" y="2803"/>
                      <a:pt x="0" y="2803"/>
                    </a:cubicBezTo>
                    <a:lnTo>
                      <a:pt x="167" y="3070"/>
                    </a:lnTo>
                    <a:cubicBezTo>
                      <a:pt x="234" y="3037"/>
                      <a:pt x="1902" y="2036"/>
                      <a:pt x="1835" y="935"/>
                    </a:cubicBezTo>
                    <a:cubicBezTo>
                      <a:pt x="1835" y="635"/>
                      <a:pt x="1701" y="401"/>
                      <a:pt x="1501" y="268"/>
                    </a:cubicBezTo>
                    <a:cubicBezTo>
                      <a:pt x="1228" y="50"/>
                      <a:pt x="856" y="0"/>
                      <a:pt x="5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74"/>
              <p:cNvSpPr/>
              <p:nvPr/>
            </p:nvSpPr>
            <p:spPr>
              <a:xfrm>
                <a:off x="-4310950" y="4191950"/>
                <a:ext cx="47550" cy="76775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3071" extrusionOk="0">
                    <a:moveTo>
                      <a:pt x="569" y="0"/>
                    </a:moveTo>
                    <a:cubicBezTo>
                      <a:pt x="329" y="0"/>
                      <a:pt x="149" y="35"/>
                      <a:pt x="134" y="35"/>
                    </a:cubicBezTo>
                    <a:lnTo>
                      <a:pt x="167" y="335"/>
                    </a:lnTo>
                    <a:cubicBezTo>
                      <a:pt x="184" y="335"/>
                      <a:pt x="376" y="293"/>
                      <a:pt x="613" y="293"/>
                    </a:cubicBezTo>
                    <a:cubicBezTo>
                      <a:pt x="851" y="293"/>
                      <a:pt x="1134" y="335"/>
                      <a:pt x="1335" y="502"/>
                    </a:cubicBezTo>
                    <a:cubicBezTo>
                      <a:pt x="1468" y="602"/>
                      <a:pt x="1535" y="735"/>
                      <a:pt x="1535" y="935"/>
                    </a:cubicBezTo>
                    <a:cubicBezTo>
                      <a:pt x="1601" y="1869"/>
                      <a:pt x="34" y="2803"/>
                      <a:pt x="0" y="2803"/>
                    </a:cubicBezTo>
                    <a:lnTo>
                      <a:pt x="167" y="3070"/>
                    </a:lnTo>
                    <a:cubicBezTo>
                      <a:pt x="234" y="3003"/>
                      <a:pt x="1902" y="2036"/>
                      <a:pt x="1835" y="935"/>
                    </a:cubicBezTo>
                    <a:cubicBezTo>
                      <a:pt x="1835" y="635"/>
                      <a:pt x="1701" y="402"/>
                      <a:pt x="1501" y="268"/>
                    </a:cubicBezTo>
                    <a:cubicBezTo>
                      <a:pt x="1228" y="50"/>
                      <a:pt x="856" y="0"/>
                      <a:pt x="5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74"/>
              <p:cNvSpPr/>
              <p:nvPr/>
            </p:nvSpPr>
            <p:spPr>
              <a:xfrm>
                <a:off x="-4310950" y="4290250"/>
                <a:ext cx="47550" cy="76875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3075" extrusionOk="0">
                    <a:moveTo>
                      <a:pt x="603" y="1"/>
                    </a:moveTo>
                    <a:cubicBezTo>
                      <a:pt x="347" y="1"/>
                      <a:pt x="150" y="39"/>
                      <a:pt x="134" y="39"/>
                    </a:cubicBezTo>
                    <a:lnTo>
                      <a:pt x="167" y="339"/>
                    </a:lnTo>
                    <a:cubicBezTo>
                      <a:pt x="184" y="339"/>
                      <a:pt x="376" y="306"/>
                      <a:pt x="613" y="306"/>
                    </a:cubicBezTo>
                    <a:cubicBezTo>
                      <a:pt x="851" y="306"/>
                      <a:pt x="1134" y="339"/>
                      <a:pt x="1335" y="472"/>
                    </a:cubicBezTo>
                    <a:cubicBezTo>
                      <a:pt x="1468" y="606"/>
                      <a:pt x="1535" y="739"/>
                      <a:pt x="1535" y="939"/>
                    </a:cubicBezTo>
                    <a:cubicBezTo>
                      <a:pt x="1601" y="1873"/>
                      <a:pt x="34" y="2807"/>
                      <a:pt x="0" y="2807"/>
                    </a:cubicBezTo>
                    <a:lnTo>
                      <a:pt x="167" y="3074"/>
                    </a:lnTo>
                    <a:cubicBezTo>
                      <a:pt x="234" y="3008"/>
                      <a:pt x="1902" y="2040"/>
                      <a:pt x="1835" y="939"/>
                    </a:cubicBezTo>
                    <a:cubicBezTo>
                      <a:pt x="1835" y="639"/>
                      <a:pt x="1701" y="406"/>
                      <a:pt x="1501" y="239"/>
                    </a:cubicBezTo>
                    <a:cubicBezTo>
                      <a:pt x="1239" y="47"/>
                      <a:pt x="886" y="1"/>
                      <a:pt x="6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74"/>
              <p:cNvSpPr/>
              <p:nvPr/>
            </p:nvSpPr>
            <p:spPr>
              <a:xfrm>
                <a:off x="-4381000" y="4822425"/>
                <a:ext cx="152625" cy="205175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8207" extrusionOk="0">
                    <a:moveTo>
                      <a:pt x="6005" y="0"/>
                    </a:moveTo>
                    <a:cubicBezTo>
                      <a:pt x="2569" y="1368"/>
                      <a:pt x="100" y="7839"/>
                      <a:pt x="0" y="8106"/>
                    </a:cubicBezTo>
                    <a:lnTo>
                      <a:pt x="267" y="8206"/>
                    </a:lnTo>
                    <a:cubicBezTo>
                      <a:pt x="300" y="8140"/>
                      <a:pt x="2802" y="1601"/>
                      <a:pt x="6105" y="301"/>
                    </a:cubicBezTo>
                    <a:lnTo>
                      <a:pt x="60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74"/>
              <p:cNvSpPr/>
              <p:nvPr/>
            </p:nvSpPr>
            <p:spPr>
              <a:xfrm>
                <a:off x="-4160850" y="4390175"/>
                <a:ext cx="134300" cy="34305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3722" extrusionOk="0">
                    <a:moveTo>
                      <a:pt x="3336" y="278"/>
                    </a:moveTo>
                    <a:cubicBezTo>
                      <a:pt x="3837" y="278"/>
                      <a:pt x="4437" y="462"/>
                      <a:pt x="5004" y="1112"/>
                    </a:cubicBezTo>
                    <a:cubicBezTo>
                      <a:pt x="5037" y="1646"/>
                      <a:pt x="5071" y="5815"/>
                      <a:pt x="4704" y="7917"/>
                    </a:cubicBezTo>
                    <a:cubicBezTo>
                      <a:pt x="4270" y="10252"/>
                      <a:pt x="2135" y="13354"/>
                      <a:pt x="1368" y="13421"/>
                    </a:cubicBezTo>
                    <a:cubicBezTo>
                      <a:pt x="1350" y="13423"/>
                      <a:pt x="1332" y="13424"/>
                      <a:pt x="1314" y="13424"/>
                    </a:cubicBezTo>
                    <a:cubicBezTo>
                      <a:pt x="652" y="13424"/>
                      <a:pt x="367" y="12246"/>
                      <a:pt x="334" y="11987"/>
                    </a:cubicBezTo>
                    <a:cubicBezTo>
                      <a:pt x="568" y="11486"/>
                      <a:pt x="2636" y="6816"/>
                      <a:pt x="2269" y="545"/>
                    </a:cubicBezTo>
                    <a:cubicBezTo>
                      <a:pt x="2436" y="462"/>
                      <a:pt x="2836" y="278"/>
                      <a:pt x="3336" y="278"/>
                    </a:cubicBezTo>
                    <a:close/>
                    <a:moveTo>
                      <a:pt x="3344" y="1"/>
                    </a:moveTo>
                    <a:cubicBezTo>
                      <a:pt x="2605" y="1"/>
                      <a:pt x="2054" y="345"/>
                      <a:pt x="2035" y="345"/>
                    </a:cubicBezTo>
                    <a:lnTo>
                      <a:pt x="1969" y="378"/>
                    </a:lnTo>
                    <a:lnTo>
                      <a:pt x="1969" y="478"/>
                    </a:lnTo>
                    <a:cubicBezTo>
                      <a:pt x="2369" y="7050"/>
                      <a:pt x="67" y="11886"/>
                      <a:pt x="34" y="11920"/>
                    </a:cubicBezTo>
                    <a:lnTo>
                      <a:pt x="1" y="11953"/>
                    </a:lnTo>
                    <a:lnTo>
                      <a:pt x="34" y="12020"/>
                    </a:lnTo>
                    <a:cubicBezTo>
                      <a:pt x="34" y="12087"/>
                      <a:pt x="334" y="13721"/>
                      <a:pt x="1301" y="13721"/>
                    </a:cubicBezTo>
                    <a:lnTo>
                      <a:pt x="1368" y="13721"/>
                    </a:lnTo>
                    <a:cubicBezTo>
                      <a:pt x="2436" y="13621"/>
                      <a:pt x="4570" y="10219"/>
                      <a:pt x="4971" y="7984"/>
                    </a:cubicBezTo>
                    <a:cubicBezTo>
                      <a:pt x="5371" y="5749"/>
                      <a:pt x="5304" y="1112"/>
                      <a:pt x="5304" y="1079"/>
                    </a:cubicBezTo>
                    <a:lnTo>
                      <a:pt x="5304" y="1012"/>
                    </a:lnTo>
                    <a:lnTo>
                      <a:pt x="5271" y="979"/>
                    </a:lnTo>
                    <a:cubicBezTo>
                      <a:pt x="4624" y="214"/>
                      <a:pt x="3926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74"/>
              <p:cNvSpPr/>
              <p:nvPr/>
            </p:nvSpPr>
            <p:spPr>
              <a:xfrm>
                <a:off x="-4290100" y="3736650"/>
                <a:ext cx="163475" cy="158475"/>
              </a:xfrm>
              <a:custGeom>
                <a:avLst/>
                <a:gdLst/>
                <a:ahLst/>
                <a:cxnLst/>
                <a:rect l="l" t="t" r="r" b="b"/>
                <a:pathLst>
                  <a:path w="6539" h="6339" extrusionOk="0">
                    <a:moveTo>
                      <a:pt x="3269" y="300"/>
                    </a:moveTo>
                    <a:cubicBezTo>
                      <a:pt x="3569" y="434"/>
                      <a:pt x="5070" y="1134"/>
                      <a:pt x="5838" y="2802"/>
                    </a:cubicBezTo>
                    <a:cubicBezTo>
                      <a:pt x="6238" y="3703"/>
                      <a:pt x="6238" y="4503"/>
                      <a:pt x="5904" y="5071"/>
                    </a:cubicBezTo>
                    <a:cubicBezTo>
                      <a:pt x="5471" y="5704"/>
                      <a:pt x="4603" y="6038"/>
                      <a:pt x="3303" y="6038"/>
                    </a:cubicBezTo>
                    <a:lnTo>
                      <a:pt x="3236" y="6038"/>
                    </a:lnTo>
                    <a:cubicBezTo>
                      <a:pt x="1968" y="6038"/>
                      <a:pt x="1068" y="5704"/>
                      <a:pt x="667" y="5071"/>
                    </a:cubicBezTo>
                    <a:cubicBezTo>
                      <a:pt x="300" y="4503"/>
                      <a:pt x="300" y="3703"/>
                      <a:pt x="701" y="2802"/>
                    </a:cubicBezTo>
                    <a:cubicBezTo>
                      <a:pt x="1468" y="1101"/>
                      <a:pt x="2969" y="434"/>
                      <a:pt x="3269" y="300"/>
                    </a:cubicBezTo>
                    <a:close/>
                    <a:moveTo>
                      <a:pt x="3236" y="0"/>
                    </a:moveTo>
                    <a:lnTo>
                      <a:pt x="3136" y="34"/>
                    </a:lnTo>
                    <a:cubicBezTo>
                      <a:pt x="2735" y="200"/>
                      <a:pt x="1234" y="934"/>
                      <a:pt x="434" y="2669"/>
                    </a:cubicBezTo>
                    <a:cubicBezTo>
                      <a:pt x="0" y="3670"/>
                      <a:pt x="0" y="4570"/>
                      <a:pt x="400" y="5204"/>
                    </a:cubicBezTo>
                    <a:cubicBezTo>
                      <a:pt x="834" y="5904"/>
                      <a:pt x="1768" y="6305"/>
                      <a:pt x="3069" y="6338"/>
                    </a:cubicBezTo>
                    <a:lnTo>
                      <a:pt x="3469" y="6338"/>
                    </a:lnTo>
                    <a:cubicBezTo>
                      <a:pt x="4770" y="6305"/>
                      <a:pt x="5704" y="5904"/>
                      <a:pt x="6138" y="5204"/>
                    </a:cubicBezTo>
                    <a:cubicBezTo>
                      <a:pt x="6538" y="4570"/>
                      <a:pt x="6538" y="3670"/>
                      <a:pt x="6105" y="2669"/>
                    </a:cubicBezTo>
                    <a:cubicBezTo>
                      <a:pt x="5371" y="1034"/>
                      <a:pt x="3903" y="234"/>
                      <a:pt x="3403" y="67"/>
                    </a:cubicBezTo>
                    <a:lnTo>
                      <a:pt x="3336" y="0"/>
                    </a:lnTo>
                    <a:lnTo>
                      <a:pt x="3336" y="34"/>
                    </a:lnTo>
                    <a:cubicBezTo>
                      <a:pt x="3269" y="0"/>
                      <a:pt x="3269" y="0"/>
                      <a:pt x="32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74"/>
              <p:cNvSpPr/>
              <p:nvPr/>
            </p:nvSpPr>
            <p:spPr>
              <a:xfrm>
                <a:off x="-4153350" y="3995125"/>
                <a:ext cx="47575" cy="767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3071" extrusionOk="0">
                    <a:moveTo>
                      <a:pt x="1339" y="1"/>
                    </a:moveTo>
                    <a:cubicBezTo>
                      <a:pt x="1046" y="1"/>
                      <a:pt x="674" y="51"/>
                      <a:pt x="401" y="269"/>
                    </a:cubicBezTo>
                    <a:cubicBezTo>
                      <a:pt x="201" y="402"/>
                      <a:pt x="67" y="636"/>
                      <a:pt x="67" y="936"/>
                    </a:cubicBezTo>
                    <a:cubicBezTo>
                      <a:pt x="1" y="2037"/>
                      <a:pt x="1669" y="3037"/>
                      <a:pt x="1735" y="3071"/>
                    </a:cubicBezTo>
                    <a:lnTo>
                      <a:pt x="1902" y="2804"/>
                    </a:lnTo>
                    <a:cubicBezTo>
                      <a:pt x="1869" y="2804"/>
                      <a:pt x="301" y="1870"/>
                      <a:pt x="368" y="936"/>
                    </a:cubicBezTo>
                    <a:cubicBezTo>
                      <a:pt x="368" y="736"/>
                      <a:pt x="434" y="602"/>
                      <a:pt x="568" y="502"/>
                    </a:cubicBezTo>
                    <a:cubicBezTo>
                      <a:pt x="780" y="343"/>
                      <a:pt x="1094" y="306"/>
                      <a:pt x="1344" y="306"/>
                    </a:cubicBezTo>
                    <a:cubicBezTo>
                      <a:pt x="1565" y="306"/>
                      <a:pt x="1735" y="336"/>
                      <a:pt x="1735" y="336"/>
                    </a:cubicBezTo>
                    <a:lnTo>
                      <a:pt x="1802" y="35"/>
                    </a:lnTo>
                    <a:cubicBezTo>
                      <a:pt x="1772" y="35"/>
                      <a:pt x="1583" y="1"/>
                      <a:pt x="13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74"/>
              <p:cNvSpPr/>
              <p:nvPr/>
            </p:nvSpPr>
            <p:spPr>
              <a:xfrm>
                <a:off x="-4153350" y="4093550"/>
                <a:ext cx="47575" cy="76750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3070" extrusionOk="0">
                    <a:moveTo>
                      <a:pt x="1339" y="0"/>
                    </a:moveTo>
                    <a:cubicBezTo>
                      <a:pt x="1046" y="0"/>
                      <a:pt x="674" y="50"/>
                      <a:pt x="401" y="268"/>
                    </a:cubicBezTo>
                    <a:cubicBezTo>
                      <a:pt x="201" y="401"/>
                      <a:pt x="67" y="635"/>
                      <a:pt x="67" y="935"/>
                    </a:cubicBezTo>
                    <a:cubicBezTo>
                      <a:pt x="1" y="2036"/>
                      <a:pt x="1669" y="3003"/>
                      <a:pt x="1735" y="3070"/>
                    </a:cubicBezTo>
                    <a:lnTo>
                      <a:pt x="1902" y="2803"/>
                    </a:lnTo>
                    <a:cubicBezTo>
                      <a:pt x="1869" y="2803"/>
                      <a:pt x="301" y="1869"/>
                      <a:pt x="368" y="935"/>
                    </a:cubicBezTo>
                    <a:cubicBezTo>
                      <a:pt x="368" y="735"/>
                      <a:pt x="434" y="602"/>
                      <a:pt x="568" y="502"/>
                    </a:cubicBezTo>
                    <a:cubicBezTo>
                      <a:pt x="780" y="343"/>
                      <a:pt x="1094" y="305"/>
                      <a:pt x="1344" y="305"/>
                    </a:cubicBezTo>
                    <a:cubicBezTo>
                      <a:pt x="1565" y="305"/>
                      <a:pt x="1735" y="335"/>
                      <a:pt x="1735" y="335"/>
                    </a:cubicBezTo>
                    <a:lnTo>
                      <a:pt x="1802" y="35"/>
                    </a:lnTo>
                    <a:cubicBezTo>
                      <a:pt x="1772" y="35"/>
                      <a:pt x="1583" y="0"/>
                      <a:pt x="13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74"/>
              <p:cNvSpPr/>
              <p:nvPr/>
            </p:nvSpPr>
            <p:spPr>
              <a:xfrm>
                <a:off x="-4153350" y="4191850"/>
                <a:ext cx="47575" cy="768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3075" extrusionOk="0">
                    <a:moveTo>
                      <a:pt x="1304" y="1"/>
                    </a:moveTo>
                    <a:cubicBezTo>
                      <a:pt x="1017" y="1"/>
                      <a:pt x="663" y="47"/>
                      <a:pt x="401" y="239"/>
                    </a:cubicBezTo>
                    <a:cubicBezTo>
                      <a:pt x="201" y="406"/>
                      <a:pt x="67" y="639"/>
                      <a:pt x="67" y="939"/>
                    </a:cubicBezTo>
                    <a:cubicBezTo>
                      <a:pt x="1" y="2040"/>
                      <a:pt x="1669" y="3007"/>
                      <a:pt x="1735" y="3074"/>
                    </a:cubicBezTo>
                    <a:lnTo>
                      <a:pt x="1902" y="2807"/>
                    </a:lnTo>
                    <a:cubicBezTo>
                      <a:pt x="1869" y="2807"/>
                      <a:pt x="301" y="1873"/>
                      <a:pt x="368" y="939"/>
                    </a:cubicBezTo>
                    <a:cubicBezTo>
                      <a:pt x="368" y="739"/>
                      <a:pt x="434" y="606"/>
                      <a:pt x="568" y="472"/>
                    </a:cubicBezTo>
                    <a:cubicBezTo>
                      <a:pt x="757" y="330"/>
                      <a:pt x="1029" y="293"/>
                      <a:pt x="1263" y="293"/>
                    </a:cubicBezTo>
                    <a:cubicBezTo>
                      <a:pt x="1523" y="293"/>
                      <a:pt x="1735" y="339"/>
                      <a:pt x="1735" y="339"/>
                    </a:cubicBezTo>
                    <a:lnTo>
                      <a:pt x="1802" y="39"/>
                    </a:lnTo>
                    <a:cubicBezTo>
                      <a:pt x="1770" y="39"/>
                      <a:pt x="1565" y="1"/>
                      <a:pt x="1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74"/>
              <p:cNvSpPr/>
              <p:nvPr/>
            </p:nvSpPr>
            <p:spPr>
              <a:xfrm>
                <a:off x="-4153350" y="4290250"/>
                <a:ext cx="47575" cy="76875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3075" extrusionOk="0">
                    <a:moveTo>
                      <a:pt x="1304" y="1"/>
                    </a:moveTo>
                    <a:cubicBezTo>
                      <a:pt x="1017" y="1"/>
                      <a:pt x="663" y="47"/>
                      <a:pt x="401" y="239"/>
                    </a:cubicBezTo>
                    <a:cubicBezTo>
                      <a:pt x="201" y="406"/>
                      <a:pt x="67" y="639"/>
                      <a:pt x="67" y="906"/>
                    </a:cubicBezTo>
                    <a:cubicBezTo>
                      <a:pt x="1" y="2040"/>
                      <a:pt x="1669" y="3008"/>
                      <a:pt x="1735" y="3074"/>
                    </a:cubicBezTo>
                    <a:lnTo>
                      <a:pt x="1902" y="2807"/>
                    </a:lnTo>
                    <a:cubicBezTo>
                      <a:pt x="1869" y="2774"/>
                      <a:pt x="301" y="1873"/>
                      <a:pt x="368" y="939"/>
                    </a:cubicBezTo>
                    <a:cubicBezTo>
                      <a:pt x="368" y="739"/>
                      <a:pt x="434" y="573"/>
                      <a:pt x="568" y="472"/>
                    </a:cubicBezTo>
                    <a:cubicBezTo>
                      <a:pt x="757" y="330"/>
                      <a:pt x="1029" y="293"/>
                      <a:pt x="1263" y="293"/>
                    </a:cubicBezTo>
                    <a:cubicBezTo>
                      <a:pt x="1523" y="293"/>
                      <a:pt x="1735" y="339"/>
                      <a:pt x="1735" y="339"/>
                    </a:cubicBezTo>
                    <a:lnTo>
                      <a:pt x="1802" y="39"/>
                    </a:lnTo>
                    <a:cubicBezTo>
                      <a:pt x="1770" y="39"/>
                      <a:pt x="1565" y="1"/>
                      <a:pt x="1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74"/>
              <p:cNvSpPr/>
              <p:nvPr/>
            </p:nvSpPr>
            <p:spPr>
              <a:xfrm>
                <a:off x="-4189200" y="4823250"/>
                <a:ext cx="153475" cy="204350"/>
              </a:xfrm>
              <a:custGeom>
                <a:avLst/>
                <a:gdLst/>
                <a:ahLst/>
                <a:cxnLst/>
                <a:rect l="l" t="t" r="r" b="b"/>
                <a:pathLst>
                  <a:path w="6139" h="8174" extrusionOk="0">
                    <a:moveTo>
                      <a:pt x="100" y="1"/>
                    </a:moveTo>
                    <a:lnTo>
                      <a:pt x="0" y="268"/>
                    </a:lnTo>
                    <a:cubicBezTo>
                      <a:pt x="3303" y="1568"/>
                      <a:pt x="5838" y="8107"/>
                      <a:pt x="5871" y="8173"/>
                    </a:cubicBezTo>
                    <a:lnTo>
                      <a:pt x="6138" y="8073"/>
                    </a:lnTo>
                    <a:cubicBezTo>
                      <a:pt x="6038" y="7806"/>
                      <a:pt x="3536" y="1335"/>
                      <a:pt x="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74"/>
              <p:cNvSpPr/>
              <p:nvPr/>
            </p:nvSpPr>
            <p:spPr>
              <a:xfrm>
                <a:off x="-4937225" y="4125250"/>
                <a:ext cx="626300" cy="404475"/>
              </a:xfrm>
              <a:custGeom>
                <a:avLst/>
                <a:gdLst/>
                <a:ahLst/>
                <a:cxnLst/>
                <a:rect l="l" t="t" r="r" b="b"/>
                <a:pathLst>
                  <a:path w="25052" h="16179" extrusionOk="0">
                    <a:moveTo>
                      <a:pt x="24918" y="1"/>
                    </a:moveTo>
                    <a:lnTo>
                      <a:pt x="500" y="11709"/>
                    </a:lnTo>
                    <a:cubicBezTo>
                      <a:pt x="200" y="11843"/>
                      <a:pt x="0" y="12176"/>
                      <a:pt x="0" y="12510"/>
                    </a:cubicBezTo>
                    <a:lnTo>
                      <a:pt x="0" y="15312"/>
                    </a:lnTo>
                    <a:cubicBezTo>
                      <a:pt x="0" y="15545"/>
                      <a:pt x="100" y="15779"/>
                      <a:pt x="267" y="15945"/>
                    </a:cubicBezTo>
                    <a:cubicBezTo>
                      <a:pt x="434" y="16112"/>
                      <a:pt x="667" y="16179"/>
                      <a:pt x="867" y="16179"/>
                    </a:cubicBezTo>
                    <a:lnTo>
                      <a:pt x="967" y="16179"/>
                    </a:lnTo>
                    <a:lnTo>
                      <a:pt x="22116" y="14378"/>
                    </a:lnTo>
                    <a:lnTo>
                      <a:pt x="22082" y="14077"/>
                    </a:lnTo>
                    <a:lnTo>
                      <a:pt x="934" y="15879"/>
                    </a:lnTo>
                    <a:cubicBezTo>
                      <a:pt x="904" y="15885"/>
                      <a:pt x="875" y="15887"/>
                      <a:pt x="846" y="15887"/>
                    </a:cubicBezTo>
                    <a:cubicBezTo>
                      <a:pt x="709" y="15887"/>
                      <a:pt x="577" y="15828"/>
                      <a:pt x="467" y="15745"/>
                    </a:cubicBezTo>
                    <a:cubicBezTo>
                      <a:pt x="367" y="15612"/>
                      <a:pt x="300" y="15445"/>
                      <a:pt x="300" y="15278"/>
                    </a:cubicBezTo>
                    <a:lnTo>
                      <a:pt x="300" y="12510"/>
                    </a:lnTo>
                    <a:cubicBezTo>
                      <a:pt x="300" y="12276"/>
                      <a:pt x="434" y="12076"/>
                      <a:pt x="634" y="11976"/>
                    </a:cubicBezTo>
                    <a:lnTo>
                      <a:pt x="25051" y="268"/>
                    </a:lnTo>
                    <a:lnTo>
                      <a:pt x="249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74"/>
              <p:cNvSpPr/>
              <p:nvPr/>
            </p:nvSpPr>
            <p:spPr>
              <a:xfrm>
                <a:off x="-4931400" y="4287875"/>
                <a:ext cx="304400" cy="193500"/>
              </a:xfrm>
              <a:custGeom>
                <a:avLst/>
                <a:gdLst/>
                <a:ahLst/>
                <a:cxnLst/>
                <a:rect l="l" t="t" r="r" b="b"/>
                <a:pathLst>
                  <a:path w="12176" h="7740" extrusionOk="0">
                    <a:moveTo>
                      <a:pt x="11776" y="0"/>
                    </a:moveTo>
                    <a:lnTo>
                      <a:pt x="11509" y="34"/>
                    </a:lnTo>
                    <a:cubicBezTo>
                      <a:pt x="11676" y="2402"/>
                      <a:pt x="11742" y="4971"/>
                      <a:pt x="11575" y="5338"/>
                    </a:cubicBezTo>
                    <a:cubicBezTo>
                      <a:pt x="9674" y="5738"/>
                      <a:pt x="101" y="7439"/>
                      <a:pt x="1" y="7439"/>
                    </a:cubicBezTo>
                    <a:lnTo>
                      <a:pt x="67" y="7739"/>
                    </a:lnTo>
                    <a:cubicBezTo>
                      <a:pt x="167" y="7739"/>
                      <a:pt x="9874" y="6005"/>
                      <a:pt x="11676" y="5604"/>
                    </a:cubicBezTo>
                    <a:cubicBezTo>
                      <a:pt x="11809" y="5604"/>
                      <a:pt x="12176" y="5504"/>
                      <a:pt x="117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74"/>
              <p:cNvSpPr/>
              <p:nvPr/>
            </p:nvSpPr>
            <p:spPr>
              <a:xfrm>
                <a:off x="-4593650" y="4259525"/>
                <a:ext cx="281050" cy="150950"/>
              </a:xfrm>
              <a:custGeom>
                <a:avLst/>
                <a:gdLst/>
                <a:ahLst/>
                <a:cxnLst/>
                <a:rect l="l" t="t" r="r" b="b"/>
                <a:pathLst>
                  <a:path w="11242" h="6038" extrusionOk="0">
                    <a:moveTo>
                      <a:pt x="167" y="0"/>
                    </a:moveTo>
                    <a:cubicBezTo>
                      <a:pt x="134" y="1301"/>
                      <a:pt x="0" y="5571"/>
                      <a:pt x="367" y="5971"/>
                    </a:cubicBezTo>
                    <a:cubicBezTo>
                      <a:pt x="434" y="6038"/>
                      <a:pt x="501" y="6038"/>
                      <a:pt x="534" y="6038"/>
                    </a:cubicBezTo>
                    <a:cubicBezTo>
                      <a:pt x="968" y="6038"/>
                      <a:pt x="10174" y="3036"/>
                      <a:pt x="11242" y="2702"/>
                    </a:cubicBezTo>
                    <a:lnTo>
                      <a:pt x="11141" y="2402"/>
                    </a:lnTo>
                    <a:cubicBezTo>
                      <a:pt x="7172" y="3703"/>
                      <a:pt x="1234" y="5604"/>
                      <a:pt x="567" y="5738"/>
                    </a:cubicBezTo>
                    <a:cubicBezTo>
                      <a:pt x="367" y="5337"/>
                      <a:pt x="367" y="2535"/>
                      <a:pt x="4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74"/>
              <p:cNvSpPr/>
              <p:nvPr/>
            </p:nvSpPr>
            <p:spPr>
              <a:xfrm>
                <a:off x="-4533625" y="4121925"/>
                <a:ext cx="225200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9008" h="6739" extrusionOk="0">
                    <a:moveTo>
                      <a:pt x="8540" y="467"/>
                    </a:moveTo>
                    <a:lnTo>
                      <a:pt x="8674" y="3336"/>
                    </a:lnTo>
                    <a:cubicBezTo>
                      <a:pt x="7806" y="3670"/>
                      <a:pt x="1168" y="6238"/>
                      <a:pt x="568" y="6472"/>
                    </a:cubicBezTo>
                    <a:cubicBezTo>
                      <a:pt x="401" y="6372"/>
                      <a:pt x="435" y="5404"/>
                      <a:pt x="601" y="4370"/>
                    </a:cubicBezTo>
                    <a:lnTo>
                      <a:pt x="8540" y="467"/>
                    </a:lnTo>
                    <a:close/>
                    <a:moveTo>
                      <a:pt x="8841" y="0"/>
                    </a:moveTo>
                    <a:lnTo>
                      <a:pt x="401" y="4137"/>
                    </a:lnTo>
                    <a:lnTo>
                      <a:pt x="334" y="4170"/>
                    </a:lnTo>
                    <a:lnTo>
                      <a:pt x="334" y="4237"/>
                    </a:lnTo>
                    <a:cubicBezTo>
                      <a:pt x="234" y="4737"/>
                      <a:pt x="1" y="6372"/>
                      <a:pt x="368" y="6672"/>
                    </a:cubicBezTo>
                    <a:cubicBezTo>
                      <a:pt x="435" y="6738"/>
                      <a:pt x="501" y="6738"/>
                      <a:pt x="568" y="6738"/>
                    </a:cubicBezTo>
                    <a:lnTo>
                      <a:pt x="701" y="6738"/>
                    </a:lnTo>
                    <a:cubicBezTo>
                      <a:pt x="1302" y="6505"/>
                      <a:pt x="8807" y="3603"/>
                      <a:pt x="8907" y="3570"/>
                    </a:cubicBezTo>
                    <a:lnTo>
                      <a:pt x="9007" y="3536"/>
                    </a:lnTo>
                    <a:lnTo>
                      <a:pt x="88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74"/>
              <p:cNvSpPr/>
              <p:nvPr/>
            </p:nvSpPr>
            <p:spPr>
              <a:xfrm>
                <a:off x="-4553625" y="4310275"/>
                <a:ext cx="91750" cy="59350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2374" extrusionOk="0">
                    <a:moveTo>
                      <a:pt x="3104" y="303"/>
                    </a:moveTo>
                    <a:cubicBezTo>
                      <a:pt x="3116" y="303"/>
                      <a:pt x="3127" y="304"/>
                      <a:pt x="3136" y="305"/>
                    </a:cubicBezTo>
                    <a:cubicBezTo>
                      <a:pt x="3236" y="439"/>
                      <a:pt x="3336" y="806"/>
                      <a:pt x="3303" y="1072"/>
                    </a:cubicBezTo>
                    <a:cubicBezTo>
                      <a:pt x="3303" y="1206"/>
                      <a:pt x="3269" y="1273"/>
                      <a:pt x="3269" y="1273"/>
                    </a:cubicBezTo>
                    <a:cubicBezTo>
                      <a:pt x="3169" y="1339"/>
                      <a:pt x="2068" y="1640"/>
                      <a:pt x="434" y="2073"/>
                    </a:cubicBezTo>
                    <a:lnTo>
                      <a:pt x="334" y="2073"/>
                    </a:lnTo>
                    <a:cubicBezTo>
                      <a:pt x="301" y="2040"/>
                      <a:pt x="301" y="2006"/>
                      <a:pt x="301" y="1973"/>
                    </a:cubicBezTo>
                    <a:lnTo>
                      <a:pt x="334" y="1506"/>
                    </a:lnTo>
                    <a:cubicBezTo>
                      <a:pt x="334" y="1473"/>
                      <a:pt x="367" y="1439"/>
                      <a:pt x="367" y="1439"/>
                    </a:cubicBezTo>
                    <a:cubicBezTo>
                      <a:pt x="1928" y="643"/>
                      <a:pt x="2850" y="303"/>
                      <a:pt x="3104" y="303"/>
                    </a:cubicBezTo>
                    <a:close/>
                    <a:moveTo>
                      <a:pt x="3142" y="0"/>
                    </a:moveTo>
                    <a:cubicBezTo>
                      <a:pt x="2868" y="0"/>
                      <a:pt x="2182" y="204"/>
                      <a:pt x="267" y="1173"/>
                    </a:cubicBezTo>
                    <a:cubicBezTo>
                      <a:pt x="134" y="1206"/>
                      <a:pt x="34" y="1339"/>
                      <a:pt x="34" y="1506"/>
                    </a:cubicBezTo>
                    <a:lnTo>
                      <a:pt x="0" y="1940"/>
                    </a:lnTo>
                    <a:cubicBezTo>
                      <a:pt x="0" y="2073"/>
                      <a:pt x="34" y="2207"/>
                      <a:pt x="167" y="2273"/>
                    </a:cubicBezTo>
                    <a:cubicBezTo>
                      <a:pt x="234" y="2340"/>
                      <a:pt x="301" y="2373"/>
                      <a:pt x="401" y="2373"/>
                    </a:cubicBezTo>
                    <a:cubicBezTo>
                      <a:pt x="434" y="2373"/>
                      <a:pt x="467" y="2373"/>
                      <a:pt x="501" y="2340"/>
                    </a:cubicBezTo>
                    <a:cubicBezTo>
                      <a:pt x="1735" y="2040"/>
                      <a:pt x="3236" y="1640"/>
                      <a:pt x="3403" y="1539"/>
                    </a:cubicBezTo>
                    <a:cubicBezTo>
                      <a:pt x="3503" y="1506"/>
                      <a:pt x="3570" y="1373"/>
                      <a:pt x="3603" y="1206"/>
                    </a:cubicBezTo>
                    <a:cubicBezTo>
                      <a:pt x="3670" y="872"/>
                      <a:pt x="3536" y="272"/>
                      <a:pt x="3336" y="72"/>
                    </a:cubicBezTo>
                    <a:cubicBezTo>
                      <a:pt x="3305" y="41"/>
                      <a:pt x="3265" y="0"/>
                      <a:pt x="31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74"/>
              <p:cNvSpPr/>
              <p:nvPr/>
            </p:nvSpPr>
            <p:spPr>
              <a:xfrm>
                <a:off x="-4937225" y="4333750"/>
                <a:ext cx="298550" cy="120925"/>
              </a:xfrm>
              <a:custGeom>
                <a:avLst/>
                <a:gdLst/>
                <a:ahLst/>
                <a:cxnLst/>
                <a:rect l="l" t="t" r="r" b="b"/>
                <a:pathLst>
                  <a:path w="11942" h="4837" extrusionOk="0">
                    <a:moveTo>
                      <a:pt x="11842" y="0"/>
                    </a:moveTo>
                    <a:cubicBezTo>
                      <a:pt x="7806" y="1268"/>
                      <a:pt x="3836" y="2802"/>
                      <a:pt x="0" y="4570"/>
                    </a:cubicBezTo>
                    <a:lnTo>
                      <a:pt x="100" y="4837"/>
                    </a:lnTo>
                    <a:cubicBezTo>
                      <a:pt x="3936" y="3069"/>
                      <a:pt x="7906" y="1534"/>
                      <a:pt x="11942" y="267"/>
                    </a:cubicBezTo>
                    <a:lnTo>
                      <a:pt x="118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74"/>
              <p:cNvSpPr/>
              <p:nvPr/>
            </p:nvSpPr>
            <p:spPr>
              <a:xfrm>
                <a:off x="-4589500" y="4250350"/>
                <a:ext cx="108450" cy="47550"/>
              </a:xfrm>
              <a:custGeom>
                <a:avLst/>
                <a:gdLst/>
                <a:ahLst/>
                <a:cxnLst/>
                <a:rect l="l" t="t" r="r" b="b"/>
                <a:pathLst>
                  <a:path w="4338" h="1902" extrusionOk="0">
                    <a:moveTo>
                      <a:pt x="4237" y="0"/>
                    </a:moveTo>
                    <a:cubicBezTo>
                      <a:pt x="3503" y="267"/>
                      <a:pt x="2803" y="534"/>
                      <a:pt x="2102" y="801"/>
                    </a:cubicBezTo>
                    <a:cubicBezTo>
                      <a:pt x="1402" y="1068"/>
                      <a:pt x="701" y="1335"/>
                      <a:pt x="1" y="1635"/>
                    </a:cubicBezTo>
                    <a:lnTo>
                      <a:pt x="101" y="1902"/>
                    </a:lnTo>
                    <a:cubicBezTo>
                      <a:pt x="802" y="1601"/>
                      <a:pt x="1502" y="1368"/>
                      <a:pt x="2203" y="1101"/>
                    </a:cubicBezTo>
                    <a:cubicBezTo>
                      <a:pt x="2903" y="834"/>
                      <a:pt x="3604" y="567"/>
                      <a:pt x="4337" y="267"/>
                    </a:cubicBezTo>
                    <a:lnTo>
                      <a:pt x="4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74"/>
              <p:cNvSpPr/>
              <p:nvPr/>
            </p:nvSpPr>
            <p:spPr>
              <a:xfrm>
                <a:off x="-4932225" y="4436300"/>
                <a:ext cx="547900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21916" h="2670" extrusionOk="0">
                    <a:moveTo>
                      <a:pt x="21916" y="1"/>
                    </a:moveTo>
                    <a:cubicBezTo>
                      <a:pt x="14611" y="401"/>
                      <a:pt x="7239" y="1235"/>
                      <a:pt x="0" y="2369"/>
                    </a:cubicBezTo>
                    <a:lnTo>
                      <a:pt x="67" y="2670"/>
                    </a:lnTo>
                    <a:cubicBezTo>
                      <a:pt x="7272" y="1502"/>
                      <a:pt x="14644" y="701"/>
                      <a:pt x="21916" y="268"/>
                    </a:cubicBezTo>
                    <a:lnTo>
                      <a:pt x="219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74"/>
              <p:cNvSpPr/>
              <p:nvPr/>
            </p:nvSpPr>
            <p:spPr>
              <a:xfrm>
                <a:off x="-4690400" y="4466325"/>
                <a:ext cx="1005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669" extrusionOk="0">
                    <a:moveTo>
                      <a:pt x="1" y="1"/>
                    </a:moveTo>
                    <a:lnTo>
                      <a:pt x="101" y="1669"/>
                    </a:lnTo>
                    <a:lnTo>
                      <a:pt x="401" y="1669"/>
                    </a:lnTo>
                    <a:lnTo>
                      <a:pt x="3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74"/>
              <p:cNvSpPr/>
              <p:nvPr/>
            </p:nvSpPr>
            <p:spPr>
              <a:xfrm>
                <a:off x="-4657025" y="4475500"/>
                <a:ext cx="1752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702" extrusionOk="0">
                    <a:moveTo>
                      <a:pt x="334" y="1"/>
                    </a:moveTo>
                    <a:cubicBezTo>
                      <a:pt x="133" y="1"/>
                      <a:pt x="0" y="134"/>
                      <a:pt x="0" y="334"/>
                    </a:cubicBezTo>
                    <a:cubicBezTo>
                      <a:pt x="0" y="534"/>
                      <a:pt x="133" y="701"/>
                      <a:pt x="334" y="701"/>
                    </a:cubicBezTo>
                    <a:cubicBezTo>
                      <a:pt x="534" y="701"/>
                      <a:pt x="701" y="534"/>
                      <a:pt x="701" y="334"/>
                    </a:cubicBezTo>
                    <a:cubicBezTo>
                      <a:pt x="701" y="134"/>
                      <a:pt x="534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74"/>
              <p:cNvSpPr/>
              <p:nvPr/>
            </p:nvSpPr>
            <p:spPr>
              <a:xfrm>
                <a:off x="-4608675" y="4470500"/>
                <a:ext cx="1837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735" h="702" extrusionOk="0">
                    <a:moveTo>
                      <a:pt x="368" y="1"/>
                    </a:moveTo>
                    <a:cubicBezTo>
                      <a:pt x="168" y="1"/>
                      <a:pt x="1" y="134"/>
                      <a:pt x="1" y="334"/>
                    </a:cubicBezTo>
                    <a:cubicBezTo>
                      <a:pt x="1" y="534"/>
                      <a:pt x="168" y="701"/>
                      <a:pt x="368" y="701"/>
                    </a:cubicBezTo>
                    <a:cubicBezTo>
                      <a:pt x="568" y="701"/>
                      <a:pt x="735" y="534"/>
                      <a:pt x="735" y="334"/>
                    </a:cubicBezTo>
                    <a:cubicBezTo>
                      <a:pt x="735" y="134"/>
                      <a:pt x="568" y="1"/>
                      <a:pt x="3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74"/>
              <p:cNvSpPr/>
              <p:nvPr/>
            </p:nvSpPr>
            <p:spPr>
              <a:xfrm>
                <a:off x="-4559475" y="4465500"/>
                <a:ext cx="175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702" h="701" extrusionOk="0">
                    <a:moveTo>
                      <a:pt x="334" y="0"/>
                    </a:moveTo>
                    <a:cubicBezTo>
                      <a:pt x="168" y="0"/>
                      <a:pt x="1" y="167"/>
                      <a:pt x="1" y="367"/>
                    </a:cubicBezTo>
                    <a:cubicBezTo>
                      <a:pt x="1" y="534"/>
                      <a:pt x="168" y="701"/>
                      <a:pt x="334" y="701"/>
                    </a:cubicBezTo>
                    <a:cubicBezTo>
                      <a:pt x="535" y="701"/>
                      <a:pt x="701" y="534"/>
                      <a:pt x="701" y="367"/>
                    </a:cubicBezTo>
                    <a:cubicBezTo>
                      <a:pt x="701" y="167"/>
                      <a:pt x="535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74"/>
              <p:cNvSpPr/>
              <p:nvPr/>
            </p:nvSpPr>
            <p:spPr>
              <a:xfrm>
                <a:off x="-4511100" y="4460500"/>
                <a:ext cx="18375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735" h="701" extrusionOk="0">
                    <a:moveTo>
                      <a:pt x="367" y="0"/>
                    </a:moveTo>
                    <a:cubicBezTo>
                      <a:pt x="167" y="0"/>
                      <a:pt x="1" y="167"/>
                      <a:pt x="1" y="367"/>
                    </a:cubicBezTo>
                    <a:cubicBezTo>
                      <a:pt x="1" y="567"/>
                      <a:pt x="167" y="701"/>
                      <a:pt x="367" y="701"/>
                    </a:cubicBezTo>
                    <a:cubicBezTo>
                      <a:pt x="568" y="701"/>
                      <a:pt x="734" y="567"/>
                      <a:pt x="734" y="367"/>
                    </a:cubicBezTo>
                    <a:cubicBezTo>
                      <a:pt x="734" y="167"/>
                      <a:pt x="568" y="0"/>
                      <a:pt x="3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74"/>
              <p:cNvSpPr/>
              <p:nvPr/>
            </p:nvSpPr>
            <p:spPr>
              <a:xfrm>
                <a:off x="-4461900" y="4455500"/>
                <a:ext cx="17550" cy="18375"/>
              </a:xfrm>
              <a:custGeom>
                <a:avLst/>
                <a:gdLst/>
                <a:ahLst/>
                <a:cxnLst/>
                <a:rect l="l" t="t" r="r" b="b"/>
                <a:pathLst>
                  <a:path w="702" h="735" extrusionOk="0">
                    <a:moveTo>
                      <a:pt x="334" y="0"/>
                    </a:moveTo>
                    <a:cubicBezTo>
                      <a:pt x="167" y="0"/>
                      <a:pt x="1" y="167"/>
                      <a:pt x="1" y="367"/>
                    </a:cubicBezTo>
                    <a:cubicBezTo>
                      <a:pt x="1" y="567"/>
                      <a:pt x="167" y="734"/>
                      <a:pt x="334" y="734"/>
                    </a:cubicBezTo>
                    <a:cubicBezTo>
                      <a:pt x="534" y="734"/>
                      <a:pt x="701" y="567"/>
                      <a:pt x="701" y="367"/>
                    </a:cubicBezTo>
                    <a:cubicBezTo>
                      <a:pt x="701" y="167"/>
                      <a:pt x="534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74"/>
              <p:cNvSpPr/>
              <p:nvPr/>
            </p:nvSpPr>
            <p:spPr>
              <a:xfrm>
                <a:off x="-4109150" y="4125250"/>
                <a:ext cx="626300" cy="404475"/>
              </a:xfrm>
              <a:custGeom>
                <a:avLst/>
                <a:gdLst/>
                <a:ahLst/>
                <a:cxnLst/>
                <a:rect l="l" t="t" r="r" b="b"/>
                <a:pathLst>
                  <a:path w="25052" h="16179" extrusionOk="0">
                    <a:moveTo>
                      <a:pt x="134" y="1"/>
                    </a:moveTo>
                    <a:lnTo>
                      <a:pt x="1" y="268"/>
                    </a:lnTo>
                    <a:lnTo>
                      <a:pt x="24451" y="11976"/>
                    </a:lnTo>
                    <a:cubicBezTo>
                      <a:pt x="24652" y="12076"/>
                      <a:pt x="24785" y="12276"/>
                      <a:pt x="24785" y="12510"/>
                    </a:cubicBezTo>
                    <a:lnTo>
                      <a:pt x="24785" y="15312"/>
                    </a:lnTo>
                    <a:cubicBezTo>
                      <a:pt x="24785" y="15478"/>
                      <a:pt x="24718" y="15612"/>
                      <a:pt x="24585" y="15745"/>
                    </a:cubicBezTo>
                    <a:cubicBezTo>
                      <a:pt x="24475" y="15828"/>
                      <a:pt x="24365" y="15887"/>
                      <a:pt x="24218" y="15887"/>
                    </a:cubicBezTo>
                    <a:cubicBezTo>
                      <a:pt x="24187" y="15887"/>
                      <a:pt x="24153" y="15885"/>
                      <a:pt x="24118" y="15879"/>
                    </a:cubicBezTo>
                    <a:lnTo>
                      <a:pt x="2969" y="14077"/>
                    </a:lnTo>
                    <a:lnTo>
                      <a:pt x="2969" y="14378"/>
                    </a:lnTo>
                    <a:lnTo>
                      <a:pt x="24118" y="16179"/>
                    </a:lnTo>
                    <a:lnTo>
                      <a:pt x="24185" y="16179"/>
                    </a:lnTo>
                    <a:cubicBezTo>
                      <a:pt x="24418" y="16179"/>
                      <a:pt x="24618" y="16112"/>
                      <a:pt x="24785" y="15945"/>
                    </a:cubicBezTo>
                    <a:cubicBezTo>
                      <a:pt x="24952" y="15779"/>
                      <a:pt x="25052" y="15545"/>
                      <a:pt x="25052" y="15312"/>
                    </a:cubicBezTo>
                    <a:lnTo>
                      <a:pt x="25052" y="12510"/>
                    </a:lnTo>
                    <a:cubicBezTo>
                      <a:pt x="25052" y="12176"/>
                      <a:pt x="24852" y="11843"/>
                      <a:pt x="24552" y="11709"/>
                    </a:cubicBez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74"/>
              <p:cNvSpPr/>
              <p:nvPr/>
            </p:nvSpPr>
            <p:spPr>
              <a:xfrm>
                <a:off x="-3793075" y="4287875"/>
                <a:ext cx="304400" cy="193500"/>
              </a:xfrm>
              <a:custGeom>
                <a:avLst/>
                <a:gdLst/>
                <a:ahLst/>
                <a:cxnLst/>
                <a:rect l="l" t="t" r="r" b="b"/>
                <a:pathLst>
                  <a:path w="12176" h="7740" extrusionOk="0">
                    <a:moveTo>
                      <a:pt x="400" y="0"/>
                    </a:moveTo>
                    <a:lnTo>
                      <a:pt x="400" y="0"/>
                    </a:lnTo>
                    <a:cubicBezTo>
                      <a:pt x="0" y="5504"/>
                      <a:pt x="367" y="5604"/>
                      <a:pt x="500" y="5604"/>
                    </a:cubicBezTo>
                    <a:cubicBezTo>
                      <a:pt x="2335" y="6005"/>
                      <a:pt x="12042" y="7739"/>
                      <a:pt x="12109" y="7739"/>
                    </a:cubicBezTo>
                    <a:lnTo>
                      <a:pt x="12175" y="7439"/>
                    </a:lnTo>
                    <a:cubicBezTo>
                      <a:pt x="12075" y="7439"/>
                      <a:pt x="2502" y="5738"/>
                      <a:pt x="600" y="5338"/>
                    </a:cubicBezTo>
                    <a:cubicBezTo>
                      <a:pt x="434" y="5004"/>
                      <a:pt x="500" y="2402"/>
                      <a:pt x="667" y="34"/>
                    </a:cubicBezTo>
                    <a:lnTo>
                      <a:pt x="4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74"/>
              <p:cNvSpPr/>
              <p:nvPr/>
            </p:nvSpPr>
            <p:spPr>
              <a:xfrm>
                <a:off x="-4106650" y="4259525"/>
                <a:ext cx="281075" cy="150950"/>
              </a:xfrm>
              <a:custGeom>
                <a:avLst/>
                <a:gdLst/>
                <a:ahLst/>
                <a:cxnLst/>
                <a:rect l="l" t="t" r="r" b="b"/>
                <a:pathLst>
                  <a:path w="11243" h="6038" extrusionOk="0">
                    <a:moveTo>
                      <a:pt x="10775" y="0"/>
                    </a:moveTo>
                    <a:cubicBezTo>
                      <a:pt x="10842" y="2569"/>
                      <a:pt x="10842" y="5337"/>
                      <a:pt x="10642" y="5738"/>
                    </a:cubicBezTo>
                    <a:cubicBezTo>
                      <a:pt x="9975" y="5604"/>
                      <a:pt x="4037" y="3703"/>
                      <a:pt x="67" y="2402"/>
                    </a:cubicBezTo>
                    <a:lnTo>
                      <a:pt x="1" y="2702"/>
                    </a:lnTo>
                    <a:cubicBezTo>
                      <a:pt x="1035" y="3036"/>
                      <a:pt x="10275" y="6038"/>
                      <a:pt x="10708" y="6038"/>
                    </a:cubicBezTo>
                    <a:cubicBezTo>
                      <a:pt x="10742" y="6038"/>
                      <a:pt x="10808" y="6038"/>
                      <a:pt x="10842" y="5971"/>
                    </a:cubicBezTo>
                    <a:cubicBezTo>
                      <a:pt x="11242" y="5571"/>
                      <a:pt x="11109" y="1301"/>
                      <a:pt x="110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74"/>
              <p:cNvSpPr/>
              <p:nvPr/>
            </p:nvSpPr>
            <p:spPr>
              <a:xfrm>
                <a:off x="-4110825" y="4121925"/>
                <a:ext cx="224375" cy="168475"/>
              </a:xfrm>
              <a:custGeom>
                <a:avLst/>
                <a:gdLst/>
                <a:ahLst/>
                <a:cxnLst/>
                <a:rect l="l" t="t" r="r" b="b"/>
                <a:pathLst>
                  <a:path w="8975" h="6739" extrusionOk="0">
                    <a:moveTo>
                      <a:pt x="435" y="467"/>
                    </a:moveTo>
                    <a:lnTo>
                      <a:pt x="8407" y="4370"/>
                    </a:lnTo>
                    <a:cubicBezTo>
                      <a:pt x="8540" y="5404"/>
                      <a:pt x="8574" y="6372"/>
                      <a:pt x="8407" y="6438"/>
                    </a:cubicBezTo>
                    <a:cubicBezTo>
                      <a:pt x="7840" y="6238"/>
                      <a:pt x="1202" y="3670"/>
                      <a:pt x="301" y="3336"/>
                    </a:cubicBezTo>
                    <a:lnTo>
                      <a:pt x="435" y="467"/>
                    </a:lnTo>
                    <a:close/>
                    <a:moveTo>
                      <a:pt x="168" y="0"/>
                    </a:moveTo>
                    <a:lnTo>
                      <a:pt x="1" y="3536"/>
                    </a:lnTo>
                    <a:lnTo>
                      <a:pt x="101" y="3570"/>
                    </a:lnTo>
                    <a:cubicBezTo>
                      <a:pt x="168" y="3603"/>
                      <a:pt x="7673" y="6505"/>
                      <a:pt x="8307" y="6738"/>
                    </a:cubicBezTo>
                    <a:lnTo>
                      <a:pt x="8407" y="6738"/>
                    </a:lnTo>
                    <a:cubicBezTo>
                      <a:pt x="8474" y="6738"/>
                      <a:pt x="8540" y="6738"/>
                      <a:pt x="8607" y="6672"/>
                    </a:cubicBezTo>
                    <a:cubicBezTo>
                      <a:pt x="8974" y="6372"/>
                      <a:pt x="8741" y="4737"/>
                      <a:pt x="8674" y="4237"/>
                    </a:cubicBezTo>
                    <a:lnTo>
                      <a:pt x="8640" y="417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9" name="Google Shape;3729;p74"/>
              <p:cNvSpPr/>
              <p:nvPr/>
            </p:nvSpPr>
            <p:spPr>
              <a:xfrm>
                <a:off x="-3957375" y="4310275"/>
                <a:ext cx="90925" cy="59350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2374" extrusionOk="0">
                    <a:moveTo>
                      <a:pt x="501" y="272"/>
                    </a:moveTo>
                    <a:cubicBezTo>
                      <a:pt x="701" y="272"/>
                      <a:pt x="1635" y="605"/>
                      <a:pt x="3270" y="1406"/>
                    </a:cubicBezTo>
                    <a:cubicBezTo>
                      <a:pt x="3303" y="1439"/>
                      <a:pt x="3303" y="1473"/>
                      <a:pt x="3303" y="1506"/>
                    </a:cubicBezTo>
                    <a:lnTo>
                      <a:pt x="3336" y="1973"/>
                    </a:lnTo>
                    <a:cubicBezTo>
                      <a:pt x="3336" y="2006"/>
                      <a:pt x="3336" y="2040"/>
                      <a:pt x="3303" y="2040"/>
                    </a:cubicBezTo>
                    <a:cubicBezTo>
                      <a:pt x="3270" y="2073"/>
                      <a:pt x="3236" y="2073"/>
                      <a:pt x="3203" y="2073"/>
                    </a:cubicBezTo>
                    <a:cubicBezTo>
                      <a:pt x="1568" y="1640"/>
                      <a:pt x="501" y="1339"/>
                      <a:pt x="368" y="1273"/>
                    </a:cubicBezTo>
                    <a:cubicBezTo>
                      <a:pt x="368" y="1273"/>
                      <a:pt x="334" y="1206"/>
                      <a:pt x="334" y="1072"/>
                    </a:cubicBezTo>
                    <a:cubicBezTo>
                      <a:pt x="301" y="772"/>
                      <a:pt x="401" y="405"/>
                      <a:pt x="501" y="272"/>
                    </a:cubicBezTo>
                    <a:close/>
                    <a:moveTo>
                      <a:pt x="506" y="0"/>
                    </a:moveTo>
                    <a:cubicBezTo>
                      <a:pt x="388" y="0"/>
                      <a:pt x="355" y="41"/>
                      <a:pt x="334" y="72"/>
                    </a:cubicBezTo>
                    <a:cubicBezTo>
                      <a:pt x="101" y="305"/>
                      <a:pt x="1" y="872"/>
                      <a:pt x="34" y="1206"/>
                    </a:cubicBezTo>
                    <a:cubicBezTo>
                      <a:pt x="67" y="1373"/>
                      <a:pt x="134" y="1506"/>
                      <a:pt x="234" y="1539"/>
                    </a:cubicBezTo>
                    <a:cubicBezTo>
                      <a:pt x="434" y="1640"/>
                      <a:pt x="1902" y="2040"/>
                      <a:pt x="3136" y="2373"/>
                    </a:cubicBezTo>
                    <a:lnTo>
                      <a:pt x="3236" y="2373"/>
                    </a:lnTo>
                    <a:cubicBezTo>
                      <a:pt x="3336" y="2373"/>
                      <a:pt x="3436" y="2340"/>
                      <a:pt x="3503" y="2307"/>
                    </a:cubicBezTo>
                    <a:cubicBezTo>
                      <a:pt x="3603" y="2207"/>
                      <a:pt x="3637" y="2073"/>
                      <a:pt x="3637" y="1940"/>
                    </a:cubicBezTo>
                    <a:lnTo>
                      <a:pt x="3603" y="1506"/>
                    </a:lnTo>
                    <a:cubicBezTo>
                      <a:pt x="3603" y="1339"/>
                      <a:pt x="3537" y="1239"/>
                      <a:pt x="3403" y="1173"/>
                    </a:cubicBezTo>
                    <a:cubicBezTo>
                      <a:pt x="1465" y="204"/>
                      <a:pt x="772" y="0"/>
                      <a:pt x="5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0" name="Google Shape;3730;p74"/>
              <p:cNvSpPr/>
              <p:nvPr/>
            </p:nvSpPr>
            <p:spPr>
              <a:xfrm>
                <a:off x="-3780575" y="4333750"/>
                <a:ext cx="298575" cy="120925"/>
              </a:xfrm>
              <a:custGeom>
                <a:avLst/>
                <a:gdLst/>
                <a:ahLst/>
                <a:cxnLst/>
                <a:rect l="l" t="t" r="r" b="b"/>
                <a:pathLst>
                  <a:path w="11943" h="4837" extrusionOk="0">
                    <a:moveTo>
                      <a:pt x="100" y="0"/>
                    </a:moveTo>
                    <a:lnTo>
                      <a:pt x="0" y="267"/>
                    </a:lnTo>
                    <a:cubicBezTo>
                      <a:pt x="4003" y="1534"/>
                      <a:pt x="7973" y="3069"/>
                      <a:pt x="11809" y="4837"/>
                    </a:cubicBezTo>
                    <a:lnTo>
                      <a:pt x="11942" y="4570"/>
                    </a:lnTo>
                    <a:cubicBezTo>
                      <a:pt x="8106" y="2802"/>
                      <a:pt x="4103" y="1268"/>
                      <a:pt x="1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1" name="Google Shape;3731;p74"/>
              <p:cNvSpPr/>
              <p:nvPr/>
            </p:nvSpPr>
            <p:spPr>
              <a:xfrm>
                <a:off x="-3939025" y="4250350"/>
                <a:ext cx="109275" cy="47550"/>
              </a:xfrm>
              <a:custGeom>
                <a:avLst/>
                <a:gdLst/>
                <a:ahLst/>
                <a:cxnLst/>
                <a:rect l="l" t="t" r="r" b="b"/>
                <a:pathLst>
                  <a:path w="4371" h="1902" extrusionOk="0">
                    <a:moveTo>
                      <a:pt x="101" y="0"/>
                    </a:moveTo>
                    <a:lnTo>
                      <a:pt x="1" y="267"/>
                    </a:lnTo>
                    <a:cubicBezTo>
                      <a:pt x="734" y="567"/>
                      <a:pt x="1435" y="834"/>
                      <a:pt x="2135" y="1101"/>
                    </a:cubicBezTo>
                    <a:cubicBezTo>
                      <a:pt x="2836" y="1368"/>
                      <a:pt x="3536" y="1601"/>
                      <a:pt x="4237" y="1902"/>
                    </a:cubicBezTo>
                    <a:lnTo>
                      <a:pt x="4370" y="1635"/>
                    </a:lnTo>
                    <a:cubicBezTo>
                      <a:pt x="3636" y="1335"/>
                      <a:pt x="2936" y="1068"/>
                      <a:pt x="2235" y="801"/>
                    </a:cubicBezTo>
                    <a:cubicBezTo>
                      <a:pt x="1535" y="534"/>
                      <a:pt x="834" y="267"/>
                      <a:pt x="1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2" name="Google Shape;3732;p74"/>
              <p:cNvSpPr/>
              <p:nvPr/>
            </p:nvSpPr>
            <p:spPr>
              <a:xfrm>
                <a:off x="-4035750" y="4436300"/>
                <a:ext cx="547900" cy="66750"/>
              </a:xfrm>
              <a:custGeom>
                <a:avLst/>
                <a:gdLst/>
                <a:ahLst/>
                <a:cxnLst/>
                <a:rect l="l" t="t" r="r" b="b"/>
                <a:pathLst>
                  <a:path w="21916" h="2670" extrusionOk="0">
                    <a:moveTo>
                      <a:pt x="0" y="1"/>
                    </a:moveTo>
                    <a:lnTo>
                      <a:pt x="0" y="268"/>
                    </a:lnTo>
                    <a:cubicBezTo>
                      <a:pt x="7305" y="701"/>
                      <a:pt x="14644" y="1502"/>
                      <a:pt x="21882" y="2670"/>
                    </a:cubicBezTo>
                    <a:lnTo>
                      <a:pt x="21916" y="2369"/>
                    </a:lnTo>
                    <a:cubicBezTo>
                      <a:pt x="14677" y="1235"/>
                      <a:pt x="7339" y="435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3" name="Google Shape;3733;p74"/>
              <p:cNvSpPr/>
              <p:nvPr/>
            </p:nvSpPr>
            <p:spPr>
              <a:xfrm>
                <a:off x="-3739725" y="4466325"/>
                <a:ext cx="1005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669" extrusionOk="0">
                    <a:moveTo>
                      <a:pt x="101" y="1"/>
                    </a:moveTo>
                    <a:lnTo>
                      <a:pt x="1" y="1669"/>
                    </a:lnTo>
                    <a:lnTo>
                      <a:pt x="301" y="1669"/>
                    </a:lnTo>
                    <a:lnTo>
                      <a:pt x="4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4" name="Google Shape;3734;p74"/>
              <p:cNvSpPr/>
              <p:nvPr/>
            </p:nvSpPr>
            <p:spPr>
              <a:xfrm>
                <a:off x="-3780575" y="4475500"/>
                <a:ext cx="1837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735" h="702" extrusionOk="0">
                    <a:moveTo>
                      <a:pt x="367" y="1"/>
                    </a:moveTo>
                    <a:cubicBezTo>
                      <a:pt x="167" y="1"/>
                      <a:pt x="0" y="134"/>
                      <a:pt x="0" y="334"/>
                    </a:cubicBezTo>
                    <a:cubicBezTo>
                      <a:pt x="0" y="534"/>
                      <a:pt x="167" y="701"/>
                      <a:pt x="367" y="701"/>
                    </a:cubicBezTo>
                    <a:cubicBezTo>
                      <a:pt x="567" y="701"/>
                      <a:pt x="734" y="534"/>
                      <a:pt x="734" y="334"/>
                    </a:cubicBezTo>
                    <a:cubicBezTo>
                      <a:pt x="734" y="134"/>
                      <a:pt x="567" y="1"/>
                      <a:pt x="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5" name="Google Shape;3735;p74"/>
              <p:cNvSpPr/>
              <p:nvPr/>
            </p:nvSpPr>
            <p:spPr>
              <a:xfrm>
                <a:off x="-3828950" y="4470500"/>
                <a:ext cx="17550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702" h="702" extrusionOk="0">
                    <a:moveTo>
                      <a:pt x="334" y="1"/>
                    </a:moveTo>
                    <a:cubicBezTo>
                      <a:pt x="134" y="1"/>
                      <a:pt x="1" y="134"/>
                      <a:pt x="1" y="334"/>
                    </a:cubicBezTo>
                    <a:cubicBezTo>
                      <a:pt x="1" y="534"/>
                      <a:pt x="134" y="701"/>
                      <a:pt x="334" y="701"/>
                    </a:cubicBezTo>
                    <a:cubicBezTo>
                      <a:pt x="534" y="701"/>
                      <a:pt x="701" y="534"/>
                      <a:pt x="701" y="334"/>
                    </a:cubicBezTo>
                    <a:cubicBezTo>
                      <a:pt x="701" y="134"/>
                      <a:pt x="534" y="1"/>
                      <a:pt x="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74"/>
              <p:cNvSpPr/>
              <p:nvPr/>
            </p:nvSpPr>
            <p:spPr>
              <a:xfrm>
                <a:off x="-3878150" y="4465500"/>
                <a:ext cx="18375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735" h="701" extrusionOk="0">
                    <a:moveTo>
                      <a:pt x="368" y="0"/>
                    </a:moveTo>
                    <a:cubicBezTo>
                      <a:pt x="167" y="0"/>
                      <a:pt x="1" y="167"/>
                      <a:pt x="1" y="367"/>
                    </a:cubicBezTo>
                    <a:cubicBezTo>
                      <a:pt x="1" y="534"/>
                      <a:pt x="167" y="701"/>
                      <a:pt x="368" y="701"/>
                    </a:cubicBezTo>
                    <a:cubicBezTo>
                      <a:pt x="568" y="701"/>
                      <a:pt x="734" y="534"/>
                      <a:pt x="734" y="367"/>
                    </a:cubicBezTo>
                    <a:cubicBezTo>
                      <a:pt x="734" y="167"/>
                      <a:pt x="568" y="0"/>
                      <a:pt x="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74"/>
              <p:cNvSpPr/>
              <p:nvPr/>
            </p:nvSpPr>
            <p:spPr>
              <a:xfrm>
                <a:off x="-3926525" y="4460500"/>
                <a:ext cx="175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702" h="701" extrusionOk="0">
                    <a:moveTo>
                      <a:pt x="334" y="0"/>
                    </a:moveTo>
                    <a:cubicBezTo>
                      <a:pt x="134" y="0"/>
                      <a:pt x="1" y="167"/>
                      <a:pt x="1" y="367"/>
                    </a:cubicBezTo>
                    <a:cubicBezTo>
                      <a:pt x="1" y="567"/>
                      <a:pt x="134" y="701"/>
                      <a:pt x="334" y="701"/>
                    </a:cubicBezTo>
                    <a:cubicBezTo>
                      <a:pt x="535" y="701"/>
                      <a:pt x="701" y="567"/>
                      <a:pt x="701" y="367"/>
                    </a:cubicBezTo>
                    <a:cubicBezTo>
                      <a:pt x="701" y="167"/>
                      <a:pt x="535" y="0"/>
                      <a:pt x="3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74"/>
              <p:cNvSpPr/>
              <p:nvPr/>
            </p:nvSpPr>
            <p:spPr>
              <a:xfrm>
                <a:off x="-3975725" y="4455500"/>
                <a:ext cx="17550" cy="18375"/>
              </a:xfrm>
              <a:custGeom>
                <a:avLst/>
                <a:gdLst/>
                <a:ahLst/>
                <a:cxnLst/>
                <a:rect l="l" t="t" r="r" b="b"/>
                <a:pathLst>
                  <a:path w="702" h="735" extrusionOk="0">
                    <a:moveTo>
                      <a:pt x="368" y="0"/>
                    </a:moveTo>
                    <a:cubicBezTo>
                      <a:pt x="168" y="0"/>
                      <a:pt x="1" y="167"/>
                      <a:pt x="1" y="367"/>
                    </a:cubicBezTo>
                    <a:cubicBezTo>
                      <a:pt x="1" y="567"/>
                      <a:pt x="168" y="734"/>
                      <a:pt x="368" y="734"/>
                    </a:cubicBezTo>
                    <a:cubicBezTo>
                      <a:pt x="568" y="734"/>
                      <a:pt x="701" y="567"/>
                      <a:pt x="701" y="367"/>
                    </a:cubicBezTo>
                    <a:cubicBezTo>
                      <a:pt x="701" y="167"/>
                      <a:pt x="568" y="0"/>
                      <a:pt x="3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9" name="Google Shape;3739;p74"/>
              <p:cNvSpPr/>
              <p:nvPr/>
            </p:nvSpPr>
            <p:spPr>
              <a:xfrm>
                <a:off x="-4253425" y="4693150"/>
                <a:ext cx="842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2610" extrusionOk="0">
                    <a:moveTo>
                      <a:pt x="1869" y="1"/>
                    </a:moveTo>
                    <a:cubicBezTo>
                      <a:pt x="1669" y="1"/>
                      <a:pt x="1435" y="1"/>
                      <a:pt x="668" y="6339"/>
                    </a:cubicBezTo>
                    <a:cubicBezTo>
                      <a:pt x="301" y="9408"/>
                      <a:pt x="1" y="12543"/>
                      <a:pt x="1" y="12577"/>
                    </a:cubicBezTo>
                    <a:lnTo>
                      <a:pt x="301" y="12610"/>
                    </a:lnTo>
                    <a:cubicBezTo>
                      <a:pt x="701" y="8374"/>
                      <a:pt x="1469" y="1702"/>
                      <a:pt x="1869" y="435"/>
                    </a:cubicBezTo>
                    <a:cubicBezTo>
                      <a:pt x="2202" y="1702"/>
                      <a:pt x="2770" y="8307"/>
                      <a:pt x="3070" y="12477"/>
                    </a:cubicBezTo>
                    <a:lnTo>
                      <a:pt x="3370" y="12443"/>
                    </a:lnTo>
                    <a:cubicBezTo>
                      <a:pt x="3370" y="12410"/>
                      <a:pt x="3136" y="9341"/>
                      <a:pt x="2870" y="6272"/>
                    </a:cubicBezTo>
                    <a:cubicBezTo>
                      <a:pt x="2303" y="1"/>
                      <a:pt x="2102" y="1"/>
                      <a:pt x="18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0" name="Google Shape;3740;p74"/>
              <p:cNvSpPr/>
              <p:nvPr/>
            </p:nvSpPr>
            <p:spPr>
              <a:xfrm>
                <a:off x="-4212550" y="4506350"/>
                <a:ext cx="7525" cy="137625"/>
              </a:xfrm>
              <a:custGeom>
                <a:avLst/>
                <a:gdLst/>
                <a:ahLst/>
                <a:cxnLst/>
                <a:rect l="l" t="t" r="r" b="b"/>
                <a:pathLst>
                  <a:path w="301" h="5505" extrusionOk="0">
                    <a:moveTo>
                      <a:pt x="0" y="1"/>
                    </a:moveTo>
                    <a:lnTo>
                      <a:pt x="0" y="5505"/>
                    </a:lnTo>
                    <a:lnTo>
                      <a:pt x="301" y="5505"/>
                    </a:lnTo>
                    <a:lnTo>
                      <a:pt x="3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1" name="Google Shape;3741;p74"/>
              <p:cNvSpPr/>
              <p:nvPr/>
            </p:nvSpPr>
            <p:spPr>
              <a:xfrm>
                <a:off x="-4212550" y="4193650"/>
                <a:ext cx="7525" cy="2602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10408" extrusionOk="0">
                    <a:moveTo>
                      <a:pt x="0" y="0"/>
                    </a:moveTo>
                    <a:lnTo>
                      <a:pt x="0" y="10407"/>
                    </a:lnTo>
                    <a:lnTo>
                      <a:pt x="301" y="10407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2" name="Google Shape;3742;p74"/>
              <p:cNvSpPr/>
              <p:nvPr/>
            </p:nvSpPr>
            <p:spPr>
              <a:xfrm>
                <a:off x="-4212550" y="3951800"/>
                <a:ext cx="7525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301" h="7973" extrusionOk="0">
                    <a:moveTo>
                      <a:pt x="0" y="0"/>
                    </a:moveTo>
                    <a:lnTo>
                      <a:pt x="0" y="7973"/>
                    </a:lnTo>
                    <a:lnTo>
                      <a:pt x="301" y="7973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3" name="Google Shape;3743;p74"/>
              <p:cNvSpPr/>
              <p:nvPr/>
            </p:nvSpPr>
            <p:spPr>
              <a:xfrm>
                <a:off x="-4212550" y="3770825"/>
                <a:ext cx="7525" cy="160975"/>
              </a:xfrm>
              <a:custGeom>
                <a:avLst/>
                <a:gdLst/>
                <a:ahLst/>
                <a:cxnLst/>
                <a:rect l="l" t="t" r="r" b="b"/>
                <a:pathLst>
                  <a:path w="301" h="6439" extrusionOk="0">
                    <a:moveTo>
                      <a:pt x="0" y="1"/>
                    </a:moveTo>
                    <a:lnTo>
                      <a:pt x="0" y="6439"/>
                    </a:lnTo>
                    <a:lnTo>
                      <a:pt x="301" y="6439"/>
                    </a:lnTo>
                    <a:lnTo>
                      <a:pt x="3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4" name="Google Shape;3744;p74"/>
              <p:cNvSpPr/>
              <p:nvPr/>
            </p:nvSpPr>
            <p:spPr>
              <a:xfrm>
                <a:off x="-4290950" y="3665750"/>
                <a:ext cx="41725" cy="11595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4638" extrusionOk="0">
                    <a:moveTo>
                      <a:pt x="1368" y="1"/>
                    </a:moveTo>
                    <a:lnTo>
                      <a:pt x="1" y="4571"/>
                    </a:lnTo>
                    <a:lnTo>
                      <a:pt x="301" y="4638"/>
                    </a:lnTo>
                    <a:lnTo>
                      <a:pt x="1669" y="101"/>
                    </a:lnTo>
                    <a:lnTo>
                      <a:pt x="13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5" name="Google Shape;3745;p74"/>
              <p:cNvSpPr/>
              <p:nvPr/>
            </p:nvSpPr>
            <p:spPr>
              <a:xfrm>
                <a:off x="-4297625" y="3796675"/>
                <a:ext cx="11700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468" h="1069" extrusionOk="0">
                    <a:moveTo>
                      <a:pt x="201" y="1"/>
                    </a:moveTo>
                    <a:cubicBezTo>
                      <a:pt x="34" y="335"/>
                      <a:pt x="1" y="701"/>
                      <a:pt x="34" y="1068"/>
                    </a:cubicBezTo>
                    <a:lnTo>
                      <a:pt x="335" y="1035"/>
                    </a:lnTo>
                    <a:cubicBezTo>
                      <a:pt x="301" y="735"/>
                      <a:pt x="335" y="401"/>
                      <a:pt x="468" y="101"/>
                    </a:cubicBezTo>
                    <a:lnTo>
                      <a:pt x="2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6" name="Google Shape;3746;p74"/>
              <p:cNvSpPr/>
              <p:nvPr/>
            </p:nvSpPr>
            <p:spPr>
              <a:xfrm>
                <a:off x="-4281775" y="4506350"/>
                <a:ext cx="66750" cy="233525"/>
              </a:xfrm>
              <a:custGeom>
                <a:avLst/>
                <a:gdLst/>
                <a:ahLst/>
                <a:cxnLst/>
                <a:rect l="l" t="t" r="r" b="b"/>
                <a:pathLst>
                  <a:path w="2670" h="9341" extrusionOk="0">
                    <a:moveTo>
                      <a:pt x="301" y="1"/>
                    </a:moveTo>
                    <a:lnTo>
                      <a:pt x="1" y="34"/>
                    </a:lnTo>
                    <a:cubicBezTo>
                      <a:pt x="401" y="3470"/>
                      <a:pt x="1102" y="6172"/>
                      <a:pt x="2402" y="9341"/>
                    </a:cubicBezTo>
                    <a:lnTo>
                      <a:pt x="2669" y="9241"/>
                    </a:lnTo>
                    <a:cubicBezTo>
                      <a:pt x="1368" y="6072"/>
                      <a:pt x="668" y="3403"/>
                      <a:pt x="3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7" name="Google Shape;3747;p74"/>
              <p:cNvSpPr/>
              <p:nvPr/>
            </p:nvSpPr>
            <p:spPr>
              <a:xfrm>
                <a:off x="-4288450" y="4442975"/>
                <a:ext cx="8375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169" extrusionOk="0">
                    <a:moveTo>
                      <a:pt x="34" y="1"/>
                    </a:moveTo>
                    <a:lnTo>
                      <a:pt x="1" y="1168"/>
                    </a:lnTo>
                    <a:lnTo>
                      <a:pt x="301" y="1168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8" name="Google Shape;3748;p74"/>
              <p:cNvSpPr/>
              <p:nvPr/>
            </p:nvSpPr>
            <p:spPr>
              <a:xfrm>
                <a:off x="-4498600" y="4906650"/>
                <a:ext cx="145975" cy="63400"/>
              </a:xfrm>
              <a:custGeom>
                <a:avLst/>
                <a:gdLst/>
                <a:ahLst/>
                <a:cxnLst/>
                <a:rect l="l" t="t" r="r" b="b"/>
                <a:pathLst>
                  <a:path w="5839" h="2536" extrusionOk="0">
                    <a:moveTo>
                      <a:pt x="5738" y="0"/>
                    </a:moveTo>
                    <a:lnTo>
                      <a:pt x="1" y="2269"/>
                    </a:lnTo>
                    <a:lnTo>
                      <a:pt x="134" y="2536"/>
                    </a:lnTo>
                    <a:lnTo>
                      <a:pt x="5838" y="301"/>
                    </a:lnTo>
                    <a:lnTo>
                      <a:pt x="57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9" name="Google Shape;3749;p74"/>
              <p:cNvSpPr/>
              <p:nvPr/>
            </p:nvSpPr>
            <p:spPr>
              <a:xfrm>
                <a:off x="-4340150" y="4893300"/>
                <a:ext cx="21725" cy="15050"/>
              </a:xfrm>
              <a:custGeom>
                <a:avLst/>
                <a:gdLst/>
                <a:ahLst/>
                <a:cxnLst/>
                <a:rect l="l" t="t" r="r" b="b"/>
                <a:pathLst>
                  <a:path w="869" h="602" extrusionOk="0">
                    <a:moveTo>
                      <a:pt x="735" y="1"/>
                    </a:moveTo>
                    <a:lnTo>
                      <a:pt x="1" y="301"/>
                    </a:lnTo>
                    <a:lnTo>
                      <a:pt x="101" y="601"/>
                    </a:lnTo>
                    <a:lnTo>
                      <a:pt x="868" y="268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0" name="Google Shape;3750;p74"/>
              <p:cNvSpPr/>
              <p:nvPr/>
            </p:nvSpPr>
            <p:spPr>
              <a:xfrm>
                <a:off x="-4022425" y="4996725"/>
                <a:ext cx="77600" cy="16700"/>
              </a:xfrm>
              <a:custGeom>
                <a:avLst/>
                <a:gdLst/>
                <a:ahLst/>
                <a:cxnLst/>
                <a:rect l="l" t="t" r="r" b="b"/>
                <a:pathLst>
                  <a:path w="3104" h="668" extrusionOk="0">
                    <a:moveTo>
                      <a:pt x="34" y="0"/>
                    </a:moveTo>
                    <a:lnTo>
                      <a:pt x="1" y="300"/>
                    </a:lnTo>
                    <a:lnTo>
                      <a:pt x="3070" y="667"/>
                    </a:lnTo>
                    <a:lnTo>
                      <a:pt x="3103" y="400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751;p74"/>
          <p:cNvGrpSpPr/>
          <p:nvPr/>
        </p:nvGrpSpPr>
        <p:grpSpPr>
          <a:xfrm rot="3121082">
            <a:off x="305811" y="-85129"/>
            <a:ext cx="923013" cy="1285370"/>
            <a:chOff x="-3202675" y="1652650"/>
            <a:chExt cx="975725" cy="1570325"/>
          </a:xfrm>
        </p:grpSpPr>
        <p:sp>
          <p:nvSpPr>
            <p:cNvPr id="4" name="Google Shape;3752;p74"/>
            <p:cNvSpPr/>
            <p:nvPr/>
          </p:nvSpPr>
          <p:spPr>
            <a:xfrm>
              <a:off x="-2813225" y="1652650"/>
              <a:ext cx="198500" cy="1487750"/>
            </a:xfrm>
            <a:custGeom>
              <a:avLst/>
              <a:gdLst/>
              <a:ahLst/>
              <a:cxnLst/>
              <a:rect l="l" t="t" r="r" b="b"/>
              <a:pathLst>
                <a:path w="7940" h="59510" extrusionOk="0">
                  <a:moveTo>
                    <a:pt x="3970" y="334"/>
                  </a:moveTo>
                  <a:cubicBezTo>
                    <a:pt x="4237" y="601"/>
                    <a:pt x="5138" y="1702"/>
                    <a:pt x="5938" y="5871"/>
                  </a:cubicBezTo>
                  <a:cubicBezTo>
                    <a:pt x="6939" y="11075"/>
                    <a:pt x="7673" y="19982"/>
                    <a:pt x="6806" y="27220"/>
                  </a:cubicBezTo>
                  <a:cubicBezTo>
                    <a:pt x="6439" y="30122"/>
                    <a:pt x="6505" y="35359"/>
                    <a:pt x="6539" y="40897"/>
                  </a:cubicBezTo>
                  <a:cubicBezTo>
                    <a:pt x="6605" y="48735"/>
                    <a:pt x="6705" y="57608"/>
                    <a:pt x="5505" y="59210"/>
                  </a:cubicBezTo>
                  <a:lnTo>
                    <a:pt x="2436" y="59210"/>
                  </a:lnTo>
                  <a:cubicBezTo>
                    <a:pt x="1268" y="57608"/>
                    <a:pt x="1335" y="48735"/>
                    <a:pt x="1402" y="40897"/>
                  </a:cubicBezTo>
                  <a:cubicBezTo>
                    <a:pt x="1468" y="35359"/>
                    <a:pt x="1502" y="30122"/>
                    <a:pt x="1168" y="27220"/>
                  </a:cubicBezTo>
                  <a:cubicBezTo>
                    <a:pt x="301" y="19982"/>
                    <a:pt x="1001" y="11075"/>
                    <a:pt x="2035" y="5871"/>
                  </a:cubicBezTo>
                  <a:cubicBezTo>
                    <a:pt x="2836" y="1702"/>
                    <a:pt x="3703" y="601"/>
                    <a:pt x="3970" y="334"/>
                  </a:cubicBezTo>
                  <a:close/>
                  <a:moveTo>
                    <a:pt x="3937" y="1"/>
                  </a:moveTo>
                  <a:lnTo>
                    <a:pt x="3903" y="34"/>
                  </a:lnTo>
                  <a:cubicBezTo>
                    <a:pt x="3770" y="101"/>
                    <a:pt x="2703" y="901"/>
                    <a:pt x="1735" y="5805"/>
                  </a:cubicBezTo>
                  <a:cubicBezTo>
                    <a:pt x="701" y="11042"/>
                    <a:pt x="1" y="19982"/>
                    <a:pt x="868" y="27253"/>
                  </a:cubicBezTo>
                  <a:cubicBezTo>
                    <a:pt x="1202" y="30156"/>
                    <a:pt x="1168" y="35359"/>
                    <a:pt x="1101" y="40897"/>
                  </a:cubicBezTo>
                  <a:cubicBezTo>
                    <a:pt x="1035" y="49269"/>
                    <a:pt x="968" y="57942"/>
                    <a:pt x="2269" y="59476"/>
                  </a:cubicBezTo>
                  <a:lnTo>
                    <a:pt x="2302" y="59510"/>
                  </a:lnTo>
                  <a:lnTo>
                    <a:pt x="5638" y="59510"/>
                  </a:lnTo>
                  <a:lnTo>
                    <a:pt x="5705" y="59476"/>
                  </a:lnTo>
                  <a:cubicBezTo>
                    <a:pt x="7006" y="57942"/>
                    <a:pt x="6939" y="49269"/>
                    <a:pt x="6839" y="40897"/>
                  </a:cubicBezTo>
                  <a:cubicBezTo>
                    <a:pt x="6806" y="35359"/>
                    <a:pt x="6739" y="30156"/>
                    <a:pt x="7106" y="27253"/>
                  </a:cubicBezTo>
                  <a:cubicBezTo>
                    <a:pt x="7940" y="19982"/>
                    <a:pt x="7239" y="11042"/>
                    <a:pt x="6238" y="5805"/>
                  </a:cubicBezTo>
                  <a:cubicBezTo>
                    <a:pt x="5271" y="901"/>
                    <a:pt x="4170" y="101"/>
                    <a:pt x="4070" y="34"/>
                  </a:cubicBez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753;p74"/>
            <p:cNvSpPr/>
            <p:nvPr/>
          </p:nvSpPr>
          <p:spPr>
            <a:xfrm>
              <a:off x="-2747350" y="2727600"/>
              <a:ext cx="77600" cy="409475"/>
            </a:xfrm>
            <a:custGeom>
              <a:avLst/>
              <a:gdLst/>
              <a:ahLst/>
              <a:cxnLst/>
              <a:rect l="l" t="t" r="r" b="b"/>
              <a:pathLst>
                <a:path w="3104" h="16379" extrusionOk="0">
                  <a:moveTo>
                    <a:pt x="1402" y="0"/>
                  </a:moveTo>
                  <a:cubicBezTo>
                    <a:pt x="1168" y="0"/>
                    <a:pt x="935" y="0"/>
                    <a:pt x="435" y="8239"/>
                  </a:cubicBezTo>
                  <a:cubicBezTo>
                    <a:pt x="168" y="12242"/>
                    <a:pt x="1" y="16312"/>
                    <a:pt x="1" y="16345"/>
                  </a:cubicBezTo>
                  <a:lnTo>
                    <a:pt x="268" y="16345"/>
                  </a:lnTo>
                  <a:cubicBezTo>
                    <a:pt x="535" y="10641"/>
                    <a:pt x="1035" y="2168"/>
                    <a:pt x="1402" y="500"/>
                  </a:cubicBezTo>
                  <a:cubicBezTo>
                    <a:pt x="1769" y="2168"/>
                    <a:pt x="2436" y="10641"/>
                    <a:pt x="2803" y="16378"/>
                  </a:cubicBezTo>
                  <a:lnTo>
                    <a:pt x="3103" y="16378"/>
                  </a:lnTo>
                  <a:cubicBezTo>
                    <a:pt x="3103" y="16312"/>
                    <a:pt x="2836" y="12275"/>
                    <a:pt x="2503" y="8239"/>
                  </a:cubicBezTo>
                  <a:cubicBezTo>
                    <a:pt x="1836" y="0"/>
                    <a:pt x="1602" y="0"/>
                    <a:pt x="1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754;p74"/>
            <p:cNvSpPr/>
            <p:nvPr/>
          </p:nvSpPr>
          <p:spPr>
            <a:xfrm>
              <a:off x="-2776525" y="1906375"/>
              <a:ext cx="127625" cy="361750"/>
            </a:xfrm>
            <a:custGeom>
              <a:avLst/>
              <a:gdLst/>
              <a:ahLst/>
              <a:cxnLst/>
              <a:rect l="l" t="t" r="r" b="b"/>
              <a:pathLst>
                <a:path w="5105" h="14470" extrusionOk="0">
                  <a:moveTo>
                    <a:pt x="2552" y="276"/>
                  </a:moveTo>
                  <a:cubicBezTo>
                    <a:pt x="2719" y="276"/>
                    <a:pt x="2886" y="359"/>
                    <a:pt x="3036" y="526"/>
                  </a:cubicBezTo>
                  <a:cubicBezTo>
                    <a:pt x="4737" y="2260"/>
                    <a:pt x="4437" y="12134"/>
                    <a:pt x="4404" y="13135"/>
                  </a:cubicBezTo>
                  <a:lnTo>
                    <a:pt x="2602" y="14136"/>
                  </a:lnTo>
                  <a:lnTo>
                    <a:pt x="601" y="13268"/>
                  </a:lnTo>
                  <a:cubicBezTo>
                    <a:pt x="567" y="12201"/>
                    <a:pt x="367" y="2260"/>
                    <a:pt x="2069" y="526"/>
                  </a:cubicBezTo>
                  <a:cubicBezTo>
                    <a:pt x="2219" y="359"/>
                    <a:pt x="2385" y="276"/>
                    <a:pt x="2552" y="276"/>
                  </a:cubicBezTo>
                  <a:close/>
                  <a:moveTo>
                    <a:pt x="2556" y="1"/>
                  </a:moveTo>
                  <a:cubicBezTo>
                    <a:pt x="2310" y="1"/>
                    <a:pt x="2069" y="109"/>
                    <a:pt x="1868" y="326"/>
                  </a:cubicBezTo>
                  <a:cubicBezTo>
                    <a:pt x="0" y="2260"/>
                    <a:pt x="301" y="12901"/>
                    <a:pt x="301" y="13368"/>
                  </a:cubicBezTo>
                  <a:lnTo>
                    <a:pt x="334" y="13468"/>
                  </a:lnTo>
                  <a:lnTo>
                    <a:pt x="2636" y="14469"/>
                  </a:lnTo>
                  <a:lnTo>
                    <a:pt x="4670" y="13335"/>
                  </a:lnTo>
                  <a:lnTo>
                    <a:pt x="4670" y="13235"/>
                  </a:lnTo>
                  <a:cubicBezTo>
                    <a:pt x="4704" y="12801"/>
                    <a:pt x="5104" y="2260"/>
                    <a:pt x="3269" y="326"/>
                  </a:cubicBezTo>
                  <a:cubicBezTo>
                    <a:pt x="3053" y="109"/>
                    <a:pt x="2802" y="1"/>
                    <a:pt x="25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755;p74"/>
            <p:cNvSpPr/>
            <p:nvPr/>
          </p:nvSpPr>
          <p:spPr>
            <a:xfrm>
              <a:off x="-2769025" y="2138000"/>
              <a:ext cx="110100" cy="130125"/>
            </a:xfrm>
            <a:custGeom>
              <a:avLst/>
              <a:gdLst/>
              <a:ahLst/>
              <a:cxnLst/>
              <a:rect l="l" t="t" r="r" b="b"/>
              <a:pathLst>
                <a:path w="4404" h="5205" extrusionOk="0">
                  <a:moveTo>
                    <a:pt x="4104" y="568"/>
                  </a:moveTo>
                  <a:lnTo>
                    <a:pt x="4070" y="3870"/>
                  </a:lnTo>
                  <a:lnTo>
                    <a:pt x="2302" y="4871"/>
                  </a:lnTo>
                  <a:lnTo>
                    <a:pt x="301" y="4003"/>
                  </a:lnTo>
                  <a:lnTo>
                    <a:pt x="334" y="634"/>
                  </a:lnTo>
                  <a:cubicBezTo>
                    <a:pt x="701" y="768"/>
                    <a:pt x="1468" y="1035"/>
                    <a:pt x="2369" y="1035"/>
                  </a:cubicBezTo>
                  <a:cubicBezTo>
                    <a:pt x="3203" y="1035"/>
                    <a:pt x="3803" y="768"/>
                    <a:pt x="4104" y="568"/>
                  </a:cubicBezTo>
                  <a:close/>
                  <a:moveTo>
                    <a:pt x="4404" y="0"/>
                  </a:moveTo>
                  <a:lnTo>
                    <a:pt x="4170" y="201"/>
                  </a:lnTo>
                  <a:cubicBezTo>
                    <a:pt x="4170" y="201"/>
                    <a:pt x="3470" y="734"/>
                    <a:pt x="2369" y="734"/>
                  </a:cubicBezTo>
                  <a:cubicBezTo>
                    <a:pt x="1235" y="734"/>
                    <a:pt x="267" y="301"/>
                    <a:pt x="267" y="267"/>
                  </a:cubicBezTo>
                  <a:lnTo>
                    <a:pt x="34" y="167"/>
                  </a:lnTo>
                  <a:lnTo>
                    <a:pt x="1" y="4203"/>
                  </a:lnTo>
                  <a:lnTo>
                    <a:pt x="2336" y="5204"/>
                  </a:lnTo>
                  <a:lnTo>
                    <a:pt x="4370" y="4070"/>
                  </a:lnTo>
                  <a:lnTo>
                    <a:pt x="4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756;p74"/>
            <p:cNvSpPr/>
            <p:nvPr/>
          </p:nvSpPr>
          <p:spPr>
            <a:xfrm>
              <a:off x="-2717325" y="2343150"/>
              <a:ext cx="7525" cy="184325"/>
            </a:xfrm>
            <a:custGeom>
              <a:avLst/>
              <a:gdLst/>
              <a:ahLst/>
              <a:cxnLst/>
              <a:rect l="l" t="t" r="r" b="b"/>
              <a:pathLst>
                <a:path w="301" h="7373" extrusionOk="0">
                  <a:moveTo>
                    <a:pt x="1" y="0"/>
                  </a:moveTo>
                  <a:lnTo>
                    <a:pt x="1" y="7372"/>
                  </a:lnTo>
                  <a:lnTo>
                    <a:pt x="301" y="73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757;p74"/>
            <p:cNvSpPr/>
            <p:nvPr/>
          </p:nvSpPr>
          <p:spPr>
            <a:xfrm>
              <a:off x="-2717325" y="2214725"/>
              <a:ext cx="7525" cy="91750"/>
            </a:xfrm>
            <a:custGeom>
              <a:avLst/>
              <a:gdLst/>
              <a:ahLst/>
              <a:cxnLst/>
              <a:rect l="l" t="t" r="r" b="b"/>
              <a:pathLst>
                <a:path w="301" h="3670" extrusionOk="0">
                  <a:moveTo>
                    <a:pt x="1" y="0"/>
                  </a:moveTo>
                  <a:lnTo>
                    <a:pt x="1" y="3670"/>
                  </a:lnTo>
                  <a:lnTo>
                    <a:pt x="301" y="3670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58;p74"/>
            <p:cNvSpPr/>
            <p:nvPr/>
          </p:nvSpPr>
          <p:spPr>
            <a:xfrm>
              <a:off x="-2717325" y="1845300"/>
              <a:ext cx="7525" cy="64225"/>
            </a:xfrm>
            <a:custGeom>
              <a:avLst/>
              <a:gdLst/>
              <a:ahLst/>
              <a:cxnLst/>
              <a:rect l="l" t="t" r="r" b="b"/>
              <a:pathLst>
                <a:path w="301" h="2569" extrusionOk="0">
                  <a:moveTo>
                    <a:pt x="1" y="0"/>
                  </a:moveTo>
                  <a:lnTo>
                    <a:pt x="1" y="2569"/>
                  </a:lnTo>
                  <a:lnTo>
                    <a:pt x="301" y="256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759;p74"/>
            <p:cNvSpPr/>
            <p:nvPr/>
          </p:nvSpPr>
          <p:spPr>
            <a:xfrm>
              <a:off x="-2717325" y="1656825"/>
              <a:ext cx="7525" cy="152625"/>
            </a:xfrm>
            <a:custGeom>
              <a:avLst/>
              <a:gdLst/>
              <a:ahLst/>
              <a:cxnLst/>
              <a:rect l="l" t="t" r="r" b="b"/>
              <a:pathLst>
                <a:path w="301" h="6105" extrusionOk="0">
                  <a:moveTo>
                    <a:pt x="1" y="0"/>
                  </a:moveTo>
                  <a:lnTo>
                    <a:pt x="1" y="6105"/>
                  </a:lnTo>
                  <a:lnTo>
                    <a:pt x="301" y="6105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60;p74"/>
            <p:cNvSpPr/>
            <p:nvPr/>
          </p:nvSpPr>
          <p:spPr>
            <a:xfrm>
              <a:off x="-2909950" y="2163850"/>
              <a:ext cx="156800" cy="987400"/>
            </a:xfrm>
            <a:custGeom>
              <a:avLst/>
              <a:gdLst/>
              <a:ahLst/>
              <a:cxnLst/>
              <a:rect l="l" t="t" r="r" b="b"/>
              <a:pathLst>
                <a:path w="6272" h="39496" extrusionOk="0">
                  <a:moveTo>
                    <a:pt x="2269" y="1"/>
                  </a:moveTo>
                  <a:cubicBezTo>
                    <a:pt x="1535" y="1"/>
                    <a:pt x="901" y="568"/>
                    <a:pt x="801" y="1301"/>
                  </a:cubicBezTo>
                  <a:lnTo>
                    <a:pt x="0" y="8540"/>
                  </a:lnTo>
                  <a:lnTo>
                    <a:pt x="3703" y="39329"/>
                  </a:lnTo>
                  <a:lnTo>
                    <a:pt x="3736" y="39495"/>
                  </a:lnTo>
                  <a:lnTo>
                    <a:pt x="6271" y="39062"/>
                  </a:lnTo>
                  <a:lnTo>
                    <a:pt x="6238" y="38762"/>
                  </a:lnTo>
                  <a:lnTo>
                    <a:pt x="4003" y="39162"/>
                  </a:lnTo>
                  <a:lnTo>
                    <a:pt x="300" y="8540"/>
                  </a:lnTo>
                  <a:lnTo>
                    <a:pt x="1101" y="1335"/>
                  </a:lnTo>
                  <a:cubicBezTo>
                    <a:pt x="1168" y="734"/>
                    <a:pt x="1668" y="301"/>
                    <a:pt x="2269" y="301"/>
                  </a:cubicBezTo>
                  <a:lnTo>
                    <a:pt x="4337" y="301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61;p74"/>
            <p:cNvSpPr/>
            <p:nvPr/>
          </p:nvSpPr>
          <p:spPr>
            <a:xfrm>
              <a:off x="-3060900" y="2810150"/>
              <a:ext cx="251050" cy="412825"/>
            </a:xfrm>
            <a:custGeom>
              <a:avLst/>
              <a:gdLst/>
              <a:ahLst/>
              <a:cxnLst/>
              <a:rect l="l" t="t" r="r" b="b"/>
              <a:pathLst>
                <a:path w="10042" h="16513" extrusionOk="0">
                  <a:moveTo>
                    <a:pt x="8240" y="668"/>
                  </a:moveTo>
                  <a:lnTo>
                    <a:pt x="9741" y="13377"/>
                  </a:lnTo>
                  <a:lnTo>
                    <a:pt x="1068" y="16145"/>
                  </a:lnTo>
                  <a:lnTo>
                    <a:pt x="568" y="15511"/>
                  </a:lnTo>
                  <a:lnTo>
                    <a:pt x="301" y="12176"/>
                  </a:lnTo>
                  <a:lnTo>
                    <a:pt x="5805" y="3336"/>
                  </a:lnTo>
                  <a:lnTo>
                    <a:pt x="8240" y="668"/>
                  </a:lnTo>
                  <a:close/>
                  <a:moveTo>
                    <a:pt x="8440" y="0"/>
                  </a:moveTo>
                  <a:lnTo>
                    <a:pt x="5571" y="3169"/>
                  </a:lnTo>
                  <a:lnTo>
                    <a:pt x="1" y="12109"/>
                  </a:lnTo>
                  <a:lnTo>
                    <a:pt x="301" y="15612"/>
                  </a:lnTo>
                  <a:lnTo>
                    <a:pt x="968" y="16512"/>
                  </a:lnTo>
                  <a:lnTo>
                    <a:pt x="10041" y="13577"/>
                  </a:lnTo>
                  <a:lnTo>
                    <a:pt x="84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62;p74"/>
            <p:cNvSpPr/>
            <p:nvPr/>
          </p:nvSpPr>
          <p:spPr>
            <a:xfrm>
              <a:off x="-3202675" y="2392350"/>
              <a:ext cx="344450" cy="653000"/>
            </a:xfrm>
            <a:custGeom>
              <a:avLst/>
              <a:gdLst/>
              <a:ahLst/>
              <a:cxnLst/>
              <a:rect l="l" t="t" r="r" b="b"/>
              <a:pathLst>
                <a:path w="13778" h="26120" extrusionOk="0">
                  <a:moveTo>
                    <a:pt x="11809" y="434"/>
                  </a:moveTo>
                  <a:lnTo>
                    <a:pt x="13444" y="13577"/>
                  </a:lnTo>
                  <a:lnTo>
                    <a:pt x="4137" y="25552"/>
                  </a:lnTo>
                  <a:cubicBezTo>
                    <a:pt x="3988" y="25701"/>
                    <a:pt x="3812" y="25824"/>
                    <a:pt x="3585" y="25824"/>
                  </a:cubicBezTo>
                  <a:cubicBezTo>
                    <a:pt x="3558" y="25824"/>
                    <a:pt x="3531" y="25822"/>
                    <a:pt x="3503" y="25819"/>
                  </a:cubicBezTo>
                  <a:cubicBezTo>
                    <a:pt x="3270" y="25819"/>
                    <a:pt x="3036" y="25719"/>
                    <a:pt x="2903" y="25519"/>
                  </a:cubicBezTo>
                  <a:lnTo>
                    <a:pt x="535" y="22083"/>
                  </a:lnTo>
                  <a:cubicBezTo>
                    <a:pt x="334" y="21816"/>
                    <a:pt x="334" y="21416"/>
                    <a:pt x="468" y="21116"/>
                  </a:cubicBezTo>
                  <a:lnTo>
                    <a:pt x="9708" y="4037"/>
                  </a:lnTo>
                  <a:lnTo>
                    <a:pt x="9908" y="1935"/>
                  </a:lnTo>
                  <a:cubicBezTo>
                    <a:pt x="9941" y="1502"/>
                    <a:pt x="10242" y="1135"/>
                    <a:pt x="10642" y="934"/>
                  </a:cubicBezTo>
                  <a:lnTo>
                    <a:pt x="11809" y="434"/>
                  </a:lnTo>
                  <a:close/>
                  <a:moveTo>
                    <a:pt x="12043" y="0"/>
                  </a:moveTo>
                  <a:lnTo>
                    <a:pt x="10542" y="668"/>
                  </a:lnTo>
                  <a:cubicBezTo>
                    <a:pt x="10008" y="901"/>
                    <a:pt x="9674" y="1368"/>
                    <a:pt x="9641" y="1902"/>
                  </a:cubicBezTo>
                  <a:lnTo>
                    <a:pt x="9441" y="3937"/>
                  </a:lnTo>
                  <a:lnTo>
                    <a:pt x="234" y="20982"/>
                  </a:lnTo>
                  <a:cubicBezTo>
                    <a:pt x="1" y="21382"/>
                    <a:pt x="34" y="21883"/>
                    <a:pt x="301" y="22250"/>
                  </a:cubicBezTo>
                  <a:lnTo>
                    <a:pt x="2669" y="25685"/>
                  </a:lnTo>
                  <a:cubicBezTo>
                    <a:pt x="2870" y="25952"/>
                    <a:pt x="3170" y="26119"/>
                    <a:pt x="3503" y="26119"/>
                  </a:cubicBezTo>
                  <a:lnTo>
                    <a:pt x="3537" y="26119"/>
                  </a:lnTo>
                  <a:cubicBezTo>
                    <a:pt x="3870" y="26119"/>
                    <a:pt x="4171" y="25986"/>
                    <a:pt x="4371" y="25719"/>
                  </a:cubicBezTo>
                  <a:lnTo>
                    <a:pt x="13744" y="13710"/>
                  </a:lnTo>
                  <a:lnTo>
                    <a:pt x="13777" y="13677"/>
                  </a:lnTo>
                  <a:lnTo>
                    <a:pt x="120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63;p74"/>
            <p:cNvSpPr/>
            <p:nvPr/>
          </p:nvSpPr>
          <p:spPr>
            <a:xfrm>
              <a:off x="-2899125" y="2303125"/>
              <a:ext cx="108450" cy="7525"/>
            </a:xfrm>
            <a:custGeom>
              <a:avLst/>
              <a:gdLst/>
              <a:ahLst/>
              <a:cxnLst/>
              <a:rect l="l" t="t" r="r" b="b"/>
              <a:pathLst>
                <a:path w="4338" h="301" extrusionOk="0">
                  <a:moveTo>
                    <a:pt x="1" y="0"/>
                  </a:moveTo>
                  <a:lnTo>
                    <a:pt x="1" y="300"/>
                  </a:lnTo>
                  <a:lnTo>
                    <a:pt x="4337" y="3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64;p74"/>
            <p:cNvSpPr/>
            <p:nvPr/>
          </p:nvSpPr>
          <p:spPr>
            <a:xfrm>
              <a:off x="-2854925" y="2303950"/>
              <a:ext cx="72575" cy="840625"/>
            </a:xfrm>
            <a:custGeom>
              <a:avLst/>
              <a:gdLst/>
              <a:ahLst/>
              <a:cxnLst/>
              <a:rect l="l" t="t" r="r" b="b"/>
              <a:pathLst>
                <a:path w="2903" h="33625" extrusionOk="0">
                  <a:moveTo>
                    <a:pt x="2403" y="1"/>
                  </a:moveTo>
                  <a:lnTo>
                    <a:pt x="1" y="2569"/>
                  </a:lnTo>
                  <a:lnTo>
                    <a:pt x="2603" y="33625"/>
                  </a:lnTo>
                  <a:lnTo>
                    <a:pt x="2903" y="33591"/>
                  </a:lnTo>
                  <a:lnTo>
                    <a:pt x="334" y="2669"/>
                  </a:lnTo>
                  <a:lnTo>
                    <a:pt x="2603" y="201"/>
                  </a:lnTo>
                  <a:lnTo>
                    <a:pt x="2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65;p74"/>
            <p:cNvSpPr/>
            <p:nvPr/>
          </p:nvSpPr>
          <p:spPr>
            <a:xfrm>
              <a:off x="-2853250" y="2307275"/>
              <a:ext cx="65075" cy="114275"/>
            </a:xfrm>
            <a:custGeom>
              <a:avLst/>
              <a:gdLst/>
              <a:ahLst/>
              <a:cxnLst/>
              <a:rect l="l" t="t" r="r" b="b"/>
              <a:pathLst>
                <a:path w="2603" h="4571" extrusionOk="0">
                  <a:moveTo>
                    <a:pt x="2336" y="1"/>
                  </a:moveTo>
                  <a:lnTo>
                    <a:pt x="1935" y="4071"/>
                  </a:lnTo>
                  <a:cubicBezTo>
                    <a:pt x="1935" y="4171"/>
                    <a:pt x="1835" y="4237"/>
                    <a:pt x="1768" y="4271"/>
                  </a:cubicBezTo>
                  <a:cubicBezTo>
                    <a:pt x="1702" y="4271"/>
                    <a:pt x="1602" y="4271"/>
                    <a:pt x="1502" y="4171"/>
                  </a:cubicBezTo>
                  <a:lnTo>
                    <a:pt x="234" y="2403"/>
                  </a:lnTo>
                  <a:lnTo>
                    <a:pt x="1" y="2569"/>
                  </a:lnTo>
                  <a:lnTo>
                    <a:pt x="1268" y="4337"/>
                  </a:lnTo>
                  <a:cubicBezTo>
                    <a:pt x="1368" y="4504"/>
                    <a:pt x="1535" y="4571"/>
                    <a:pt x="1702" y="4571"/>
                  </a:cubicBezTo>
                  <a:cubicBezTo>
                    <a:pt x="1735" y="4571"/>
                    <a:pt x="1802" y="4571"/>
                    <a:pt x="1835" y="4538"/>
                  </a:cubicBezTo>
                  <a:cubicBezTo>
                    <a:pt x="2069" y="4504"/>
                    <a:pt x="2202" y="4304"/>
                    <a:pt x="2235" y="4071"/>
                  </a:cubicBezTo>
                  <a:lnTo>
                    <a:pt x="2602" y="34"/>
                  </a:lnTo>
                  <a:lnTo>
                    <a:pt x="23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766;p74"/>
            <p:cNvSpPr/>
            <p:nvPr/>
          </p:nvSpPr>
          <p:spPr>
            <a:xfrm>
              <a:off x="-3139275" y="2684225"/>
              <a:ext cx="273550" cy="343600"/>
            </a:xfrm>
            <a:custGeom>
              <a:avLst/>
              <a:gdLst/>
              <a:ahLst/>
              <a:cxnLst/>
              <a:rect l="l" t="t" r="r" b="b"/>
              <a:pathLst>
                <a:path w="10942" h="13744" extrusionOk="0">
                  <a:moveTo>
                    <a:pt x="10708" y="0"/>
                  </a:moveTo>
                  <a:lnTo>
                    <a:pt x="0" y="13577"/>
                  </a:lnTo>
                  <a:lnTo>
                    <a:pt x="234" y="13744"/>
                  </a:lnTo>
                  <a:lnTo>
                    <a:pt x="10941" y="167"/>
                  </a:lnTo>
                  <a:lnTo>
                    <a:pt x="107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767;p74"/>
            <p:cNvSpPr/>
            <p:nvPr/>
          </p:nvSpPr>
          <p:spPr>
            <a:xfrm>
              <a:off x="-3150125" y="2866025"/>
              <a:ext cx="73400" cy="74250"/>
            </a:xfrm>
            <a:custGeom>
              <a:avLst/>
              <a:gdLst/>
              <a:ahLst/>
              <a:cxnLst/>
              <a:rect l="l" t="t" r="r" b="b"/>
              <a:pathLst>
                <a:path w="2936" h="2970" extrusionOk="0">
                  <a:moveTo>
                    <a:pt x="1468" y="301"/>
                  </a:moveTo>
                  <a:cubicBezTo>
                    <a:pt x="2135" y="301"/>
                    <a:pt x="2669" y="834"/>
                    <a:pt x="2669" y="1501"/>
                  </a:cubicBezTo>
                  <a:cubicBezTo>
                    <a:pt x="2669" y="2135"/>
                    <a:pt x="2135" y="2669"/>
                    <a:pt x="1468" y="2669"/>
                  </a:cubicBezTo>
                  <a:cubicBezTo>
                    <a:pt x="801" y="2669"/>
                    <a:pt x="267" y="2135"/>
                    <a:pt x="267" y="1501"/>
                  </a:cubicBezTo>
                  <a:cubicBezTo>
                    <a:pt x="267" y="834"/>
                    <a:pt x="801" y="301"/>
                    <a:pt x="1468" y="301"/>
                  </a:cubicBezTo>
                  <a:close/>
                  <a:moveTo>
                    <a:pt x="1468" y="0"/>
                  </a:moveTo>
                  <a:cubicBezTo>
                    <a:pt x="634" y="0"/>
                    <a:pt x="0" y="667"/>
                    <a:pt x="0" y="1501"/>
                  </a:cubicBezTo>
                  <a:cubicBezTo>
                    <a:pt x="0" y="2302"/>
                    <a:pt x="634" y="2969"/>
                    <a:pt x="1468" y="2969"/>
                  </a:cubicBezTo>
                  <a:cubicBezTo>
                    <a:pt x="2269" y="2969"/>
                    <a:pt x="2936" y="2302"/>
                    <a:pt x="2936" y="1501"/>
                  </a:cubicBezTo>
                  <a:cubicBezTo>
                    <a:pt x="2936" y="667"/>
                    <a:pt x="2269" y="0"/>
                    <a:pt x="1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68;p74"/>
            <p:cNvSpPr/>
            <p:nvPr/>
          </p:nvSpPr>
          <p:spPr>
            <a:xfrm>
              <a:off x="-3055050" y="2830150"/>
              <a:ext cx="32550" cy="31725"/>
            </a:xfrm>
            <a:custGeom>
              <a:avLst/>
              <a:gdLst/>
              <a:ahLst/>
              <a:cxnLst/>
              <a:rect l="l" t="t" r="r" b="b"/>
              <a:pathLst>
                <a:path w="1302" h="1269" extrusionOk="0">
                  <a:moveTo>
                    <a:pt x="667" y="301"/>
                  </a:moveTo>
                  <a:cubicBezTo>
                    <a:pt x="834" y="301"/>
                    <a:pt x="1001" y="435"/>
                    <a:pt x="1001" y="635"/>
                  </a:cubicBezTo>
                  <a:cubicBezTo>
                    <a:pt x="1001" y="835"/>
                    <a:pt x="834" y="1002"/>
                    <a:pt x="667" y="1002"/>
                  </a:cubicBezTo>
                  <a:cubicBezTo>
                    <a:pt x="467" y="1002"/>
                    <a:pt x="300" y="835"/>
                    <a:pt x="300" y="635"/>
                  </a:cubicBezTo>
                  <a:cubicBezTo>
                    <a:pt x="300" y="435"/>
                    <a:pt x="467" y="301"/>
                    <a:pt x="667" y="301"/>
                  </a:cubicBezTo>
                  <a:close/>
                  <a:moveTo>
                    <a:pt x="667" y="1"/>
                  </a:moveTo>
                  <a:cubicBezTo>
                    <a:pt x="300" y="1"/>
                    <a:pt x="0" y="301"/>
                    <a:pt x="0" y="635"/>
                  </a:cubicBezTo>
                  <a:cubicBezTo>
                    <a:pt x="0" y="1002"/>
                    <a:pt x="300" y="1269"/>
                    <a:pt x="667" y="1269"/>
                  </a:cubicBezTo>
                  <a:cubicBezTo>
                    <a:pt x="1001" y="1269"/>
                    <a:pt x="1301" y="1002"/>
                    <a:pt x="1301" y="635"/>
                  </a:cubicBezTo>
                  <a:cubicBezTo>
                    <a:pt x="1301" y="301"/>
                    <a:pt x="1001" y="1"/>
                    <a:pt x="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69;p74"/>
            <p:cNvSpPr/>
            <p:nvPr/>
          </p:nvSpPr>
          <p:spPr>
            <a:xfrm>
              <a:off x="-3020875" y="2786800"/>
              <a:ext cx="31725" cy="31700"/>
            </a:xfrm>
            <a:custGeom>
              <a:avLst/>
              <a:gdLst/>
              <a:ahLst/>
              <a:cxnLst/>
              <a:rect l="l" t="t" r="r" b="b"/>
              <a:pathLst>
                <a:path w="1269" h="1268" extrusionOk="0">
                  <a:moveTo>
                    <a:pt x="635" y="267"/>
                  </a:moveTo>
                  <a:cubicBezTo>
                    <a:pt x="835" y="267"/>
                    <a:pt x="1001" y="434"/>
                    <a:pt x="1001" y="634"/>
                  </a:cubicBezTo>
                  <a:cubicBezTo>
                    <a:pt x="1001" y="801"/>
                    <a:pt x="835" y="968"/>
                    <a:pt x="635" y="968"/>
                  </a:cubicBezTo>
                  <a:cubicBezTo>
                    <a:pt x="468" y="968"/>
                    <a:pt x="301" y="801"/>
                    <a:pt x="301" y="634"/>
                  </a:cubicBezTo>
                  <a:cubicBezTo>
                    <a:pt x="301" y="434"/>
                    <a:pt x="468" y="267"/>
                    <a:pt x="635" y="267"/>
                  </a:cubicBezTo>
                  <a:close/>
                  <a:moveTo>
                    <a:pt x="635" y="0"/>
                  </a:moveTo>
                  <a:cubicBezTo>
                    <a:pt x="301" y="0"/>
                    <a:pt x="1" y="267"/>
                    <a:pt x="1" y="634"/>
                  </a:cubicBezTo>
                  <a:cubicBezTo>
                    <a:pt x="1" y="968"/>
                    <a:pt x="301" y="1268"/>
                    <a:pt x="635" y="1268"/>
                  </a:cubicBezTo>
                  <a:cubicBezTo>
                    <a:pt x="1001" y="1268"/>
                    <a:pt x="1268" y="968"/>
                    <a:pt x="1268" y="634"/>
                  </a:cubicBezTo>
                  <a:cubicBezTo>
                    <a:pt x="1268" y="267"/>
                    <a:pt x="1001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70;p74"/>
            <p:cNvSpPr/>
            <p:nvPr/>
          </p:nvSpPr>
          <p:spPr>
            <a:xfrm>
              <a:off x="-2986675" y="2742600"/>
              <a:ext cx="31700" cy="31725"/>
            </a:xfrm>
            <a:custGeom>
              <a:avLst/>
              <a:gdLst/>
              <a:ahLst/>
              <a:cxnLst/>
              <a:rect l="l" t="t" r="r" b="b"/>
              <a:pathLst>
                <a:path w="1268" h="1269" extrusionOk="0">
                  <a:moveTo>
                    <a:pt x="634" y="301"/>
                  </a:moveTo>
                  <a:cubicBezTo>
                    <a:pt x="834" y="301"/>
                    <a:pt x="968" y="434"/>
                    <a:pt x="968" y="634"/>
                  </a:cubicBezTo>
                  <a:cubicBezTo>
                    <a:pt x="968" y="834"/>
                    <a:pt x="834" y="1001"/>
                    <a:pt x="634" y="1001"/>
                  </a:cubicBezTo>
                  <a:cubicBezTo>
                    <a:pt x="434" y="1001"/>
                    <a:pt x="301" y="834"/>
                    <a:pt x="301" y="634"/>
                  </a:cubicBezTo>
                  <a:cubicBezTo>
                    <a:pt x="301" y="434"/>
                    <a:pt x="434" y="301"/>
                    <a:pt x="634" y="301"/>
                  </a:cubicBezTo>
                  <a:close/>
                  <a:moveTo>
                    <a:pt x="634" y="0"/>
                  </a:moveTo>
                  <a:cubicBezTo>
                    <a:pt x="267" y="0"/>
                    <a:pt x="0" y="301"/>
                    <a:pt x="0" y="634"/>
                  </a:cubicBezTo>
                  <a:cubicBezTo>
                    <a:pt x="0" y="1001"/>
                    <a:pt x="267" y="1268"/>
                    <a:pt x="634" y="1268"/>
                  </a:cubicBezTo>
                  <a:cubicBezTo>
                    <a:pt x="1001" y="1268"/>
                    <a:pt x="1268" y="1001"/>
                    <a:pt x="1268" y="634"/>
                  </a:cubicBezTo>
                  <a:cubicBezTo>
                    <a:pt x="1268" y="301"/>
                    <a:pt x="968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71;p74"/>
            <p:cNvSpPr/>
            <p:nvPr/>
          </p:nvSpPr>
          <p:spPr>
            <a:xfrm>
              <a:off x="-2952475" y="2698400"/>
              <a:ext cx="31700" cy="32550"/>
            </a:xfrm>
            <a:custGeom>
              <a:avLst/>
              <a:gdLst/>
              <a:ahLst/>
              <a:cxnLst/>
              <a:rect l="l" t="t" r="r" b="b"/>
              <a:pathLst>
                <a:path w="1268" h="1302" extrusionOk="0">
                  <a:moveTo>
                    <a:pt x="634" y="301"/>
                  </a:moveTo>
                  <a:cubicBezTo>
                    <a:pt x="801" y="301"/>
                    <a:pt x="967" y="468"/>
                    <a:pt x="967" y="668"/>
                  </a:cubicBezTo>
                  <a:cubicBezTo>
                    <a:pt x="967" y="834"/>
                    <a:pt x="801" y="1001"/>
                    <a:pt x="634" y="1001"/>
                  </a:cubicBezTo>
                  <a:cubicBezTo>
                    <a:pt x="434" y="1001"/>
                    <a:pt x="267" y="834"/>
                    <a:pt x="267" y="668"/>
                  </a:cubicBezTo>
                  <a:cubicBezTo>
                    <a:pt x="267" y="468"/>
                    <a:pt x="434" y="301"/>
                    <a:pt x="634" y="301"/>
                  </a:cubicBezTo>
                  <a:close/>
                  <a:moveTo>
                    <a:pt x="634" y="1"/>
                  </a:moveTo>
                  <a:cubicBezTo>
                    <a:pt x="267" y="1"/>
                    <a:pt x="0" y="301"/>
                    <a:pt x="0" y="668"/>
                  </a:cubicBezTo>
                  <a:cubicBezTo>
                    <a:pt x="0" y="1001"/>
                    <a:pt x="267" y="1301"/>
                    <a:pt x="634" y="1301"/>
                  </a:cubicBezTo>
                  <a:cubicBezTo>
                    <a:pt x="967" y="1301"/>
                    <a:pt x="1268" y="1001"/>
                    <a:pt x="1268" y="668"/>
                  </a:cubicBezTo>
                  <a:cubicBezTo>
                    <a:pt x="1268" y="301"/>
                    <a:pt x="967" y="1"/>
                    <a:pt x="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72;p74"/>
            <p:cNvSpPr/>
            <p:nvPr/>
          </p:nvSpPr>
          <p:spPr>
            <a:xfrm>
              <a:off x="-2919125" y="2655025"/>
              <a:ext cx="31700" cy="31725"/>
            </a:xfrm>
            <a:custGeom>
              <a:avLst/>
              <a:gdLst/>
              <a:ahLst/>
              <a:cxnLst/>
              <a:rect l="l" t="t" r="r" b="b"/>
              <a:pathLst>
                <a:path w="1268" h="1269" extrusionOk="0">
                  <a:moveTo>
                    <a:pt x="634" y="301"/>
                  </a:moveTo>
                  <a:cubicBezTo>
                    <a:pt x="834" y="301"/>
                    <a:pt x="1001" y="435"/>
                    <a:pt x="1001" y="635"/>
                  </a:cubicBezTo>
                  <a:cubicBezTo>
                    <a:pt x="1001" y="835"/>
                    <a:pt x="834" y="1002"/>
                    <a:pt x="634" y="1002"/>
                  </a:cubicBezTo>
                  <a:cubicBezTo>
                    <a:pt x="467" y="1002"/>
                    <a:pt x="301" y="835"/>
                    <a:pt x="301" y="635"/>
                  </a:cubicBezTo>
                  <a:cubicBezTo>
                    <a:pt x="301" y="435"/>
                    <a:pt x="467" y="301"/>
                    <a:pt x="634" y="301"/>
                  </a:cubicBezTo>
                  <a:close/>
                  <a:moveTo>
                    <a:pt x="634" y="1"/>
                  </a:moveTo>
                  <a:cubicBezTo>
                    <a:pt x="301" y="1"/>
                    <a:pt x="0" y="301"/>
                    <a:pt x="0" y="635"/>
                  </a:cubicBezTo>
                  <a:cubicBezTo>
                    <a:pt x="0" y="1002"/>
                    <a:pt x="301" y="1269"/>
                    <a:pt x="634" y="1269"/>
                  </a:cubicBezTo>
                  <a:cubicBezTo>
                    <a:pt x="1001" y="1269"/>
                    <a:pt x="1268" y="1002"/>
                    <a:pt x="1268" y="635"/>
                  </a:cubicBezTo>
                  <a:cubicBezTo>
                    <a:pt x="1268" y="301"/>
                    <a:pt x="1001" y="1"/>
                    <a:pt x="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73;p74"/>
            <p:cNvSpPr/>
            <p:nvPr/>
          </p:nvSpPr>
          <p:spPr>
            <a:xfrm>
              <a:off x="-3057550" y="2903550"/>
              <a:ext cx="220175" cy="216850"/>
            </a:xfrm>
            <a:custGeom>
              <a:avLst/>
              <a:gdLst/>
              <a:ahLst/>
              <a:cxnLst/>
              <a:rect l="l" t="t" r="r" b="b"/>
              <a:pathLst>
                <a:path w="8807" h="8674" extrusionOk="0">
                  <a:moveTo>
                    <a:pt x="8573" y="0"/>
                  </a:moveTo>
                  <a:lnTo>
                    <a:pt x="1034" y="8373"/>
                  </a:lnTo>
                  <a:lnTo>
                    <a:pt x="33" y="8240"/>
                  </a:lnTo>
                  <a:lnTo>
                    <a:pt x="0" y="8540"/>
                  </a:lnTo>
                  <a:lnTo>
                    <a:pt x="1134" y="8673"/>
                  </a:lnTo>
                  <a:lnTo>
                    <a:pt x="8806" y="201"/>
                  </a:lnTo>
                  <a:lnTo>
                    <a:pt x="85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74;p74"/>
            <p:cNvSpPr/>
            <p:nvPr/>
          </p:nvSpPr>
          <p:spPr>
            <a:xfrm>
              <a:off x="-2980000" y="3057825"/>
              <a:ext cx="69225" cy="111775"/>
            </a:xfrm>
            <a:custGeom>
              <a:avLst/>
              <a:gdLst/>
              <a:ahLst/>
              <a:cxnLst/>
              <a:rect l="l" t="t" r="r" b="b"/>
              <a:pathLst>
                <a:path w="2769" h="4471" extrusionOk="0">
                  <a:moveTo>
                    <a:pt x="267" y="0"/>
                  </a:moveTo>
                  <a:lnTo>
                    <a:pt x="0" y="134"/>
                  </a:lnTo>
                  <a:lnTo>
                    <a:pt x="2535" y="4470"/>
                  </a:lnTo>
                  <a:lnTo>
                    <a:pt x="2769" y="4304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75;p74"/>
            <p:cNvSpPr/>
            <p:nvPr/>
          </p:nvSpPr>
          <p:spPr>
            <a:xfrm>
              <a:off x="-3055900" y="3141225"/>
              <a:ext cx="241025" cy="81750"/>
            </a:xfrm>
            <a:custGeom>
              <a:avLst/>
              <a:gdLst/>
              <a:ahLst/>
              <a:cxnLst/>
              <a:rect l="l" t="t" r="r" b="b"/>
              <a:pathLst>
                <a:path w="9641" h="3270" extrusionOk="0">
                  <a:moveTo>
                    <a:pt x="6605" y="1001"/>
                  </a:moveTo>
                  <a:lnTo>
                    <a:pt x="868" y="2902"/>
                  </a:lnTo>
                  <a:lnTo>
                    <a:pt x="501" y="2402"/>
                  </a:lnTo>
                  <a:lnTo>
                    <a:pt x="6605" y="1001"/>
                  </a:lnTo>
                  <a:close/>
                  <a:moveTo>
                    <a:pt x="9541" y="0"/>
                  </a:moveTo>
                  <a:lnTo>
                    <a:pt x="1" y="2235"/>
                  </a:lnTo>
                  <a:lnTo>
                    <a:pt x="768" y="3269"/>
                  </a:lnTo>
                  <a:lnTo>
                    <a:pt x="9641" y="267"/>
                  </a:lnTo>
                  <a:lnTo>
                    <a:pt x="95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76;p74"/>
            <p:cNvSpPr/>
            <p:nvPr/>
          </p:nvSpPr>
          <p:spPr>
            <a:xfrm>
              <a:off x="-3135125" y="2489075"/>
              <a:ext cx="208525" cy="326925"/>
            </a:xfrm>
            <a:custGeom>
              <a:avLst/>
              <a:gdLst/>
              <a:ahLst/>
              <a:cxnLst/>
              <a:rect l="l" t="t" r="r" b="b"/>
              <a:pathLst>
                <a:path w="8341" h="13077" extrusionOk="0">
                  <a:moveTo>
                    <a:pt x="7006" y="1"/>
                  </a:moveTo>
                  <a:lnTo>
                    <a:pt x="6772" y="201"/>
                  </a:lnTo>
                  <a:lnTo>
                    <a:pt x="7973" y="1669"/>
                  </a:lnTo>
                  <a:lnTo>
                    <a:pt x="1335" y="12777"/>
                  </a:lnTo>
                  <a:lnTo>
                    <a:pt x="34" y="12610"/>
                  </a:lnTo>
                  <a:lnTo>
                    <a:pt x="1" y="12910"/>
                  </a:lnTo>
                  <a:lnTo>
                    <a:pt x="1502" y="13077"/>
                  </a:lnTo>
                  <a:lnTo>
                    <a:pt x="8340" y="1635"/>
                  </a:lnTo>
                  <a:lnTo>
                    <a:pt x="70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77;p74"/>
            <p:cNvSpPr/>
            <p:nvPr/>
          </p:nvSpPr>
          <p:spPr>
            <a:xfrm>
              <a:off x="-2933300" y="2527450"/>
              <a:ext cx="53400" cy="52550"/>
            </a:xfrm>
            <a:custGeom>
              <a:avLst/>
              <a:gdLst/>
              <a:ahLst/>
              <a:cxnLst/>
              <a:rect l="l" t="t" r="r" b="b"/>
              <a:pathLst>
                <a:path w="2136" h="2102" extrusionOk="0">
                  <a:moveTo>
                    <a:pt x="200" y="0"/>
                  </a:moveTo>
                  <a:lnTo>
                    <a:pt x="0" y="200"/>
                  </a:lnTo>
                  <a:lnTo>
                    <a:pt x="1935" y="2102"/>
                  </a:lnTo>
                  <a:lnTo>
                    <a:pt x="2135" y="1868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78;p74"/>
            <p:cNvSpPr/>
            <p:nvPr/>
          </p:nvSpPr>
          <p:spPr>
            <a:xfrm>
              <a:off x="-2675625" y="2163850"/>
              <a:ext cx="156800" cy="987400"/>
            </a:xfrm>
            <a:custGeom>
              <a:avLst/>
              <a:gdLst/>
              <a:ahLst/>
              <a:cxnLst/>
              <a:rect l="l" t="t" r="r" b="b"/>
              <a:pathLst>
                <a:path w="6272" h="39496" extrusionOk="0">
                  <a:moveTo>
                    <a:pt x="1935" y="1"/>
                  </a:moveTo>
                  <a:lnTo>
                    <a:pt x="1935" y="301"/>
                  </a:lnTo>
                  <a:lnTo>
                    <a:pt x="3970" y="301"/>
                  </a:lnTo>
                  <a:cubicBezTo>
                    <a:pt x="4571" y="301"/>
                    <a:pt x="5104" y="734"/>
                    <a:pt x="5171" y="1335"/>
                  </a:cubicBezTo>
                  <a:lnTo>
                    <a:pt x="5972" y="8573"/>
                  </a:lnTo>
                  <a:lnTo>
                    <a:pt x="2269" y="39162"/>
                  </a:lnTo>
                  <a:lnTo>
                    <a:pt x="34" y="38762"/>
                  </a:lnTo>
                  <a:lnTo>
                    <a:pt x="1" y="39062"/>
                  </a:lnTo>
                  <a:lnTo>
                    <a:pt x="2536" y="39495"/>
                  </a:lnTo>
                  <a:lnTo>
                    <a:pt x="6272" y="8573"/>
                  </a:lnTo>
                  <a:lnTo>
                    <a:pt x="5438" y="1301"/>
                  </a:lnTo>
                  <a:cubicBezTo>
                    <a:pt x="5371" y="568"/>
                    <a:pt x="4737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79;p74"/>
            <p:cNvSpPr/>
            <p:nvPr/>
          </p:nvSpPr>
          <p:spPr>
            <a:xfrm>
              <a:off x="-2619750" y="2810150"/>
              <a:ext cx="251050" cy="412825"/>
            </a:xfrm>
            <a:custGeom>
              <a:avLst/>
              <a:gdLst/>
              <a:ahLst/>
              <a:cxnLst/>
              <a:rect l="l" t="t" r="r" b="b"/>
              <a:pathLst>
                <a:path w="10042" h="16513" extrusionOk="0">
                  <a:moveTo>
                    <a:pt x="1835" y="668"/>
                  </a:moveTo>
                  <a:lnTo>
                    <a:pt x="4237" y="3336"/>
                  </a:lnTo>
                  <a:lnTo>
                    <a:pt x="9741" y="12176"/>
                  </a:lnTo>
                  <a:lnTo>
                    <a:pt x="9474" y="15511"/>
                  </a:lnTo>
                  <a:lnTo>
                    <a:pt x="8974" y="16179"/>
                  </a:lnTo>
                  <a:lnTo>
                    <a:pt x="334" y="13377"/>
                  </a:lnTo>
                  <a:lnTo>
                    <a:pt x="1835" y="668"/>
                  </a:lnTo>
                  <a:close/>
                  <a:moveTo>
                    <a:pt x="1602" y="0"/>
                  </a:moveTo>
                  <a:lnTo>
                    <a:pt x="1" y="13577"/>
                  </a:lnTo>
                  <a:lnTo>
                    <a:pt x="9107" y="16512"/>
                  </a:lnTo>
                  <a:lnTo>
                    <a:pt x="9741" y="15612"/>
                  </a:lnTo>
                  <a:lnTo>
                    <a:pt x="10041" y="12109"/>
                  </a:lnTo>
                  <a:lnTo>
                    <a:pt x="4470" y="3136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80;p74"/>
            <p:cNvSpPr/>
            <p:nvPr/>
          </p:nvSpPr>
          <p:spPr>
            <a:xfrm>
              <a:off x="-2570550" y="2392350"/>
              <a:ext cx="343600" cy="653000"/>
            </a:xfrm>
            <a:custGeom>
              <a:avLst/>
              <a:gdLst/>
              <a:ahLst/>
              <a:cxnLst/>
              <a:rect l="l" t="t" r="r" b="b"/>
              <a:pathLst>
                <a:path w="13744" h="26120" extrusionOk="0">
                  <a:moveTo>
                    <a:pt x="1935" y="434"/>
                  </a:moveTo>
                  <a:lnTo>
                    <a:pt x="3103" y="934"/>
                  </a:lnTo>
                  <a:cubicBezTo>
                    <a:pt x="3536" y="1101"/>
                    <a:pt x="3803" y="1502"/>
                    <a:pt x="3837" y="1935"/>
                  </a:cubicBezTo>
                  <a:lnTo>
                    <a:pt x="4037" y="4003"/>
                  </a:lnTo>
                  <a:lnTo>
                    <a:pt x="13277" y="21116"/>
                  </a:lnTo>
                  <a:cubicBezTo>
                    <a:pt x="13444" y="21416"/>
                    <a:pt x="13410" y="21816"/>
                    <a:pt x="13210" y="22083"/>
                  </a:cubicBezTo>
                  <a:lnTo>
                    <a:pt x="10842" y="25519"/>
                  </a:lnTo>
                  <a:cubicBezTo>
                    <a:pt x="10708" y="25719"/>
                    <a:pt x="10475" y="25819"/>
                    <a:pt x="10241" y="25819"/>
                  </a:cubicBezTo>
                  <a:cubicBezTo>
                    <a:pt x="10217" y="25822"/>
                    <a:pt x="10193" y="25824"/>
                    <a:pt x="10168" y="25824"/>
                  </a:cubicBezTo>
                  <a:cubicBezTo>
                    <a:pt x="9960" y="25824"/>
                    <a:pt x="9757" y="25701"/>
                    <a:pt x="9607" y="25552"/>
                  </a:cubicBezTo>
                  <a:lnTo>
                    <a:pt x="301" y="13577"/>
                  </a:lnTo>
                  <a:lnTo>
                    <a:pt x="1935" y="434"/>
                  </a:lnTo>
                  <a:close/>
                  <a:moveTo>
                    <a:pt x="1702" y="0"/>
                  </a:moveTo>
                  <a:lnTo>
                    <a:pt x="1" y="13610"/>
                  </a:lnTo>
                  <a:lnTo>
                    <a:pt x="1" y="13644"/>
                  </a:lnTo>
                  <a:lnTo>
                    <a:pt x="9374" y="25719"/>
                  </a:lnTo>
                  <a:cubicBezTo>
                    <a:pt x="9574" y="25986"/>
                    <a:pt x="9874" y="26119"/>
                    <a:pt x="10208" y="26119"/>
                  </a:cubicBezTo>
                  <a:lnTo>
                    <a:pt x="10241" y="26119"/>
                  </a:lnTo>
                  <a:cubicBezTo>
                    <a:pt x="10575" y="26119"/>
                    <a:pt x="10908" y="25952"/>
                    <a:pt x="11075" y="25652"/>
                  </a:cubicBezTo>
                  <a:lnTo>
                    <a:pt x="13477" y="22250"/>
                  </a:lnTo>
                  <a:cubicBezTo>
                    <a:pt x="13710" y="21883"/>
                    <a:pt x="13744" y="21382"/>
                    <a:pt x="13544" y="20982"/>
                  </a:cubicBezTo>
                  <a:lnTo>
                    <a:pt x="4337" y="3937"/>
                  </a:lnTo>
                  <a:lnTo>
                    <a:pt x="4137" y="1902"/>
                  </a:lnTo>
                  <a:cubicBezTo>
                    <a:pt x="4104" y="1368"/>
                    <a:pt x="3737" y="868"/>
                    <a:pt x="3236" y="668"/>
                  </a:cubicBezTo>
                  <a:lnTo>
                    <a:pt x="1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81;p74"/>
            <p:cNvSpPr/>
            <p:nvPr/>
          </p:nvSpPr>
          <p:spPr>
            <a:xfrm>
              <a:off x="-2638100" y="2303125"/>
              <a:ext cx="108450" cy="7525"/>
            </a:xfrm>
            <a:custGeom>
              <a:avLst/>
              <a:gdLst/>
              <a:ahLst/>
              <a:cxnLst/>
              <a:rect l="l" t="t" r="r" b="b"/>
              <a:pathLst>
                <a:path w="4338" h="301" extrusionOk="0">
                  <a:moveTo>
                    <a:pt x="1" y="0"/>
                  </a:moveTo>
                  <a:lnTo>
                    <a:pt x="1" y="300"/>
                  </a:lnTo>
                  <a:lnTo>
                    <a:pt x="4337" y="300"/>
                  </a:lnTo>
                  <a:lnTo>
                    <a:pt x="43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82;p74"/>
            <p:cNvSpPr/>
            <p:nvPr/>
          </p:nvSpPr>
          <p:spPr>
            <a:xfrm>
              <a:off x="-2646425" y="2303950"/>
              <a:ext cx="71725" cy="840625"/>
            </a:xfrm>
            <a:custGeom>
              <a:avLst/>
              <a:gdLst/>
              <a:ahLst/>
              <a:cxnLst/>
              <a:rect l="l" t="t" r="r" b="b"/>
              <a:pathLst>
                <a:path w="2869" h="33625" extrusionOk="0">
                  <a:moveTo>
                    <a:pt x="500" y="1"/>
                  </a:moveTo>
                  <a:lnTo>
                    <a:pt x="267" y="201"/>
                  </a:lnTo>
                  <a:lnTo>
                    <a:pt x="2569" y="2669"/>
                  </a:lnTo>
                  <a:lnTo>
                    <a:pt x="0" y="33591"/>
                  </a:lnTo>
                  <a:lnTo>
                    <a:pt x="300" y="33625"/>
                  </a:lnTo>
                  <a:lnTo>
                    <a:pt x="2869" y="2636"/>
                  </a:lnTo>
                  <a:lnTo>
                    <a:pt x="2869" y="2569"/>
                  </a:lnTo>
                  <a:lnTo>
                    <a:pt x="5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83;p74"/>
            <p:cNvSpPr/>
            <p:nvPr/>
          </p:nvSpPr>
          <p:spPr>
            <a:xfrm>
              <a:off x="-2641425" y="2307275"/>
              <a:ext cx="65900" cy="114275"/>
            </a:xfrm>
            <a:custGeom>
              <a:avLst/>
              <a:gdLst/>
              <a:ahLst/>
              <a:cxnLst/>
              <a:rect l="l" t="t" r="r" b="b"/>
              <a:pathLst>
                <a:path w="2636" h="4571" extrusionOk="0">
                  <a:moveTo>
                    <a:pt x="300" y="1"/>
                  </a:moveTo>
                  <a:lnTo>
                    <a:pt x="0" y="34"/>
                  </a:lnTo>
                  <a:lnTo>
                    <a:pt x="401" y="4071"/>
                  </a:lnTo>
                  <a:cubicBezTo>
                    <a:pt x="401" y="4304"/>
                    <a:pt x="567" y="4504"/>
                    <a:pt x="767" y="4538"/>
                  </a:cubicBezTo>
                  <a:cubicBezTo>
                    <a:pt x="801" y="4571"/>
                    <a:pt x="868" y="4571"/>
                    <a:pt x="901" y="4571"/>
                  </a:cubicBezTo>
                  <a:cubicBezTo>
                    <a:pt x="1068" y="4571"/>
                    <a:pt x="1234" y="4504"/>
                    <a:pt x="1335" y="4337"/>
                  </a:cubicBezTo>
                  <a:lnTo>
                    <a:pt x="2635" y="2569"/>
                  </a:lnTo>
                  <a:lnTo>
                    <a:pt x="2402" y="2403"/>
                  </a:lnTo>
                  <a:lnTo>
                    <a:pt x="1101" y="4171"/>
                  </a:lnTo>
                  <a:cubicBezTo>
                    <a:pt x="1034" y="4271"/>
                    <a:pt x="934" y="4271"/>
                    <a:pt x="868" y="4271"/>
                  </a:cubicBezTo>
                  <a:cubicBezTo>
                    <a:pt x="767" y="4237"/>
                    <a:pt x="701" y="4171"/>
                    <a:pt x="667" y="4071"/>
                  </a:cubicBez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84;p74"/>
            <p:cNvSpPr/>
            <p:nvPr/>
          </p:nvSpPr>
          <p:spPr>
            <a:xfrm>
              <a:off x="-2563875" y="2684225"/>
              <a:ext cx="273550" cy="343600"/>
            </a:xfrm>
            <a:custGeom>
              <a:avLst/>
              <a:gdLst/>
              <a:ahLst/>
              <a:cxnLst/>
              <a:rect l="l" t="t" r="r" b="b"/>
              <a:pathLst>
                <a:path w="10942" h="13744" extrusionOk="0">
                  <a:moveTo>
                    <a:pt x="234" y="0"/>
                  </a:moveTo>
                  <a:lnTo>
                    <a:pt x="0" y="167"/>
                  </a:lnTo>
                  <a:lnTo>
                    <a:pt x="10708" y="13744"/>
                  </a:lnTo>
                  <a:lnTo>
                    <a:pt x="10942" y="13577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85;p74"/>
            <p:cNvSpPr/>
            <p:nvPr/>
          </p:nvSpPr>
          <p:spPr>
            <a:xfrm>
              <a:off x="-2352900" y="2866025"/>
              <a:ext cx="74250" cy="74250"/>
            </a:xfrm>
            <a:custGeom>
              <a:avLst/>
              <a:gdLst/>
              <a:ahLst/>
              <a:cxnLst/>
              <a:rect l="l" t="t" r="r" b="b"/>
              <a:pathLst>
                <a:path w="2970" h="2970" extrusionOk="0">
                  <a:moveTo>
                    <a:pt x="1502" y="301"/>
                  </a:moveTo>
                  <a:cubicBezTo>
                    <a:pt x="2136" y="301"/>
                    <a:pt x="2669" y="834"/>
                    <a:pt x="2669" y="1501"/>
                  </a:cubicBezTo>
                  <a:cubicBezTo>
                    <a:pt x="2669" y="2135"/>
                    <a:pt x="2136" y="2669"/>
                    <a:pt x="1502" y="2669"/>
                  </a:cubicBezTo>
                  <a:cubicBezTo>
                    <a:pt x="835" y="2669"/>
                    <a:pt x="301" y="2135"/>
                    <a:pt x="301" y="1501"/>
                  </a:cubicBezTo>
                  <a:cubicBezTo>
                    <a:pt x="301" y="834"/>
                    <a:pt x="835" y="301"/>
                    <a:pt x="1502" y="301"/>
                  </a:cubicBezTo>
                  <a:close/>
                  <a:moveTo>
                    <a:pt x="1502" y="0"/>
                  </a:moveTo>
                  <a:cubicBezTo>
                    <a:pt x="668" y="0"/>
                    <a:pt x="1" y="667"/>
                    <a:pt x="1" y="1501"/>
                  </a:cubicBezTo>
                  <a:cubicBezTo>
                    <a:pt x="1" y="2302"/>
                    <a:pt x="668" y="2969"/>
                    <a:pt x="1502" y="2969"/>
                  </a:cubicBezTo>
                  <a:cubicBezTo>
                    <a:pt x="2302" y="2969"/>
                    <a:pt x="2970" y="2302"/>
                    <a:pt x="2970" y="1501"/>
                  </a:cubicBezTo>
                  <a:cubicBezTo>
                    <a:pt x="2970" y="667"/>
                    <a:pt x="2302" y="0"/>
                    <a:pt x="1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86;p74"/>
            <p:cNvSpPr/>
            <p:nvPr/>
          </p:nvSpPr>
          <p:spPr>
            <a:xfrm>
              <a:off x="-2406275" y="2830150"/>
              <a:ext cx="31725" cy="31725"/>
            </a:xfrm>
            <a:custGeom>
              <a:avLst/>
              <a:gdLst/>
              <a:ahLst/>
              <a:cxnLst/>
              <a:rect l="l" t="t" r="r" b="b"/>
              <a:pathLst>
                <a:path w="1269" h="1269" extrusionOk="0">
                  <a:moveTo>
                    <a:pt x="635" y="301"/>
                  </a:moveTo>
                  <a:cubicBezTo>
                    <a:pt x="835" y="301"/>
                    <a:pt x="968" y="435"/>
                    <a:pt x="968" y="635"/>
                  </a:cubicBezTo>
                  <a:cubicBezTo>
                    <a:pt x="968" y="835"/>
                    <a:pt x="835" y="1002"/>
                    <a:pt x="635" y="1002"/>
                  </a:cubicBezTo>
                  <a:cubicBezTo>
                    <a:pt x="435" y="1002"/>
                    <a:pt x="301" y="835"/>
                    <a:pt x="301" y="635"/>
                  </a:cubicBezTo>
                  <a:cubicBezTo>
                    <a:pt x="301" y="435"/>
                    <a:pt x="435" y="301"/>
                    <a:pt x="635" y="301"/>
                  </a:cubicBezTo>
                  <a:close/>
                  <a:moveTo>
                    <a:pt x="635" y="1"/>
                  </a:moveTo>
                  <a:cubicBezTo>
                    <a:pt x="268" y="1"/>
                    <a:pt x="1" y="301"/>
                    <a:pt x="1" y="635"/>
                  </a:cubicBezTo>
                  <a:cubicBezTo>
                    <a:pt x="1" y="1002"/>
                    <a:pt x="268" y="1269"/>
                    <a:pt x="635" y="1269"/>
                  </a:cubicBezTo>
                  <a:cubicBezTo>
                    <a:pt x="968" y="1269"/>
                    <a:pt x="1269" y="1002"/>
                    <a:pt x="1269" y="635"/>
                  </a:cubicBezTo>
                  <a:cubicBezTo>
                    <a:pt x="1269" y="301"/>
                    <a:pt x="968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87;p74"/>
            <p:cNvSpPr/>
            <p:nvPr/>
          </p:nvSpPr>
          <p:spPr>
            <a:xfrm>
              <a:off x="-2440450" y="2786800"/>
              <a:ext cx="31700" cy="31700"/>
            </a:xfrm>
            <a:custGeom>
              <a:avLst/>
              <a:gdLst/>
              <a:ahLst/>
              <a:cxnLst/>
              <a:rect l="l" t="t" r="r" b="b"/>
              <a:pathLst>
                <a:path w="1268" h="1268" extrusionOk="0">
                  <a:moveTo>
                    <a:pt x="634" y="267"/>
                  </a:moveTo>
                  <a:cubicBezTo>
                    <a:pt x="834" y="267"/>
                    <a:pt x="1001" y="434"/>
                    <a:pt x="968" y="634"/>
                  </a:cubicBezTo>
                  <a:cubicBezTo>
                    <a:pt x="968" y="801"/>
                    <a:pt x="834" y="968"/>
                    <a:pt x="634" y="968"/>
                  </a:cubicBezTo>
                  <a:cubicBezTo>
                    <a:pt x="434" y="968"/>
                    <a:pt x="301" y="801"/>
                    <a:pt x="301" y="634"/>
                  </a:cubicBezTo>
                  <a:cubicBezTo>
                    <a:pt x="301" y="434"/>
                    <a:pt x="434" y="267"/>
                    <a:pt x="634" y="267"/>
                  </a:cubicBezTo>
                  <a:close/>
                  <a:moveTo>
                    <a:pt x="634" y="0"/>
                  </a:moveTo>
                  <a:cubicBezTo>
                    <a:pt x="301" y="0"/>
                    <a:pt x="0" y="267"/>
                    <a:pt x="0" y="634"/>
                  </a:cubicBezTo>
                  <a:cubicBezTo>
                    <a:pt x="0" y="968"/>
                    <a:pt x="301" y="1268"/>
                    <a:pt x="634" y="1268"/>
                  </a:cubicBezTo>
                  <a:cubicBezTo>
                    <a:pt x="1001" y="1268"/>
                    <a:pt x="1268" y="968"/>
                    <a:pt x="1268" y="634"/>
                  </a:cubicBezTo>
                  <a:cubicBezTo>
                    <a:pt x="1268" y="267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88;p74"/>
            <p:cNvSpPr/>
            <p:nvPr/>
          </p:nvSpPr>
          <p:spPr>
            <a:xfrm>
              <a:off x="-2474650" y="2742600"/>
              <a:ext cx="32550" cy="31725"/>
            </a:xfrm>
            <a:custGeom>
              <a:avLst/>
              <a:gdLst/>
              <a:ahLst/>
              <a:cxnLst/>
              <a:rect l="l" t="t" r="r" b="b"/>
              <a:pathLst>
                <a:path w="1302" h="1269" extrusionOk="0">
                  <a:moveTo>
                    <a:pt x="634" y="301"/>
                  </a:moveTo>
                  <a:cubicBezTo>
                    <a:pt x="835" y="301"/>
                    <a:pt x="1001" y="434"/>
                    <a:pt x="1001" y="634"/>
                  </a:cubicBezTo>
                  <a:cubicBezTo>
                    <a:pt x="1001" y="834"/>
                    <a:pt x="835" y="1001"/>
                    <a:pt x="634" y="1001"/>
                  </a:cubicBezTo>
                  <a:cubicBezTo>
                    <a:pt x="468" y="1001"/>
                    <a:pt x="301" y="834"/>
                    <a:pt x="301" y="634"/>
                  </a:cubicBezTo>
                  <a:cubicBezTo>
                    <a:pt x="301" y="434"/>
                    <a:pt x="468" y="301"/>
                    <a:pt x="634" y="301"/>
                  </a:cubicBezTo>
                  <a:close/>
                  <a:moveTo>
                    <a:pt x="634" y="0"/>
                  </a:moveTo>
                  <a:cubicBezTo>
                    <a:pt x="301" y="0"/>
                    <a:pt x="1" y="301"/>
                    <a:pt x="1" y="634"/>
                  </a:cubicBezTo>
                  <a:cubicBezTo>
                    <a:pt x="1" y="1001"/>
                    <a:pt x="301" y="1268"/>
                    <a:pt x="634" y="1268"/>
                  </a:cubicBezTo>
                  <a:cubicBezTo>
                    <a:pt x="1001" y="1268"/>
                    <a:pt x="1302" y="1001"/>
                    <a:pt x="1268" y="634"/>
                  </a:cubicBezTo>
                  <a:cubicBezTo>
                    <a:pt x="1268" y="301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89;p74"/>
            <p:cNvSpPr/>
            <p:nvPr/>
          </p:nvSpPr>
          <p:spPr>
            <a:xfrm>
              <a:off x="-2508000" y="2698400"/>
              <a:ext cx="31700" cy="32550"/>
            </a:xfrm>
            <a:custGeom>
              <a:avLst/>
              <a:gdLst/>
              <a:ahLst/>
              <a:cxnLst/>
              <a:rect l="l" t="t" r="r" b="b"/>
              <a:pathLst>
                <a:path w="1268" h="1302" extrusionOk="0">
                  <a:moveTo>
                    <a:pt x="634" y="301"/>
                  </a:moveTo>
                  <a:cubicBezTo>
                    <a:pt x="801" y="301"/>
                    <a:pt x="968" y="468"/>
                    <a:pt x="968" y="668"/>
                  </a:cubicBezTo>
                  <a:cubicBezTo>
                    <a:pt x="968" y="834"/>
                    <a:pt x="834" y="1001"/>
                    <a:pt x="634" y="1001"/>
                  </a:cubicBezTo>
                  <a:cubicBezTo>
                    <a:pt x="434" y="1001"/>
                    <a:pt x="267" y="834"/>
                    <a:pt x="267" y="668"/>
                  </a:cubicBezTo>
                  <a:cubicBezTo>
                    <a:pt x="267" y="468"/>
                    <a:pt x="434" y="301"/>
                    <a:pt x="634" y="301"/>
                  </a:cubicBezTo>
                  <a:close/>
                  <a:moveTo>
                    <a:pt x="634" y="1"/>
                  </a:moveTo>
                  <a:cubicBezTo>
                    <a:pt x="267" y="1"/>
                    <a:pt x="0" y="301"/>
                    <a:pt x="0" y="668"/>
                  </a:cubicBezTo>
                  <a:cubicBezTo>
                    <a:pt x="0" y="1001"/>
                    <a:pt x="267" y="1301"/>
                    <a:pt x="634" y="1301"/>
                  </a:cubicBezTo>
                  <a:cubicBezTo>
                    <a:pt x="968" y="1301"/>
                    <a:pt x="1268" y="1001"/>
                    <a:pt x="1268" y="668"/>
                  </a:cubicBezTo>
                  <a:cubicBezTo>
                    <a:pt x="1268" y="301"/>
                    <a:pt x="968" y="1"/>
                    <a:pt x="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90;p74"/>
            <p:cNvSpPr/>
            <p:nvPr/>
          </p:nvSpPr>
          <p:spPr>
            <a:xfrm>
              <a:off x="-2542200" y="2655025"/>
              <a:ext cx="31725" cy="31725"/>
            </a:xfrm>
            <a:custGeom>
              <a:avLst/>
              <a:gdLst/>
              <a:ahLst/>
              <a:cxnLst/>
              <a:rect l="l" t="t" r="r" b="b"/>
              <a:pathLst>
                <a:path w="1269" h="1269" extrusionOk="0">
                  <a:moveTo>
                    <a:pt x="635" y="301"/>
                  </a:moveTo>
                  <a:cubicBezTo>
                    <a:pt x="835" y="301"/>
                    <a:pt x="968" y="435"/>
                    <a:pt x="968" y="635"/>
                  </a:cubicBezTo>
                  <a:cubicBezTo>
                    <a:pt x="968" y="835"/>
                    <a:pt x="835" y="1002"/>
                    <a:pt x="635" y="1002"/>
                  </a:cubicBezTo>
                  <a:cubicBezTo>
                    <a:pt x="434" y="1002"/>
                    <a:pt x="301" y="835"/>
                    <a:pt x="301" y="635"/>
                  </a:cubicBezTo>
                  <a:cubicBezTo>
                    <a:pt x="301" y="435"/>
                    <a:pt x="434" y="301"/>
                    <a:pt x="635" y="301"/>
                  </a:cubicBezTo>
                  <a:close/>
                  <a:moveTo>
                    <a:pt x="635" y="1"/>
                  </a:moveTo>
                  <a:cubicBezTo>
                    <a:pt x="301" y="1"/>
                    <a:pt x="1" y="301"/>
                    <a:pt x="1" y="635"/>
                  </a:cubicBezTo>
                  <a:cubicBezTo>
                    <a:pt x="1" y="1002"/>
                    <a:pt x="301" y="1269"/>
                    <a:pt x="635" y="1269"/>
                  </a:cubicBezTo>
                  <a:cubicBezTo>
                    <a:pt x="1001" y="1269"/>
                    <a:pt x="1268" y="1002"/>
                    <a:pt x="1268" y="635"/>
                  </a:cubicBezTo>
                  <a:cubicBezTo>
                    <a:pt x="1268" y="301"/>
                    <a:pt x="1001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91;p74"/>
            <p:cNvSpPr/>
            <p:nvPr/>
          </p:nvSpPr>
          <p:spPr>
            <a:xfrm>
              <a:off x="-2591400" y="2903550"/>
              <a:ext cx="219350" cy="216850"/>
            </a:xfrm>
            <a:custGeom>
              <a:avLst/>
              <a:gdLst/>
              <a:ahLst/>
              <a:cxnLst/>
              <a:rect l="l" t="t" r="r" b="b"/>
              <a:pathLst>
                <a:path w="8774" h="8674" extrusionOk="0">
                  <a:moveTo>
                    <a:pt x="201" y="0"/>
                  </a:moveTo>
                  <a:lnTo>
                    <a:pt x="1" y="201"/>
                  </a:lnTo>
                  <a:lnTo>
                    <a:pt x="7606" y="8640"/>
                  </a:lnTo>
                  <a:lnTo>
                    <a:pt x="7639" y="8673"/>
                  </a:lnTo>
                  <a:lnTo>
                    <a:pt x="8774" y="8540"/>
                  </a:lnTo>
                  <a:lnTo>
                    <a:pt x="8740" y="8240"/>
                  </a:lnTo>
                  <a:lnTo>
                    <a:pt x="7773" y="8373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92;p74"/>
            <p:cNvSpPr/>
            <p:nvPr/>
          </p:nvSpPr>
          <p:spPr>
            <a:xfrm>
              <a:off x="-2518850" y="3057825"/>
              <a:ext cx="69250" cy="111775"/>
            </a:xfrm>
            <a:custGeom>
              <a:avLst/>
              <a:gdLst/>
              <a:ahLst/>
              <a:cxnLst/>
              <a:rect l="l" t="t" r="r" b="b"/>
              <a:pathLst>
                <a:path w="2770" h="4471" extrusionOk="0">
                  <a:moveTo>
                    <a:pt x="2536" y="0"/>
                  </a:moveTo>
                  <a:lnTo>
                    <a:pt x="1" y="4304"/>
                  </a:lnTo>
                  <a:lnTo>
                    <a:pt x="234" y="4470"/>
                  </a:lnTo>
                  <a:lnTo>
                    <a:pt x="2769" y="134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93;p74"/>
            <p:cNvSpPr/>
            <p:nvPr/>
          </p:nvSpPr>
          <p:spPr>
            <a:xfrm>
              <a:off x="-2614750" y="3141225"/>
              <a:ext cx="241875" cy="81750"/>
            </a:xfrm>
            <a:custGeom>
              <a:avLst/>
              <a:gdLst/>
              <a:ahLst/>
              <a:cxnLst/>
              <a:rect l="l" t="t" r="r" b="b"/>
              <a:pathLst>
                <a:path w="9675" h="3270" extrusionOk="0">
                  <a:moveTo>
                    <a:pt x="3036" y="1001"/>
                  </a:moveTo>
                  <a:lnTo>
                    <a:pt x="9174" y="2402"/>
                  </a:lnTo>
                  <a:lnTo>
                    <a:pt x="8774" y="2902"/>
                  </a:lnTo>
                  <a:lnTo>
                    <a:pt x="3036" y="1001"/>
                  </a:lnTo>
                  <a:close/>
                  <a:moveTo>
                    <a:pt x="101" y="0"/>
                  </a:moveTo>
                  <a:lnTo>
                    <a:pt x="1" y="267"/>
                  </a:lnTo>
                  <a:lnTo>
                    <a:pt x="8907" y="3269"/>
                  </a:lnTo>
                  <a:lnTo>
                    <a:pt x="9674" y="2235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94;p74"/>
            <p:cNvSpPr/>
            <p:nvPr/>
          </p:nvSpPr>
          <p:spPr>
            <a:xfrm>
              <a:off x="-2503000" y="2489075"/>
              <a:ext cx="209350" cy="326925"/>
            </a:xfrm>
            <a:custGeom>
              <a:avLst/>
              <a:gdLst/>
              <a:ahLst/>
              <a:cxnLst/>
              <a:rect l="l" t="t" r="r" b="b"/>
              <a:pathLst>
                <a:path w="8374" h="13077" extrusionOk="0">
                  <a:moveTo>
                    <a:pt x="1368" y="1"/>
                  </a:moveTo>
                  <a:lnTo>
                    <a:pt x="1" y="1635"/>
                  </a:lnTo>
                  <a:lnTo>
                    <a:pt x="6872" y="13077"/>
                  </a:lnTo>
                  <a:lnTo>
                    <a:pt x="8373" y="12910"/>
                  </a:lnTo>
                  <a:lnTo>
                    <a:pt x="8340" y="12610"/>
                  </a:lnTo>
                  <a:lnTo>
                    <a:pt x="7006" y="12777"/>
                  </a:lnTo>
                  <a:lnTo>
                    <a:pt x="367" y="1669"/>
                  </a:lnTo>
                  <a:lnTo>
                    <a:pt x="1602" y="201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95;p74"/>
            <p:cNvSpPr/>
            <p:nvPr/>
          </p:nvSpPr>
          <p:spPr>
            <a:xfrm>
              <a:off x="-2549700" y="2527450"/>
              <a:ext cx="54225" cy="52550"/>
            </a:xfrm>
            <a:custGeom>
              <a:avLst/>
              <a:gdLst/>
              <a:ahLst/>
              <a:cxnLst/>
              <a:rect l="l" t="t" r="r" b="b"/>
              <a:pathLst>
                <a:path w="2169" h="2102" extrusionOk="0">
                  <a:moveTo>
                    <a:pt x="1935" y="0"/>
                  </a:moveTo>
                  <a:lnTo>
                    <a:pt x="1" y="1868"/>
                  </a:lnTo>
                  <a:lnTo>
                    <a:pt x="201" y="2102"/>
                  </a:lnTo>
                  <a:lnTo>
                    <a:pt x="2169" y="200"/>
                  </a:lnTo>
                  <a:lnTo>
                    <a:pt x="19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96;p74"/>
            <p:cNvSpPr/>
            <p:nvPr/>
          </p:nvSpPr>
          <p:spPr>
            <a:xfrm>
              <a:off x="-2859075" y="3048650"/>
              <a:ext cx="29200" cy="104275"/>
            </a:xfrm>
            <a:custGeom>
              <a:avLst/>
              <a:gdLst/>
              <a:ahLst/>
              <a:cxnLst/>
              <a:rect l="l" t="t" r="r" b="b"/>
              <a:pathLst>
                <a:path w="1168" h="4171" extrusionOk="0">
                  <a:moveTo>
                    <a:pt x="300" y="1"/>
                  </a:moveTo>
                  <a:lnTo>
                    <a:pt x="0" y="67"/>
                  </a:lnTo>
                  <a:cubicBezTo>
                    <a:pt x="133" y="701"/>
                    <a:pt x="300" y="1402"/>
                    <a:pt x="434" y="2102"/>
                  </a:cubicBezTo>
                  <a:cubicBezTo>
                    <a:pt x="600" y="2836"/>
                    <a:pt x="767" y="3536"/>
                    <a:pt x="901" y="4170"/>
                  </a:cubicBezTo>
                  <a:lnTo>
                    <a:pt x="1168" y="4103"/>
                  </a:lnTo>
                  <a:cubicBezTo>
                    <a:pt x="1034" y="3470"/>
                    <a:pt x="901" y="2769"/>
                    <a:pt x="734" y="2069"/>
                  </a:cubicBezTo>
                  <a:cubicBezTo>
                    <a:pt x="600" y="1335"/>
                    <a:pt x="434" y="634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97;p74"/>
            <p:cNvSpPr/>
            <p:nvPr/>
          </p:nvSpPr>
          <p:spPr>
            <a:xfrm>
              <a:off x="-2866600" y="3007800"/>
              <a:ext cx="10875" cy="21700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01" y="0"/>
                  </a:moveTo>
                  <a:lnTo>
                    <a:pt x="1" y="33"/>
                  </a:lnTo>
                  <a:lnTo>
                    <a:pt x="134" y="867"/>
                  </a:lnTo>
                  <a:lnTo>
                    <a:pt x="434" y="83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98;p74"/>
            <p:cNvSpPr/>
            <p:nvPr/>
          </p:nvSpPr>
          <p:spPr>
            <a:xfrm>
              <a:off x="-2929975" y="2874350"/>
              <a:ext cx="83425" cy="95925"/>
            </a:xfrm>
            <a:custGeom>
              <a:avLst/>
              <a:gdLst/>
              <a:ahLst/>
              <a:cxnLst/>
              <a:rect l="l" t="t" r="r" b="b"/>
              <a:pathLst>
                <a:path w="3337" h="3837" extrusionOk="0">
                  <a:moveTo>
                    <a:pt x="3103" y="1"/>
                  </a:moveTo>
                  <a:lnTo>
                    <a:pt x="1" y="3637"/>
                  </a:lnTo>
                  <a:lnTo>
                    <a:pt x="201" y="3837"/>
                  </a:lnTo>
                  <a:lnTo>
                    <a:pt x="3336" y="201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99;p74"/>
            <p:cNvSpPr/>
            <p:nvPr/>
          </p:nvSpPr>
          <p:spPr>
            <a:xfrm>
              <a:off x="-2998350" y="2548300"/>
              <a:ext cx="87575" cy="127600"/>
            </a:xfrm>
            <a:custGeom>
              <a:avLst/>
              <a:gdLst/>
              <a:ahLst/>
              <a:cxnLst/>
              <a:rect l="l" t="t" r="r" b="b"/>
              <a:pathLst>
                <a:path w="3503" h="5104" extrusionOk="0">
                  <a:moveTo>
                    <a:pt x="3269" y="0"/>
                  </a:moveTo>
                  <a:cubicBezTo>
                    <a:pt x="2769" y="734"/>
                    <a:pt x="2169" y="1635"/>
                    <a:pt x="1635" y="2469"/>
                  </a:cubicBezTo>
                  <a:cubicBezTo>
                    <a:pt x="1068" y="3336"/>
                    <a:pt x="501" y="4237"/>
                    <a:pt x="0" y="4937"/>
                  </a:cubicBezTo>
                  <a:lnTo>
                    <a:pt x="234" y="5104"/>
                  </a:lnTo>
                  <a:cubicBezTo>
                    <a:pt x="768" y="4403"/>
                    <a:pt x="1335" y="3503"/>
                    <a:pt x="1868" y="2635"/>
                  </a:cubicBezTo>
                  <a:cubicBezTo>
                    <a:pt x="2435" y="1802"/>
                    <a:pt x="3003" y="901"/>
                    <a:pt x="3503" y="167"/>
                  </a:cubicBezTo>
                  <a:lnTo>
                    <a:pt x="32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800;p74"/>
            <p:cNvSpPr/>
            <p:nvPr/>
          </p:nvSpPr>
          <p:spPr>
            <a:xfrm>
              <a:off x="-2876600" y="2191375"/>
              <a:ext cx="32550" cy="45050"/>
            </a:xfrm>
            <a:custGeom>
              <a:avLst/>
              <a:gdLst/>
              <a:ahLst/>
              <a:cxnLst/>
              <a:rect l="l" t="t" r="r" b="b"/>
              <a:pathLst>
                <a:path w="1302" h="1802" extrusionOk="0">
                  <a:moveTo>
                    <a:pt x="1301" y="0"/>
                  </a:moveTo>
                  <a:cubicBezTo>
                    <a:pt x="834" y="0"/>
                    <a:pt x="501" y="334"/>
                    <a:pt x="301" y="667"/>
                  </a:cubicBezTo>
                  <a:cubicBezTo>
                    <a:pt x="101" y="1001"/>
                    <a:pt x="34" y="1401"/>
                    <a:pt x="1" y="1768"/>
                  </a:cubicBezTo>
                  <a:lnTo>
                    <a:pt x="267" y="1802"/>
                  </a:lnTo>
                  <a:cubicBezTo>
                    <a:pt x="334" y="1468"/>
                    <a:pt x="401" y="1101"/>
                    <a:pt x="568" y="801"/>
                  </a:cubicBezTo>
                  <a:cubicBezTo>
                    <a:pt x="734" y="501"/>
                    <a:pt x="1035" y="301"/>
                    <a:pt x="1301" y="301"/>
                  </a:cubicBezTo>
                  <a:lnTo>
                    <a:pt x="1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801;p74"/>
            <p:cNvSpPr/>
            <p:nvPr/>
          </p:nvSpPr>
          <p:spPr>
            <a:xfrm>
              <a:off x="-2834075" y="2190525"/>
              <a:ext cx="23375" cy="7550"/>
            </a:xfrm>
            <a:custGeom>
              <a:avLst/>
              <a:gdLst/>
              <a:ahLst/>
              <a:cxnLst/>
              <a:rect l="l" t="t" r="r" b="b"/>
              <a:pathLst>
                <a:path w="935" h="302" extrusionOk="0">
                  <a:moveTo>
                    <a:pt x="1" y="1"/>
                  </a:moveTo>
                  <a:lnTo>
                    <a:pt x="1" y="301"/>
                  </a:lnTo>
                  <a:lnTo>
                    <a:pt x="935" y="30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26" name="Google Shape;426;p51"/>
          <p:cNvPicPr preferRelativeResize="0"/>
          <p:nvPr/>
        </p:nvPicPr>
        <p:blipFill rotWithShape="1">
          <a:blip r:embed="rId3">
            <a:alphaModFix/>
          </a:blip>
          <a:srcRect l="5315" t="11257" r="3202" b="6513"/>
          <a:stretch/>
        </p:blipFill>
        <p:spPr>
          <a:xfrm rot="214505">
            <a:off x="1627626" y="2915616"/>
            <a:ext cx="4749900" cy="2321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9" name="Google Shape;6769;p58"/>
          <p:cNvSpPr txBox="1">
            <a:spLocks noGrp="1"/>
          </p:cNvSpPr>
          <p:nvPr>
            <p:ph type="title"/>
          </p:nvPr>
        </p:nvSpPr>
        <p:spPr>
          <a:xfrm>
            <a:off x="1089790" y="183196"/>
            <a:ext cx="5142190" cy="774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i="0" dirty="0"/>
              <a:t>Technologies Used</a:t>
            </a:r>
            <a:endParaRPr sz="3600" dirty="0"/>
          </a:p>
        </p:txBody>
      </p:sp>
      <p:sp>
        <p:nvSpPr>
          <p:cNvPr id="6776" name="Google Shape;6776;p58"/>
          <p:cNvSpPr/>
          <p:nvPr/>
        </p:nvSpPr>
        <p:spPr>
          <a:xfrm>
            <a:off x="6085980" y="3154171"/>
            <a:ext cx="2234700" cy="14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69" name="Google Shape;6869;p58"/>
          <p:cNvGrpSpPr/>
          <p:nvPr/>
        </p:nvGrpSpPr>
        <p:grpSpPr>
          <a:xfrm flipH="1">
            <a:off x="7520323" y="3938138"/>
            <a:ext cx="811246" cy="1205364"/>
            <a:chOff x="8044750" y="-1789024"/>
            <a:chExt cx="811246" cy="1205364"/>
          </a:xfrm>
        </p:grpSpPr>
        <p:sp>
          <p:nvSpPr>
            <p:cNvPr id="6870" name="Google Shape;6870;p58"/>
            <p:cNvSpPr/>
            <p:nvPr/>
          </p:nvSpPr>
          <p:spPr>
            <a:xfrm>
              <a:off x="8064874" y="-1789024"/>
              <a:ext cx="770961" cy="1205364"/>
            </a:xfrm>
            <a:custGeom>
              <a:avLst/>
              <a:gdLst/>
              <a:ahLst/>
              <a:cxnLst/>
              <a:rect l="l" t="t" r="r" b="b"/>
              <a:pathLst>
                <a:path w="20841" h="32584" extrusionOk="0">
                  <a:moveTo>
                    <a:pt x="1" y="1"/>
                  </a:moveTo>
                  <a:lnTo>
                    <a:pt x="1" y="32583"/>
                  </a:lnTo>
                  <a:lnTo>
                    <a:pt x="20841" y="32583"/>
                  </a:lnTo>
                  <a:lnTo>
                    <a:pt x="208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1" name="Google Shape;6871;p58"/>
            <p:cNvSpPr/>
            <p:nvPr/>
          </p:nvSpPr>
          <p:spPr>
            <a:xfrm>
              <a:off x="8044750" y="-1789024"/>
              <a:ext cx="811246" cy="56155"/>
            </a:xfrm>
            <a:custGeom>
              <a:avLst/>
              <a:gdLst/>
              <a:ahLst/>
              <a:cxnLst/>
              <a:rect l="l" t="t" r="r" b="b"/>
              <a:pathLst>
                <a:path w="21930" h="1518" extrusionOk="0">
                  <a:moveTo>
                    <a:pt x="0" y="1"/>
                  </a:moveTo>
                  <a:lnTo>
                    <a:pt x="0" y="1517"/>
                  </a:lnTo>
                  <a:lnTo>
                    <a:pt x="21929" y="1517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2" name="Google Shape;6872;p58"/>
            <p:cNvSpPr/>
            <p:nvPr/>
          </p:nvSpPr>
          <p:spPr>
            <a:xfrm>
              <a:off x="8044750" y="-13992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3" name="Google Shape;6873;p58"/>
            <p:cNvSpPr/>
            <p:nvPr/>
          </p:nvSpPr>
          <p:spPr>
            <a:xfrm>
              <a:off x="8161978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4" name="Google Shape;6874;p58"/>
            <p:cNvSpPr/>
            <p:nvPr/>
          </p:nvSpPr>
          <p:spPr>
            <a:xfrm>
              <a:off x="8325927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5" name="Google Shape;6875;p58"/>
            <p:cNvSpPr/>
            <p:nvPr/>
          </p:nvSpPr>
          <p:spPr>
            <a:xfrm>
              <a:off x="8489914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6" name="Google Shape;6876;p58"/>
            <p:cNvSpPr/>
            <p:nvPr/>
          </p:nvSpPr>
          <p:spPr>
            <a:xfrm>
              <a:off x="8653863" y="-1666765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7" name="Google Shape;6877;p58"/>
            <p:cNvSpPr/>
            <p:nvPr/>
          </p:nvSpPr>
          <p:spPr>
            <a:xfrm>
              <a:off x="8161978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8" name="Google Shape;6878;p58"/>
            <p:cNvSpPr/>
            <p:nvPr/>
          </p:nvSpPr>
          <p:spPr>
            <a:xfrm>
              <a:off x="8325927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9" name="Google Shape;6879;p58"/>
            <p:cNvSpPr/>
            <p:nvPr/>
          </p:nvSpPr>
          <p:spPr>
            <a:xfrm>
              <a:off x="8489914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0" name="Google Shape;6880;p58"/>
            <p:cNvSpPr/>
            <p:nvPr/>
          </p:nvSpPr>
          <p:spPr>
            <a:xfrm>
              <a:off x="8653863" y="-15330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1" name="Google Shape;6881;p58"/>
            <p:cNvSpPr/>
            <p:nvPr/>
          </p:nvSpPr>
          <p:spPr>
            <a:xfrm>
              <a:off x="8044750" y="-974938"/>
              <a:ext cx="811246" cy="113678"/>
            </a:xfrm>
            <a:custGeom>
              <a:avLst/>
              <a:gdLst/>
              <a:ahLst/>
              <a:cxnLst/>
              <a:rect l="l" t="t" r="r" b="b"/>
              <a:pathLst>
                <a:path w="21930" h="3073" extrusionOk="0">
                  <a:moveTo>
                    <a:pt x="0" y="1"/>
                  </a:moveTo>
                  <a:lnTo>
                    <a:pt x="0" y="3072"/>
                  </a:lnTo>
                  <a:lnTo>
                    <a:pt x="21929" y="3072"/>
                  </a:lnTo>
                  <a:lnTo>
                    <a:pt x="2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2" name="Google Shape;6882;p58"/>
            <p:cNvSpPr/>
            <p:nvPr/>
          </p:nvSpPr>
          <p:spPr>
            <a:xfrm>
              <a:off x="8161978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3" name="Google Shape;6883;p58"/>
            <p:cNvSpPr/>
            <p:nvPr/>
          </p:nvSpPr>
          <p:spPr>
            <a:xfrm>
              <a:off x="8325927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5" y="245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4" name="Google Shape;6884;p58"/>
            <p:cNvSpPr/>
            <p:nvPr/>
          </p:nvSpPr>
          <p:spPr>
            <a:xfrm>
              <a:off x="8489914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0" y="1"/>
                  </a:moveTo>
                  <a:lnTo>
                    <a:pt x="0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5" name="Google Shape;6885;p58"/>
            <p:cNvSpPr/>
            <p:nvPr/>
          </p:nvSpPr>
          <p:spPr>
            <a:xfrm>
              <a:off x="8653863" y="-1242465"/>
              <a:ext cx="84898" cy="90669"/>
            </a:xfrm>
            <a:custGeom>
              <a:avLst/>
              <a:gdLst/>
              <a:ahLst/>
              <a:cxnLst/>
              <a:rect l="l" t="t" r="r" b="b"/>
              <a:pathLst>
                <a:path w="2295" h="2451" extrusionOk="0">
                  <a:moveTo>
                    <a:pt x="1" y="1"/>
                  </a:moveTo>
                  <a:lnTo>
                    <a:pt x="1" y="2450"/>
                  </a:lnTo>
                  <a:lnTo>
                    <a:pt x="2294" y="245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6" name="Google Shape;6886;p58"/>
            <p:cNvSpPr/>
            <p:nvPr/>
          </p:nvSpPr>
          <p:spPr>
            <a:xfrm>
              <a:off x="8161978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7" name="Google Shape;6887;p58"/>
            <p:cNvSpPr/>
            <p:nvPr/>
          </p:nvSpPr>
          <p:spPr>
            <a:xfrm>
              <a:off x="8325927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5" y="2470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8" name="Google Shape;6888;p58"/>
            <p:cNvSpPr/>
            <p:nvPr/>
          </p:nvSpPr>
          <p:spPr>
            <a:xfrm>
              <a:off x="8489914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0" y="1"/>
                  </a:moveTo>
                  <a:lnTo>
                    <a:pt x="0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9" name="Google Shape;6889;p58"/>
            <p:cNvSpPr/>
            <p:nvPr/>
          </p:nvSpPr>
          <p:spPr>
            <a:xfrm>
              <a:off x="8653863" y="-1108701"/>
              <a:ext cx="84898" cy="91371"/>
            </a:xfrm>
            <a:custGeom>
              <a:avLst/>
              <a:gdLst/>
              <a:ahLst/>
              <a:cxnLst/>
              <a:rect l="l" t="t" r="r" b="b"/>
              <a:pathLst>
                <a:path w="2295" h="2470" extrusionOk="0">
                  <a:moveTo>
                    <a:pt x="1" y="1"/>
                  </a:moveTo>
                  <a:lnTo>
                    <a:pt x="1" y="2470"/>
                  </a:lnTo>
                  <a:lnTo>
                    <a:pt x="2294" y="2470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90" name="Google Shape;6890;p58"/>
          <p:cNvGrpSpPr/>
          <p:nvPr/>
        </p:nvGrpSpPr>
        <p:grpSpPr>
          <a:xfrm>
            <a:off x="6973269" y="3791436"/>
            <a:ext cx="469258" cy="1372752"/>
            <a:chOff x="8991157" y="-2384450"/>
            <a:chExt cx="665236" cy="1946062"/>
          </a:xfrm>
        </p:grpSpPr>
        <p:sp>
          <p:nvSpPr>
            <p:cNvPr id="6891" name="Google Shape;6891;p58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2" name="Google Shape;6892;p58"/>
            <p:cNvSpPr/>
            <p:nvPr/>
          </p:nvSpPr>
          <p:spPr>
            <a:xfrm>
              <a:off x="8991157" y="-2114777"/>
              <a:ext cx="652289" cy="1676389"/>
            </a:xfrm>
            <a:custGeom>
              <a:avLst/>
              <a:gdLst/>
              <a:ahLst/>
              <a:cxnLst/>
              <a:rect l="l" t="t" r="r" b="b"/>
              <a:pathLst>
                <a:path w="17633" h="45317" fill="none" extrusionOk="0">
                  <a:moveTo>
                    <a:pt x="17633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17633" y="45316"/>
                  </a:lnTo>
                  <a:lnTo>
                    <a:pt x="176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3" name="Google Shape;6893;p58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4" name="Google Shape;6894;p58"/>
            <p:cNvSpPr/>
            <p:nvPr/>
          </p:nvSpPr>
          <p:spPr>
            <a:xfrm>
              <a:off x="8991157" y="-2114777"/>
              <a:ext cx="165430" cy="1676389"/>
            </a:xfrm>
            <a:custGeom>
              <a:avLst/>
              <a:gdLst/>
              <a:ahLst/>
              <a:cxnLst/>
              <a:rect l="l" t="t" r="r" b="b"/>
              <a:pathLst>
                <a:path w="4472" h="45317" fill="none" extrusionOk="0">
                  <a:moveTo>
                    <a:pt x="4471" y="0"/>
                  </a:moveTo>
                  <a:lnTo>
                    <a:pt x="0" y="0"/>
                  </a:lnTo>
                  <a:lnTo>
                    <a:pt x="0" y="45316"/>
                  </a:lnTo>
                  <a:lnTo>
                    <a:pt x="4471" y="45316"/>
                  </a:lnTo>
                  <a:lnTo>
                    <a:pt x="44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5" name="Google Shape;6895;p58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6" name="Google Shape;6896;p58"/>
            <p:cNvSpPr/>
            <p:nvPr/>
          </p:nvSpPr>
          <p:spPr>
            <a:xfrm>
              <a:off x="9477271" y="-2114777"/>
              <a:ext cx="166170" cy="1676389"/>
            </a:xfrm>
            <a:custGeom>
              <a:avLst/>
              <a:gdLst/>
              <a:ahLst/>
              <a:cxnLst/>
              <a:rect l="l" t="t" r="r" b="b"/>
              <a:pathLst>
                <a:path w="4492" h="45317" fill="none" extrusionOk="0">
                  <a:moveTo>
                    <a:pt x="4492" y="0"/>
                  </a:moveTo>
                  <a:lnTo>
                    <a:pt x="1" y="0"/>
                  </a:lnTo>
                  <a:lnTo>
                    <a:pt x="1" y="45316"/>
                  </a:lnTo>
                  <a:lnTo>
                    <a:pt x="4492" y="45316"/>
                  </a:lnTo>
                  <a:lnTo>
                    <a:pt x="44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7" name="Google Shape;6897;p58"/>
            <p:cNvSpPr/>
            <p:nvPr/>
          </p:nvSpPr>
          <p:spPr>
            <a:xfrm>
              <a:off x="8991157" y="-2114777"/>
              <a:ext cx="146712" cy="1676389"/>
            </a:xfrm>
            <a:custGeom>
              <a:avLst/>
              <a:gdLst/>
              <a:ahLst/>
              <a:cxnLst/>
              <a:rect l="l" t="t" r="r" b="b"/>
              <a:pathLst>
                <a:path w="3966" h="45317" extrusionOk="0">
                  <a:moveTo>
                    <a:pt x="0" y="0"/>
                  </a:moveTo>
                  <a:lnTo>
                    <a:pt x="0" y="45316"/>
                  </a:lnTo>
                  <a:lnTo>
                    <a:pt x="3966" y="45316"/>
                  </a:lnTo>
                  <a:lnTo>
                    <a:pt x="396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8" name="Google Shape;6898;p58"/>
            <p:cNvSpPr/>
            <p:nvPr/>
          </p:nvSpPr>
          <p:spPr>
            <a:xfrm>
              <a:off x="9047940" y="-2114777"/>
              <a:ext cx="33145" cy="1676389"/>
            </a:xfrm>
            <a:custGeom>
              <a:avLst/>
              <a:gdLst/>
              <a:ahLst/>
              <a:cxnLst/>
              <a:rect l="l" t="t" r="r" b="b"/>
              <a:pathLst>
                <a:path w="896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9" name="Google Shape;6899;p58"/>
            <p:cNvSpPr/>
            <p:nvPr/>
          </p:nvSpPr>
          <p:spPr>
            <a:xfrm>
              <a:off x="9496692" y="-2114777"/>
              <a:ext cx="146749" cy="1676389"/>
            </a:xfrm>
            <a:custGeom>
              <a:avLst/>
              <a:gdLst/>
              <a:ahLst/>
              <a:cxnLst/>
              <a:rect l="l" t="t" r="r" b="b"/>
              <a:pathLst>
                <a:path w="3967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3967" y="45316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0" name="Google Shape;6900;p58"/>
            <p:cNvSpPr/>
            <p:nvPr/>
          </p:nvSpPr>
          <p:spPr>
            <a:xfrm>
              <a:off x="9098287" y="-2283794"/>
              <a:ext cx="197799" cy="169056"/>
            </a:xfrm>
            <a:custGeom>
              <a:avLst/>
              <a:gdLst/>
              <a:ahLst/>
              <a:cxnLst/>
              <a:rect l="l" t="t" r="r" b="b"/>
              <a:pathLst>
                <a:path w="5347" h="4570" extrusionOk="0">
                  <a:moveTo>
                    <a:pt x="1" y="1"/>
                  </a:moveTo>
                  <a:lnTo>
                    <a:pt x="1" y="4569"/>
                  </a:lnTo>
                  <a:lnTo>
                    <a:pt x="5347" y="4569"/>
                  </a:lnTo>
                  <a:lnTo>
                    <a:pt x="53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1" name="Google Shape;6901;p58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2" name="Google Shape;6902;p58"/>
            <p:cNvSpPr/>
            <p:nvPr/>
          </p:nvSpPr>
          <p:spPr>
            <a:xfrm>
              <a:off x="9202568" y="-2033505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3" name="Google Shape;6903;p58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4" name="Google Shape;6904;p58"/>
            <p:cNvSpPr/>
            <p:nvPr/>
          </p:nvSpPr>
          <p:spPr>
            <a:xfrm>
              <a:off x="9202568" y="-1809148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5" name="Google Shape;6905;p58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6" name="Google Shape;6906;p58"/>
            <p:cNvSpPr/>
            <p:nvPr/>
          </p:nvSpPr>
          <p:spPr>
            <a:xfrm>
              <a:off x="9202568" y="-1585493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7" name="Google Shape;6907;p58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8" name="Google Shape;6908;p58"/>
            <p:cNvSpPr/>
            <p:nvPr/>
          </p:nvSpPr>
          <p:spPr>
            <a:xfrm>
              <a:off x="9202568" y="-1361099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9" name="Google Shape;6909;p58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0" name="Google Shape;6910;p58"/>
            <p:cNvSpPr/>
            <p:nvPr/>
          </p:nvSpPr>
          <p:spPr>
            <a:xfrm>
              <a:off x="9202568" y="-1137444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285"/>
                  </a:lnTo>
                  <a:lnTo>
                    <a:pt x="6202" y="328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1" name="Google Shape;6911;p58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extrusionOk="0">
                  <a:moveTo>
                    <a:pt x="1" y="0"/>
                  </a:move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2" name="Google Shape;6912;p58"/>
            <p:cNvSpPr/>
            <p:nvPr/>
          </p:nvSpPr>
          <p:spPr>
            <a:xfrm>
              <a:off x="9202568" y="-913790"/>
              <a:ext cx="229464" cy="122260"/>
            </a:xfrm>
            <a:custGeom>
              <a:avLst/>
              <a:gdLst/>
              <a:ahLst/>
              <a:cxnLst/>
              <a:rect l="l" t="t" r="r" b="b"/>
              <a:pathLst>
                <a:path w="6203" h="3305" fill="none" extrusionOk="0">
                  <a:moveTo>
                    <a:pt x="6202" y="0"/>
                  </a:moveTo>
                  <a:lnTo>
                    <a:pt x="1" y="0"/>
                  </a:lnTo>
                  <a:lnTo>
                    <a:pt x="1" y="3305"/>
                  </a:lnTo>
                  <a:lnTo>
                    <a:pt x="6202" y="3305"/>
                  </a:lnTo>
                  <a:lnTo>
                    <a:pt x="62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3" name="Google Shape;6913;p58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extrusionOk="0">
                  <a:moveTo>
                    <a:pt x="1" y="1"/>
                  </a:move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4" name="Google Shape;6914;p58"/>
            <p:cNvSpPr/>
            <p:nvPr/>
          </p:nvSpPr>
          <p:spPr>
            <a:xfrm>
              <a:off x="9202568" y="-689432"/>
              <a:ext cx="229464" cy="121557"/>
            </a:xfrm>
            <a:custGeom>
              <a:avLst/>
              <a:gdLst/>
              <a:ahLst/>
              <a:cxnLst/>
              <a:rect l="l" t="t" r="r" b="b"/>
              <a:pathLst>
                <a:path w="6203" h="3286" fill="none" extrusionOk="0">
                  <a:moveTo>
                    <a:pt x="6202" y="1"/>
                  </a:moveTo>
                  <a:lnTo>
                    <a:pt x="1" y="1"/>
                  </a:lnTo>
                  <a:lnTo>
                    <a:pt x="1" y="3286"/>
                  </a:lnTo>
                  <a:lnTo>
                    <a:pt x="6202" y="3286"/>
                  </a:lnTo>
                  <a:lnTo>
                    <a:pt x="62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5" name="Google Shape;6915;p58"/>
            <p:cNvSpPr/>
            <p:nvPr/>
          </p:nvSpPr>
          <p:spPr>
            <a:xfrm>
              <a:off x="9553512" y="-2114777"/>
              <a:ext cx="33108" cy="1676389"/>
            </a:xfrm>
            <a:custGeom>
              <a:avLst/>
              <a:gdLst/>
              <a:ahLst/>
              <a:cxnLst/>
              <a:rect l="l" t="t" r="r" b="b"/>
              <a:pathLst>
                <a:path w="895" h="45317" extrusionOk="0">
                  <a:moveTo>
                    <a:pt x="1" y="0"/>
                  </a:moveTo>
                  <a:lnTo>
                    <a:pt x="1" y="45316"/>
                  </a:lnTo>
                  <a:lnTo>
                    <a:pt x="895" y="45316"/>
                  </a:lnTo>
                  <a:lnTo>
                    <a:pt x="895" y="0"/>
                  </a:lnTo>
                  <a:close/>
                </a:path>
              </a:pathLst>
            </a:custGeom>
            <a:solidFill>
              <a:srgbClr val="DAE2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6" name="Google Shape;6916;p58"/>
            <p:cNvSpPr/>
            <p:nvPr/>
          </p:nvSpPr>
          <p:spPr>
            <a:xfrm>
              <a:off x="9098287" y="-2384450"/>
              <a:ext cx="438028" cy="269712"/>
            </a:xfrm>
            <a:custGeom>
              <a:avLst/>
              <a:gdLst/>
              <a:ahLst/>
              <a:cxnLst/>
              <a:rect l="l" t="t" r="r" b="b"/>
              <a:pathLst>
                <a:path w="11841" h="7291" extrusionOk="0">
                  <a:moveTo>
                    <a:pt x="4550" y="0"/>
                  </a:moveTo>
                  <a:lnTo>
                    <a:pt x="4550" y="6046"/>
                  </a:lnTo>
                  <a:lnTo>
                    <a:pt x="1" y="6046"/>
                  </a:lnTo>
                  <a:lnTo>
                    <a:pt x="1" y="7290"/>
                  </a:lnTo>
                  <a:lnTo>
                    <a:pt x="11840" y="7290"/>
                  </a:lnTo>
                  <a:lnTo>
                    <a:pt x="11840" y="6046"/>
                  </a:lnTo>
                  <a:lnTo>
                    <a:pt x="118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7" name="Google Shape;6917;p58"/>
            <p:cNvSpPr/>
            <p:nvPr/>
          </p:nvSpPr>
          <p:spPr>
            <a:xfrm>
              <a:off x="9296047" y="-2384450"/>
              <a:ext cx="240266" cy="225839"/>
            </a:xfrm>
            <a:custGeom>
              <a:avLst/>
              <a:gdLst/>
              <a:ahLst/>
              <a:cxnLst/>
              <a:rect l="l" t="t" r="r" b="b"/>
              <a:pathLst>
                <a:path w="6495" h="6105" extrusionOk="0">
                  <a:moveTo>
                    <a:pt x="1" y="0"/>
                  </a:moveTo>
                  <a:lnTo>
                    <a:pt x="1" y="6104"/>
                  </a:lnTo>
                  <a:lnTo>
                    <a:pt x="6494" y="6104"/>
                  </a:lnTo>
                  <a:lnTo>
                    <a:pt x="64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8" name="Google Shape;6918;p58"/>
            <p:cNvSpPr/>
            <p:nvPr/>
          </p:nvSpPr>
          <p:spPr>
            <a:xfrm>
              <a:off x="8991860" y="-2165826"/>
              <a:ext cx="664533" cy="51087"/>
            </a:xfrm>
            <a:custGeom>
              <a:avLst/>
              <a:gdLst/>
              <a:ahLst/>
              <a:cxnLst/>
              <a:rect l="l" t="t" r="r" b="b"/>
              <a:pathLst>
                <a:path w="17964" h="1381" extrusionOk="0">
                  <a:moveTo>
                    <a:pt x="1" y="0"/>
                  </a:moveTo>
                  <a:lnTo>
                    <a:pt x="1" y="194"/>
                  </a:lnTo>
                  <a:lnTo>
                    <a:pt x="1031" y="194"/>
                  </a:lnTo>
                  <a:lnTo>
                    <a:pt x="1031" y="1380"/>
                  </a:lnTo>
                  <a:lnTo>
                    <a:pt x="1225" y="1380"/>
                  </a:lnTo>
                  <a:lnTo>
                    <a:pt x="1225" y="194"/>
                  </a:lnTo>
                  <a:lnTo>
                    <a:pt x="2372" y="194"/>
                  </a:lnTo>
                  <a:lnTo>
                    <a:pt x="2372" y="1380"/>
                  </a:lnTo>
                  <a:lnTo>
                    <a:pt x="2567" y="1380"/>
                  </a:lnTo>
                  <a:lnTo>
                    <a:pt x="2567" y="194"/>
                  </a:lnTo>
                  <a:lnTo>
                    <a:pt x="3830" y="194"/>
                  </a:lnTo>
                  <a:lnTo>
                    <a:pt x="3830" y="1380"/>
                  </a:lnTo>
                  <a:lnTo>
                    <a:pt x="4005" y="1380"/>
                  </a:lnTo>
                  <a:lnTo>
                    <a:pt x="4005" y="194"/>
                  </a:lnTo>
                  <a:lnTo>
                    <a:pt x="5269" y="194"/>
                  </a:lnTo>
                  <a:lnTo>
                    <a:pt x="5269" y="1380"/>
                  </a:lnTo>
                  <a:lnTo>
                    <a:pt x="5463" y="1380"/>
                  </a:lnTo>
                  <a:lnTo>
                    <a:pt x="5463" y="194"/>
                  </a:lnTo>
                  <a:lnTo>
                    <a:pt x="6708" y="194"/>
                  </a:lnTo>
                  <a:lnTo>
                    <a:pt x="6708" y="1380"/>
                  </a:lnTo>
                  <a:lnTo>
                    <a:pt x="6902" y="1380"/>
                  </a:lnTo>
                  <a:lnTo>
                    <a:pt x="6902" y="194"/>
                  </a:lnTo>
                  <a:lnTo>
                    <a:pt x="8166" y="194"/>
                  </a:lnTo>
                  <a:lnTo>
                    <a:pt x="8166" y="1380"/>
                  </a:lnTo>
                  <a:lnTo>
                    <a:pt x="8341" y="1380"/>
                  </a:lnTo>
                  <a:lnTo>
                    <a:pt x="8341" y="194"/>
                  </a:lnTo>
                  <a:lnTo>
                    <a:pt x="9604" y="194"/>
                  </a:lnTo>
                  <a:lnTo>
                    <a:pt x="9604" y="1380"/>
                  </a:lnTo>
                  <a:lnTo>
                    <a:pt x="9799" y="1380"/>
                  </a:lnTo>
                  <a:lnTo>
                    <a:pt x="9799" y="194"/>
                  </a:lnTo>
                  <a:lnTo>
                    <a:pt x="11062" y="194"/>
                  </a:lnTo>
                  <a:lnTo>
                    <a:pt x="11062" y="1380"/>
                  </a:lnTo>
                  <a:lnTo>
                    <a:pt x="11237" y="1380"/>
                  </a:lnTo>
                  <a:lnTo>
                    <a:pt x="11237" y="194"/>
                  </a:lnTo>
                  <a:lnTo>
                    <a:pt x="12501" y="194"/>
                  </a:lnTo>
                  <a:lnTo>
                    <a:pt x="12501" y="1380"/>
                  </a:lnTo>
                  <a:lnTo>
                    <a:pt x="12676" y="1380"/>
                  </a:lnTo>
                  <a:lnTo>
                    <a:pt x="12676" y="194"/>
                  </a:lnTo>
                  <a:lnTo>
                    <a:pt x="13939" y="194"/>
                  </a:lnTo>
                  <a:lnTo>
                    <a:pt x="13939" y="1380"/>
                  </a:lnTo>
                  <a:lnTo>
                    <a:pt x="14134" y="1380"/>
                  </a:lnTo>
                  <a:lnTo>
                    <a:pt x="14134" y="194"/>
                  </a:lnTo>
                  <a:lnTo>
                    <a:pt x="15397" y="194"/>
                  </a:lnTo>
                  <a:lnTo>
                    <a:pt x="15397" y="1380"/>
                  </a:lnTo>
                  <a:lnTo>
                    <a:pt x="15572" y="1380"/>
                  </a:lnTo>
                  <a:lnTo>
                    <a:pt x="15572" y="194"/>
                  </a:lnTo>
                  <a:lnTo>
                    <a:pt x="16739" y="194"/>
                  </a:lnTo>
                  <a:lnTo>
                    <a:pt x="16739" y="1380"/>
                  </a:lnTo>
                  <a:lnTo>
                    <a:pt x="16914" y="1380"/>
                  </a:lnTo>
                  <a:lnTo>
                    <a:pt x="16914" y="194"/>
                  </a:lnTo>
                  <a:lnTo>
                    <a:pt x="17964" y="194"/>
                  </a:lnTo>
                  <a:lnTo>
                    <a:pt x="179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FE9DC50E-01FB-9AE8-7E91-18F5C79F0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170" y="1232194"/>
            <a:ext cx="63070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596900" indent="-457200" algn="l">
              <a:buFont typeface="+mj-lt"/>
              <a:buAutoNum type="arabicPeriod"/>
            </a:pPr>
            <a:r>
              <a:rPr lang="en-IN" sz="1800" b="1" dirty="0"/>
              <a:t>Python programming language</a:t>
            </a:r>
            <a:r>
              <a:rPr lang="en-IN" sz="1800" dirty="0"/>
              <a:t>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IN" sz="1800" b="1" dirty="0" err="1"/>
              <a:t>Tkinter</a:t>
            </a:r>
            <a:r>
              <a:rPr lang="en-IN" sz="1800" b="1" dirty="0"/>
              <a:t> and </a:t>
            </a:r>
            <a:r>
              <a:rPr lang="en-IN" sz="1800" b="1" dirty="0" err="1"/>
              <a:t>ttk</a:t>
            </a:r>
            <a:r>
              <a:rPr lang="en-IN" sz="1800" dirty="0"/>
              <a:t> (for GUI development)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IN" sz="1800" b="1" dirty="0"/>
              <a:t>MySQL database</a:t>
            </a:r>
            <a:r>
              <a:rPr lang="en-IN" sz="1800" dirty="0"/>
              <a:t>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IN" sz="1800" b="1" dirty="0" err="1"/>
              <a:t>PyMySQL</a:t>
            </a:r>
            <a:r>
              <a:rPr lang="en-IN" sz="1800" dirty="0"/>
              <a:t> (for database connectivity)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IN" sz="1800" b="1" dirty="0"/>
              <a:t>Regular Expressions (re)</a:t>
            </a:r>
            <a:r>
              <a:rPr lang="en-IN" sz="1800" dirty="0"/>
              <a:t> (for basic NLP logic)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IN" sz="1800" b="1" dirty="0"/>
              <a:t>FPDF</a:t>
            </a:r>
            <a:r>
              <a:rPr lang="en-IN" sz="1800" dirty="0"/>
              <a:t> (for PDF generation)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IN" sz="1800" b="1" dirty="0" err="1"/>
              <a:t>qrcode</a:t>
            </a:r>
            <a:r>
              <a:rPr lang="en-IN" sz="1800" b="1" dirty="0"/>
              <a:t> library</a:t>
            </a:r>
            <a:r>
              <a:rPr lang="en-IN" sz="1800" dirty="0"/>
              <a:t> (for QR code generation)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IN" sz="1800" b="1" dirty="0"/>
              <a:t>Pillow (PIL)</a:t>
            </a:r>
            <a:r>
              <a:rPr lang="en-IN" sz="1800" dirty="0"/>
              <a:t> (for image processing)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IN" sz="1800" b="1" dirty="0"/>
              <a:t>GUI-based payment simulation system</a:t>
            </a:r>
            <a:r>
              <a:rPr lang="en-IN" sz="1800" dirty="0"/>
              <a:t> </a:t>
            </a:r>
          </a:p>
          <a:p>
            <a:pPr indent="-4572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US" altLang="en-US" sz="18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grpSp>
        <p:nvGrpSpPr>
          <p:cNvPr id="3859" name="Google Shape;3859;p74"/>
          <p:cNvGrpSpPr/>
          <p:nvPr/>
        </p:nvGrpSpPr>
        <p:grpSpPr>
          <a:xfrm rot="2937274">
            <a:off x="41146" y="108920"/>
            <a:ext cx="1078375" cy="875744"/>
            <a:chOff x="-5122375" y="1419925"/>
            <a:chExt cx="1571150" cy="1307700"/>
          </a:xfrm>
        </p:grpSpPr>
        <p:sp>
          <p:nvSpPr>
            <p:cNvPr id="3860" name="Google Shape;3860;p74"/>
            <p:cNvSpPr/>
            <p:nvPr/>
          </p:nvSpPr>
          <p:spPr>
            <a:xfrm>
              <a:off x="-4587825" y="2566650"/>
              <a:ext cx="238525" cy="143450"/>
            </a:xfrm>
            <a:custGeom>
              <a:avLst/>
              <a:gdLst/>
              <a:ahLst/>
              <a:cxnLst/>
              <a:rect l="l" t="t" r="r" b="b"/>
              <a:pathLst>
                <a:path w="9541" h="5738" extrusionOk="0">
                  <a:moveTo>
                    <a:pt x="8573" y="0"/>
                  </a:moveTo>
                  <a:cubicBezTo>
                    <a:pt x="8540" y="0"/>
                    <a:pt x="3737" y="367"/>
                    <a:pt x="1535" y="400"/>
                  </a:cubicBezTo>
                  <a:cubicBezTo>
                    <a:pt x="1" y="434"/>
                    <a:pt x="34" y="1868"/>
                    <a:pt x="67" y="2902"/>
                  </a:cubicBezTo>
                  <a:cubicBezTo>
                    <a:pt x="67" y="3036"/>
                    <a:pt x="67" y="3169"/>
                    <a:pt x="67" y="3302"/>
                  </a:cubicBezTo>
                  <a:cubicBezTo>
                    <a:pt x="67" y="4470"/>
                    <a:pt x="7273" y="5471"/>
                    <a:pt x="9507" y="5738"/>
                  </a:cubicBezTo>
                  <a:lnTo>
                    <a:pt x="9541" y="5437"/>
                  </a:lnTo>
                  <a:cubicBezTo>
                    <a:pt x="5038" y="4870"/>
                    <a:pt x="368" y="3903"/>
                    <a:pt x="368" y="3302"/>
                  </a:cubicBezTo>
                  <a:cubicBezTo>
                    <a:pt x="368" y="3169"/>
                    <a:pt x="368" y="3036"/>
                    <a:pt x="368" y="2902"/>
                  </a:cubicBezTo>
                  <a:cubicBezTo>
                    <a:pt x="334" y="1635"/>
                    <a:pt x="401" y="734"/>
                    <a:pt x="1535" y="701"/>
                  </a:cubicBezTo>
                  <a:cubicBezTo>
                    <a:pt x="3737" y="634"/>
                    <a:pt x="8540" y="300"/>
                    <a:pt x="8607" y="300"/>
                  </a:cubicBezTo>
                  <a:lnTo>
                    <a:pt x="85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74"/>
            <p:cNvSpPr/>
            <p:nvPr/>
          </p:nvSpPr>
          <p:spPr>
            <a:xfrm>
              <a:off x="-4581975" y="2622525"/>
              <a:ext cx="216850" cy="14200"/>
            </a:xfrm>
            <a:custGeom>
              <a:avLst/>
              <a:gdLst/>
              <a:ahLst/>
              <a:cxnLst/>
              <a:rect l="l" t="t" r="r" b="b"/>
              <a:pathLst>
                <a:path w="8674" h="568" extrusionOk="0">
                  <a:moveTo>
                    <a:pt x="0" y="0"/>
                  </a:moveTo>
                  <a:lnTo>
                    <a:pt x="0" y="300"/>
                  </a:lnTo>
                  <a:lnTo>
                    <a:pt x="8640" y="567"/>
                  </a:lnTo>
                  <a:lnTo>
                    <a:pt x="8673" y="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74"/>
            <p:cNvSpPr/>
            <p:nvPr/>
          </p:nvSpPr>
          <p:spPr>
            <a:xfrm>
              <a:off x="-5122375" y="1852800"/>
              <a:ext cx="708875" cy="251875"/>
            </a:xfrm>
            <a:custGeom>
              <a:avLst/>
              <a:gdLst/>
              <a:ahLst/>
              <a:cxnLst/>
              <a:rect l="l" t="t" r="r" b="b"/>
              <a:pathLst>
                <a:path w="28355" h="10075" extrusionOk="0">
                  <a:moveTo>
                    <a:pt x="23217" y="0"/>
                  </a:moveTo>
                  <a:cubicBezTo>
                    <a:pt x="20849" y="134"/>
                    <a:pt x="201" y="1368"/>
                    <a:pt x="101" y="4770"/>
                  </a:cubicBezTo>
                  <a:cubicBezTo>
                    <a:pt x="1" y="8740"/>
                    <a:pt x="20048" y="9707"/>
                    <a:pt x="20916" y="9741"/>
                  </a:cubicBezTo>
                  <a:lnTo>
                    <a:pt x="28321" y="10074"/>
                  </a:lnTo>
                  <a:lnTo>
                    <a:pt x="28354" y="9774"/>
                  </a:lnTo>
                  <a:lnTo>
                    <a:pt x="20916" y="9440"/>
                  </a:lnTo>
                  <a:cubicBezTo>
                    <a:pt x="15178" y="9174"/>
                    <a:pt x="334" y="7806"/>
                    <a:pt x="401" y="4770"/>
                  </a:cubicBezTo>
                  <a:cubicBezTo>
                    <a:pt x="468" y="2135"/>
                    <a:pt x="16913" y="634"/>
                    <a:pt x="23217" y="301"/>
                  </a:cubicBezTo>
                  <a:lnTo>
                    <a:pt x="28354" y="401"/>
                  </a:lnTo>
                  <a:lnTo>
                    <a:pt x="28354" y="100"/>
                  </a:lnTo>
                  <a:lnTo>
                    <a:pt x="232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74"/>
            <p:cNvSpPr/>
            <p:nvPr/>
          </p:nvSpPr>
          <p:spPr>
            <a:xfrm>
              <a:off x="-5116525" y="1927950"/>
              <a:ext cx="697175" cy="48300"/>
            </a:xfrm>
            <a:custGeom>
              <a:avLst/>
              <a:gdLst/>
              <a:ahLst/>
              <a:cxnLst/>
              <a:rect l="l" t="t" r="r" b="b"/>
              <a:pathLst>
                <a:path w="27887" h="1932" extrusionOk="0">
                  <a:moveTo>
                    <a:pt x="22442" y="1"/>
                  </a:moveTo>
                  <a:cubicBezTo>
                    <a:pt x="10864" y="1"/>
                    <a:pt x="116" y="1602"/>
                    <a:pt x="0" y="1631"/>
                  </a:cubicBezTo>
                  <a:lnTo>
                    <a:pt x="34" y="1931"/>
                  </a:lnTo>
                  <a:cubicBezTo>
                    <a:pt x="149" y="1902"/>
                    <a:pt x="10872" y="301"/>
                    <a:pt x="22444" y="301"/>
                  </a:cubicBezTo>
                  <a:cubicBezTo>
                    <a:pt x="24250" y="301"/>
                    <a:pt x="26077" y="340"/>
                    <a:pt x="27887" y="430"/>
                  </a:cubicBezTo>
                  <a:lnTo>
                    <a:pt x="27887" y="130"/>
                  </a:lnTo>
                  <a:cubicBezTo>
                    <a:pt x="26077" y="40"/>
                    <a:pt x="24249" y="1"/>
                    <a:pt x="224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74"/>
            <p:cNvSpPr/>
            <p:nvPr/>
          </p:nvSpPr>
          <p:spPr>
            <a:xfrm>
              <a:off x="-4923050" y="195787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01" y="301"/>
                  </a:moveTo>
                  <a:cubicBezTo>
                    <a:pt x="2035" y="301"/>
                    <a:pt x="2535" y="801"/>
                    <a:pt x="2535" y="1435"/>
                  </a:cubicBezTo>
                  <a:cubicBezTo>
                    <a:pt x="2535" y="2035"/>
                    <a:pt x="2035" y="2535"/>
                    <a:pt x="1401" y="2535"/>
                  </a:cubicBezTo>
                  <a:cubicBezTo>
                    <a:pt x="801" y="2535"/>
                    <a:pt x="300" y="2035"/>
                    <a:pt x="300" y="1435"/>
                  </a:cubicBezTo>
                  <a:cubicBezTo>
                    <a:pt x="300" y="801"/>
                    <a:pt x="801" y="301"/>
                    <a:pt x="1401" y="301"/>
                  </a:cubicBezTo>
                  <a:close/>
                  <a:moveTo>
                    <a:pt x="1401" y="0"/>
                  </a:moveTo>
                  <a:cubicBezTo>
                    <a:pt x="634" y="0"/>
                    <a:pt x="0" y="634"/>
                    <a:pt x="0" y="1435"/>
                  </a:cubicBezTo>
                  <a:cubicBezTo>
                    <a:pt x="0" y="2202"/>
                    <a:pt x="634" y="2836"/>
                    <a:pt x="1401" y="2836"/>
                  </a:cubicBezTo>
                  <a:cubicBezTo>
                    <a:pt x="2202" y="2836"/>
                    <a:pt x="2835" y="2202"/>
                    <a:pt x="2835" y="1435"/>
                  </a:cubicBezTo>
                  <a:cubicBezTo>
                    <a:pt x="2835" y="634"/>
                    <a:pt x="2202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74"/>
            <p:cNvSpPr/>
            <p:nvPr/>
          </p:nvSpPr>
          <p:spPr>
            <a:xfrm>
              <a:off x="-4692900" y="1946200"/>
              <a:ext cx="70925" cy="70900"/>
            </a:xfrm>
            <a:custGeom>
              <a:avLst/>
              <a:gdLst/>
              <a:ahLst/>
              <a:cxnLst/>
              <a:rect l="l" t="t" r="r" b="b"/>
              <a:pathLst>
                <a:path w="2837" h="2836" extrusionOk="0">
                  <a:moveTo>
                    <a:pt x="1435" y="301"/>
                  </a:moveTo>
                  <a:cubicBezTo>
                    <a:pt x="2035" y="301"/>
                    <a:pt x="2536" y="801"/>
                    <a:pt x="2536" y="1401"/>
                  </a:cubicBezTo>
                  <a:cubicBezTo>
                    <a:pt x="2536" y="2035"/>
                    <a:pt x="2035" y="2535"/>
                    <a:pt x="1435" y="2535"/>
                  </a:cubicBezTo>
                  <a:cubicBezTo>
                    <a:pt x="801" y="2535"/>
                    <a:pt x="301" y="2035"/>
                    <a:pt x="301" y="1401"/>
                  </a:cubicBezTo>
                  <a:cubicBezTo>
                    <a:pt x="301" y="801"/>
                    <a:pt x="801" y="301"/>
                    <a:pt x="1435" y="301"/>
                  </a:cubicBezTo>
                  <a:close/>
                  <a:moveTo>
                    <a:pt x="1435" y="0"/>
                  </a:moveTo>
                  <a:cubicBezTo>
                    <a:pt x="634" y="0"/>
                    <a:pt x="1" y="634"/>
                    <a:pt x="1" y="1401"/>
                  </a:cubicBezTo>
                  <a:cubicBezTo>
                    <a:pt x="1" y="2202"/>
                    <a:pt x="634" y="2836"/>
                    <a:pt x="1435" y="2836"/>
                  </a:cubicBezTo>
                  <a:cubicBezTo>
                    <a:pt x="2202" y="2836"/>
                    <a:pt x="2836" y="2202"/>
                    <a:pt x="2836" y="1401"/>
                  </a:cubicBezTo>
                  <a:cubicBezTo>
                    <a:pt x="2836" y="634"/>
                    <a:pt x="2202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74"/>
            <p:cNvSpPr/>
            <p:nvPr/>
          </p:nvSpPr>
          <p:spPr>
            <a:xfrm>
              <a:off x="-4812150" y="1948700"/>
              <a:ext cx="85100" cy="85925"/>
            </a:xfrm>
            <a:custGeom>
              <a:avLst/>
              <a:gdLst/>
              <a:ahLst/>
              <a:cxnLst/>
              <a:rect l="l" t="t" r="r" b="b"/>
              <a:pathLst>
                <a:path w="3404" h="3437" extrusionOk="0">
                  <a:moveTo>
                    <a:pt x="1702" y="301"/>
                  </a:moveTo>
                  <a:cubicBezTo>
                    <a:pt x="2469" y="301"/>
                    <a:pt x="3103" y="934"/>
                    <a:pt x="3103" y="1702"/>
                  </a:cubicBezTo>
                  <a:cubicBezTo>
                    <a:pt x="3103" y="2502"/>
                    <a:pt x="2469" y="3136"/>
                    <a:pt x="1702" y="3136"/>
                  </a:cubicBezTo>
                  <a:cubicBezTo>
                    <a:pt x="901" y="3136"/>
                    <a:pt x="267" y="2502"/>
                    <a:pt x="267" y="1702"/>
                  </a:cubicBezTo>
                  <a:cubicBezTo>
                    <a:pt x="267" y="934"/>
                    <a:pt x="901" y="301"/>
                    <a:pt x="1702" y="301"/>
                  </a:cubicBezTo>
                  <a:close/>
                  <a:moveTo>
                    <a:pt x="1702" y="0"/>
                  </a:moveTo>
                  <a:cubicBezTo>
                    <a:pt x="768" y="0"/>
                    <a:pt x="1" y="768"/>
                    <a:pt x="1" y="1702"/>
                  </a:cubicBezTo>
                  <a:cubicBezTo>
                    <a:pt x="1" y="2669"/>
                    <a:pt x="768" y="3436"/>
                    <a:pt x="1702" y="3436"/>
                  </a:cubicBezTo>
                  <a:cubicBezTo>
                    <a:pt x="2636" y="3436"/>
                    <a:pt x="3403" y="2669"/>
                    <a:pt x="3403" y="1702"/>
                  </a:cubicBezTo>
                  <a:cubicBezTo>
                    <a:pt x="3403" y="768"/>
                    <a:pt x="2636" y="0"/>
                    <a:pt x="17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74"/>
            <p:cNvSpPr/>
            <p:nvPr/>
          </p:nvSpPr>
          <p:spPr>
            <a:xfrm>
              <a:off x="-4633675" y="1956200"/>
              <a:ext cx="217675" cy="10875"/>
            </a:xfrm>
            <a:custGeom>
              <a:avLst/>
              <a:gdLst/>
              <a:ahLst/>
              <a:cxnLst/>
              <a:rect l="l" t="t" r="r" b="b"/>
              <a:pathLst>
                <a:path w="8707" h="435" extrusionOk="0">
                  <a:moveTo>
                    <a:pt x="0" y="1"/>
                  </a:moveTo>
                  <a:lnTo>
                    <a:pt x="0" y="301"/>
                  </a:lnTo>
                  <a:cubicBezTo>
                    <a:pt x="3036" y="301"/>
                    <a:pt x="6004" y="301"/>
                    <a:pt x="8706" y="434"/>
                  </a:cubicBezTo>
                  <a:lnTo>
                    <a:pt x="8706" y="167"/>
                  </a:lnTo>
                  <a:cubicBezTo>
                    <a:pt x="6004" y="34"/>
                    <a:pt x="3036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74"/>
            <p:cNvSpPr/>
            <p:nvPr/>
          </p:nvSpPr>
          <p:spPr>
            <a:xfrm>
              <a:off x="-5104025" y="1974550"/>
              <a:ext cx="189325" cy="25875"/>
            </a:xfrm>
            <a:custGeom>
              <a:avLst/>
              <a:gdLst/>
              <a:ahLst/>
              <a:cxnLst/>
              <a:rect l="l" t="t" r="r" b="b"/>
              <a:pathLst>
                <a:path w="7573" h="1035" extrusionOk="0">
                  <a:moveTo>
                    <a:pt x="7539" y="0"/>
                  </a:moveTo>
                  <a:cubicBezTo>
                    <a:pt x="3103" y="434"/>
                    <a:pt x="34" y="734"/>
                    <a:pt x="1" y="734"/>
                  </a:cubicBezTo>
                  <a:lnTo>
                    <a:pt x="34" y="1035"/>
                  </a:lnTo>
                  <a:cubicBezTo>
                    <a:pt x="67" y="1035"/>
                    <a:pt x="3136" y="701"/>
                    <a:pt x="7573" y="301"/>
                  </a:cubicBezTo>
                  <a:lnTo>
                    <a:pt x="7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74"/>
            <p:cNvSpPr/>
            <p:nvPr/>
          </p:nvSpPr>
          <p:spPr>
            <a:xfrm>
              <a:off x="-4757100" y="1741875"/>
              <a:ext cx="68400" cy="132625"/>
            </a:xfrm>
            <a:custGeom>
              <a:avLst/>
              <a:gdLst/>
              <a:ahLst/>
              <a:cxnLst/>
              <a:rect l="l" t="t" r="r" b="b"/>
              <a:pathLst>
                <a:path w="2736" h="5305" extrusionOk="0">
                  <a:moveTo>
                    <a:pt x="1301" y="1"/>
                  </a:moveTo>
                  <a:cubicBezTo>
                    <a:pt x="300" y="1"/>
                    <a:pt x="67" y="4070"/>
                    <a:pt x="0" y="5305"/>
                  </a:cubicBezTo>
                  <a:lnTo>
                    <a:pt x="300" y="5305"/>
                  </a:lnTo>
                  <a:cubicBezTo>
                    <a:pt x="400" y="2903"/>
                    <a:pt x="801" y="301"/>
                    <a:pt x="1301" y="301"/>
                  </a:cubicBezTo>
                  <a:cubicBezTo>
                    <a:pt x="1801" y="301"/>
                    <a:pt x="2268" y="2836"/>
                    <a:pt x="2435" y="5171"/>
                  </a:cubicBezTo>
                  <a:lnTo>
                    <a:pt x="2735" y="5171"/>
                  </a:lnTo>
                  <a:cubicBezTo>
                    <a:pt x="2635" y="3970"/>
                    <a:pt x="2302" y="1"/>
                    <a:pt x="1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74"/>
            <p:cNvSpPr/>
            <p:nvPr/>
          </p:nvSpPr>
          <p:spPr>
            <a:xfrm>
              <a:off x="-4747925" y="1791075"/>
              <a:ext cx="48375" cy="21725"/>
            </a:xfrm>
            <a:custGeom>
              <a:avLst/>
              <a:gdLst/>
              <a:ahLst/>
              <a:cxnLst/>
              <a:rect l="l" t="t" r="r" b="b"/>
              <a:pathLst>
                <a:path w="1935" h="869" extrusionOk="0">
                  <a:moveTo>
                    <a:pt x="234" y="1"/>
                  </a:moveTo>
                  <a:lnTo>
                    <a:pt x="0" y="201"/>
                  </a:lnTo>
                  <a:cubicBezTo>
                    <a:pt x="100" y="301"/>
                    <a:pt x="601" y="868"/>
                    <a:pt x="967" y="868"/>
                  </a:cubicBezTo>
                  <a:cubicBezTo>
                    <a:pt x="1368" y="868"/>
                    <a:pt x="1835" y="301"/>
                    <a:pt x="1935" y="201"/>
                  </a:cubicBezTo>
                  <a:lnTo>
                    <a:pt x="1701" y="1"/>
                  </a:lnTo>
                  <a:cubicBezTo>
                    <a:pt x="1501" y="234"/>
                    <a:pt x="1168" y="568"/>
                    <a:pt x="967" y="568"/>
                  </a:cubicBezTo>
                  <a:cubicBezTo>
                    <a:pt x="801" y="568"/>
                    <a:pt x="434" y="234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74"/>
            <p:cNvSpPr/>
            <p:nvPr/>
          </p:nvSpPr>
          <p:spPr>
            <a:xfrm>
              <a:off x="-4555300" y="1712700"/>
              <a:ext cx="73425" cy="145125"/>
            </a:xfrm>
            <a:custGeom>
              <a:avLst/>
              <a:gdLst/>
              <a:ahLst/>
              <a:cxnLst/>
              <a:rect l="l" t="t" r="r" b="b"/>
              <a:pathLst>
                <a:path w="2937" h="5805" extrusionOk="0">
                  <a:moveTo>
                    <a:pt x="1402" y="0"/>
                  </a:moveTo>
                  <a:cubicBezTo>
                    <a:pt x="301" y="0"/>
                    <a:pt x="34" y="4804"/>
                    <a:pt x="1" y="5771"/>
                  </a:cubicBezTo>
                  <a:lnTo>
                    <a:pt x="267" y="5804"/>
                  </a:lnTo>
                  <a:cubicBezTo>
                    <a:pt x="401" y="3103"/>
                    <a:pt x="868" y="301"/>
                    <a:pt x="1402" y="301"/>
                  </a:cubicBezTo>
                  <a:cubicBezTo>
                    <a:pt x="2035" y="301"/>
                    <a:pt x="2502" y="3436"/>
                    <a:pt x="2636" y="5671"/>
                  </a:cubicBezTo>
                  <a:lnTo>
                    <a:pt x="2936" y="5638"/>
                  </a:lnTo>
                  <a:cubicBezTo>
                    <a:pt x="2869" y="4704"/>
                    <a:pt x="2536" y="34"/>
                    <a:pt x="1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74"/>
            <p:cNvSpPr/>
            <p:nvPr/>
          </p:nvSpPr>
          <p:spPr>
            <a:xfrm>
              <a:off x="-4545300" y="1766075"/>
              <a:ext cx="52575" cy="23375"/>
            </a:xfrm>
            <a:custGeom>
              <a:avLst/>
              <a:gdLst/>
              <a:ahLst/>
              <a:cxnLst/>
              <a:rect l="l" t="t" r="r" b="b"/>
              <a:pathLst>
                <a:path w="2103" h="935" extrusionOk="0">
                  <a:moveTo>
                    <a:pt x="234" y="0"/>
                  </a:moveTo>
                  <a:lnTo>
                    <a:pt x="1" y="200"/>
                  </a:lnTo>
                  <a:cubicBezTo>
                    <a:pt x="68" y="267"/>
                    <a:pt x="635" y="934"/>
                    <a:pt x="1035" y="934"/>
                  </a:cubicBezTo>
                  <a:cubicBezTo>
                    <a:pt x="1469" y="934"/>
                    <a:pt x="2036" y="300"/>
                    <a:pt x="2102" y="200"/>
                  </a:cubicBezTo>
                  <a:lnTo>
                    <a:pt x="1869" y="34"/>
                  </a:lnTo>
                  <a:cubicBezTo>
                    <a:pt x="1635" y="267"/>
                    <a:pt x="1268" y="634"/>
                    <a:pt x="1035" y="634"/>
                  </a:cubicBezTo>
                  <a:cubicBezTo>
                    <a:pt x="835" y="634"/>
                    <a:pt x="435" y="267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74"/>
            <p:cNvSpPr/>
            <p:nvPr/>
          </p:nvSpPr>
          <p:spPr>
            <a:xfrm>
              <a:off x="-4310950" y="2566650"/>
              <a:ext cx="238525" cy="143450"/>
            </a:xfrm>
            <a:custGeom>
              <a:avLst/>
              <a:gdLst/>
              <a:ahLst/>
              <a:cxnLst/>
              <a:rect l="l" t="t" r="r" b="b"/>
              <a:pathLst>
                <a:path w="9541" h="5738" extrusionOk="0">
                  <a:moveTo>
                    <a:pt x="968" y="0"/>
                  </a:moveTo>
                  <a:lnTo>
                    <a:pt x="934" y="300"/>
                  </a:lnTo>
                  <a:cubicBezTo>
                    <a:pt x="1001" y="300"/>
                    <a:pt x="5804" y="634"/>
                    <a:pt x="8006" y="701"/>
                  </a:cubicBezTo>
                  <a:cubicBezTo>
                    <a:pt x="9140" y="734"/>
                    <a:pt x="9207" y="1635"/>
                    <a:pt x="9173" y="2902"/>
                  </a:cubicBezTo>
                  <a:cubicBezTo>
                    <a:pt x="9173" y="3036"/>
                    <a:pt x="9173" y="3169"/>
                    <a:pt x="9173" y="3302"/>
                  </a:cubicBezTo>
                  <a:cubicBezTo>
                    <a:pt x="9173" y="3936"/>
                    <a:pt x="4503" y="4870"/>
                    <a:pt x="0" y="5437"/>
                  </a:cubicBezTo>
                  <a:lnTo>
                    <a:pt x="34" y="5738"/>
                  </a:lnTo>
                  <a:cubicBezTo>
                    <a:pt x="2269" y="5471"/>
                    <a:pt x="9474" y="4470"/>
                    <a:pt x="9474" y="3302"/>
                  </a:cubicBezTo>
                  <a:cubicBezTo>
                    <a:pt x="9474" y="3169"/>
                    <a:pt x="9474" y="3036"/>
                    <a:pt x="9474" y="2902"/>
                  </a:cubicBezTo>
                  <a:cubicBezTo>
                    <a:pt x="9507" y="1868"/>
                    <a:pt x="9540" y="434"/>
                    <a:pt x="8006" y="400"/>
                  </a:cubicBezTo>
                  <a:cubicBezTo>
                    <a:pt x="5804" y="367"/>
                    <a:pt x="1034" y="0"/>
                    <a:pt x="9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74"/>
            <p:cNvSpPr/>
            <p:nvPr/>
          </p:nvSpPr>
          <p:spPr>
            <a:xfrm>
              <a:off x="-4294275" y="2622525"/>
              <a:ext cx="216000" cy="14200"/>
            </a:xfrm>
            <a:custGeom>
              <a:avLst/>
              <a:gdLst/>
              <a:ahLst/>
              <a:cxnLst/>
              <a:rect l="l" t="t" r="r" b="b"/>
              <a:pathLst>
                <a:path w="8640" h="568" extrusionOk="0">
                  <a:moveTo>
                    <a:pt x="8640" y="0"/>
                  </a:moveTo>
                  <a:lnTo>
                    <a:pt x="0" y="267"/>
                  </a:lnTo>
                  <a:lnTo>
                    <a:pt x="0" y="567"/>
                  </a:lnTo>
                  <a:lnTo>
                    <a:pt x="8640" y="300"/>
                  </a:lnTo>
                  <a:lnTo>
                    <a:pt x="8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74"/>
            <p:cNvSpPr/>
            <p:nvPr/>
          </p:nvSpPr>
          <p:spPr>
            <a:xfrm>
              <a:off x="-4246750" y="1853625"/>
              <a:ext cx="695525" cy="246875"/>
            </a:xfrm>
            <a:custGeom>
              <a:avLst/>
              <a:gdLst/>
              <a:ahLst/>
              <a:cxnLst/>
              <a:rect l="l" t="t" r="r" b="b"/>
              <a:pathLst>
                <a:path w="27821" h="9875" extrusionOk="0">
                  <a:moveTo>
                    <a:pt x="5038" y="1"/>
                  </a:moveTo>
                  <a:lnTo>
                    <a:pt x="1" y="134"/>
                  </a:lnTo>
                  <a:lnTo>
                    <a:pt x="1" y="434"/>
                  </a:lnTo>
                  <a:lnTo>
                    <a:pt x="5038" y="301"/>
                  </a:lnTo>
                  <a:cubicBezTo>
                    <a:pt x="11242" y="634"/>
                    <a:pt x="27354" y="2102"/>
                    <a:pt x="27420" y="4704"/>
                  </a:cubicBezTo>
                  <a:cubicBezTo>
                    <a:pt x="27487" y="7673"/>
                    <a:pt x="12910" y="9007"/>
                    <a:pt x="7273" y="9274"/>
                  </a:cubicBezTo>
                  <a:lnTo>
                    <a:pt x="1" y="9574"/>
                  </a:lnTo>
                  <a:lnTo>
                    <a:pt x="34" y="9874"/>
                  </a:lnTo>
                  <a:lnTo>
                    <a:pt x="7306" y="9574"/>
                  </a:lnTo>
                  <a:cubicBezTo>
                    <a:pt x="8140" y="9507"/>
                    <a:pt x="27821" y="8573"/>
                    <a:pt x="27721" y="4704"/>
                  </a:cubicBezTo>
                  <a:cubicBezTo>
                    <a:pt x="27620" y="1335"/>
                    <a:pt x="7339" y="134"/>
                    <a:pt x="5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74"/>
            <p:cNvSpPr/>
            <p:nvPr/>
          </p:nvSpPr>
          <p:spPr>
            <a:xfrm>
              <a:off x="-4240900" y="1927925"/>
              <a:ext cx="683850" cy="46650"/>
            </a:xfrm>
            <a:custGeom>
              <a:avLst/>
              <a:gdLst/>
              <a:ahLst/>
              <a:cxnLst/>
              <a:rect l="l" t="t" r="r" b="b"/>
              <a:pathLst>
                <a:path w="27354" h="1866" extrusionOk="0">
                  <a:moveTo>
                    <a:pt x="5416" y="0"/>
                  </a:moveTo>
                  <a:cubicBezTo>
                    <a:pt x="3619" y="0"/>
                    <a:pt x="1801" y="40"/>
                    <a:pt x="0" y="131"/>
                  </a:cubicBezTo>
                  <a:lnTo>
                    <a:pt x="0" y="431"/>
                  </a:lnTo>
                  <a:cubicBezTo>
                    <a:pt x="1801" y="340"/>
                    <a:pt x="3617" y="300"/>
                    <a:pt x="5412" y="300"/>
                  </a:cubicBezTo>
                  <a:cubicBezTo>
                    <a:pt x="16722" y="300"/>
                    <a:pt x="27176" y="1865"/>
                    <a:pt x="27320" y="1865"/>
                  </a:cubicBezTo>
                  <a:lnTo>
                    <a:pt x="27353" y="1565"/>
                  </a:lnTo>
                  <a:cubicBezTo>
                    <a:pt x="27238" y="1565"/>
                    <a:pt x="16738" y="0"/>
                    <a:pt x="54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74"/>
            <p:cNvSpPr/>
            <p:nvPr/>
          </p:nvSpPr>
          <p:spPr>
            <a:xfrm>
              <a:off x="-3816425" y="1957025"/>
              <a:ext cx="69225" cy="69250"/>
            </a:xfrm>
            <a:custGeom>
              <a:avLst/>
              <a:gdLst/>
              <a:ahLst/>
              <a:cxnLst/>
              <a:rect l="l" t="t" r="r" b="b"/>
              <a:pathLst>
                <a:path w="2769" h="2770" extrusionOk="0">
                  <a:moveTo>
                    <a:pt x="1401" y="301"/>
                  </a:moveTo>
                  <a:cubicBezTo>
                    <a:pt x="2001" y="301"/>
                    <a:pt x="2468" y="802"/>
                    <a:pt x="2468" y="1402"/>
                  </a:cubicBezTo>
                  <a:cubicBezTo>
                    <a:pt x="2468" y="2002"/>
                    <a:pt x="2001" y="2503"/>
                    <a:pt x="1401" y="2503"/>
                  </a:cubicBezTo>
                  <a:cubicBezTo>
                    <a:pt x="801" y="2503"/>
                    <a:pt x="300" y="2002"/>
                    <a:pt x="300" y="1402"/>
                  </a:cubicBezTo>
                  <a:cubicBezTo>
                    <a:pt x="300" y="802"/>
                    <a:pt x="767" y="301"/>
                    <a:pt x="1401" y="301"/>
                  </a:cubicBezTo>
                  <a:close/>
                  <a:moveTo>
                    <a:pt x="1401" y="1"/>
                  </a:moveTo>
                  <a:cubicBezTo>
                    <a:pt x="634" y="1"/>
                    <a:pt x="0" y="635"/>
                    <a:pt x="0" y="1402"/>
                  </a:cubicBezTo>
                  <a:cubicBezTo>
                    <a:pt x="0" y="2169"/>
                    <a:pt x="634" y="2770"/>
                    <a:pt x="1401" y="2770"/>
                  </a:cubicBezTo>
                  <a:cubicBezTo>
                    <a:pt x="2168" y="2770"/>
                    <a:pt x="2769" y="2169"/>
                    <a:pt x="2769" y="1402"/>
                  </a:cubicBezTo>
                  <a:cubicBezTo>
                    <a:pt x="2769" y="635"/>
                    <a:pt x="2135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74"/>
            <p:cNvSpPr/>
            <p:nvPr/>
          </p:nvSpPr>
          <p:spPr>
            <a:xfrm>
              <a:off x="-4042425" y="1945350"/>
              <a:ext cx="69225" cy="69250"/>
            </a:xfrm>
            <a:custGeom>
              <a:avLst/>
              <a:gdLst/>
              <a:ahLst/>
              <a:cxnLst/>
              <a:rect l="l" t="t" r="r" b="b"/>
              <a:pathLst>
                <a:path w="2769" h="2770" extrusionOk="0">
                  <a:moveTo>
                    <a:pt x="1401" y="301"/>
                  </a:moveTo>
                  <a:cubicBezTo>
                    <a:pt x="2002" y="301"/>
                    <a:pt x="2469" y="802"/>
                    <a:pt x="2469" y="1402"/>
                  </a:cubicBezTo>
                  <a:cubicBezTo>
                    <a:pt x="2469" y="2002"/>
                    <a:pt x="2002" y="2469"/>
                    <a:pt x="1401" y="2469"/>
                  </a:cubicBezTo>
                  <a:cubicBezTo>
                    <a:pt x="801" y="2469"/>
                    <a:pt x="300" y="2002"/>
                    <a:pt x="300" y="1402"/>
                  </a:cubicBezTo>
                  <a:cubicBezTo>
                    <a:pt x="300" y="802"/>
                    <a:pt x="801" y="301"/>
                    <a:pt x="1401" y="301"/>
                  </a:cubicBezTo>
                  <a:close/>
                  <a:moveTo>
                    <a:pt x="1401" y="1"/>
                  </a:moveTo>
                  <a:cubicBezTo>
                    <a:pt x="634" y="1"/>
                    <a:pt x="0" y="635"/>
                    <a:pt x="0" y="1402"/>
                  </a:cubicBezTo>
                  <a:cubicBezTo>
                    <a:pt x="0" y="2169"/>
                    <a:pt x="634" y="2770"/>
                    <a:pt x="1401" y="2770"/>
                  </a:cubicBezTo>
                  <a:cubicBezTo>
                    <a:pt x="2168" y="2770"/>
                    <a:pt x="2769" y="2169"/>
                    <a:pt x="2769" y="1402"/>
                  </a:cubicBezTo>
                  <a:cubicBezTo>
                    <a:pt x="2769" y="635"/>
                    <a:pt x="2168" y="1"/>
                    <a:pt x="1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74"/>
            <p:cNvSpPr/>
            <p:nvPr/>
          </p:nvSpPr>
          <p:spPr>
            <a:xfrm>
              <a:off x="-3939025" y="1947875"/>
              <a:ext cx="83425" cy="84250"/>
            </a:xfrm>
            <a:custGeom>
              <a:avLst/>
              <a:gdLst/>
              <a:ahLst/>
              <a:cxnLst/>
              <a:rect l="l" t="t" r="r" b="b"/>
              <a:pathLst>
                <a:path w="3337" h="3370" extrusionOk="0">
                  <a:moveTo>
                    <a:pt x="1668" y="300"/>
                  </a:moveTo>
                  <a:cubicBezTo>
                    <a:pt x="2436" y="300"/>
                    <a:pt x="3069" y="901"/>
                    <a:pt x="3069" y="1668"/>
                  </a:cubicBezTo>
                  <a:cubicBezTo>
                    <a:pt x="3069" y="2435"/>
                    <a:pt x="2436" y="3069"/>
                    <a:pt x="1668" y="3069"/>
                  </a:cubicBezTo>
                  <a:cubicBezTo>
                    <a:pt x="901" y="3069"/>
                    <a:pt x="301" y="2435"/>
                    <a:pt x="301" y="1668"/>
                  </a:cubicBezTo>
                  <a:cubicBezTo>
                    <a:pt x="301" y="901"/>
                    <a:pt x="901" y="300"/>
                    <a:pt x="1668" y="300"/>
                  </a:cubicBezTo>
                  <a:close/>
                  <a:moveTo>
                    <a:pt x="1668" y="0"/>
                  </a:moveTo>
                  <a:cubicBezTo>
                    <a:pt x="734" y="0"/>
                    <a:pt x="1" y="734"/>
                    <a:pt x="1" y="1668"/>
                  </a:cubicBezTo>
                  <a:cubicBezTo>
                    <a:pt x="1" y="2602"/>
                    <a:pt x="734" y="3369"/>
                    <a:pt x="1668" y="3369"/>
                  </a:cubicBezTo>
                  <a:cubicBezTo>
                    <a:pt x="2602" y="3369"/>
                    <a:pt x="3336" y="2602"/>
                    <a:pt x="3336" y="1668"/>
                  </a:cubicBezTo>
                  <a:cubicBezTo>
                    <a:pt x="3336" y="734"/>
                    <a:pt x="2602" y="0"/>
                    <a:pt x="1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74"/>
            <p:cNvSpPr/>
            <p:nvPr/>
          </p:nvSpPr>
          <p:spPr>
            <a:xfrm>
              <a:off x="-4244250" y="1955375"/>
              <a:ext cx="213525" cy="10850"/>
            </a:xfrm>
            <a:custGeom>
              <a:avLst/>
              <a:gdLst/>
              <a:ahLst/>
              <a:cxnLst/>
              <a:rect l="l" t="t" r="r" b="b"/>
              <a:pathLst>
                <a:path w="8541" h="434" extrusionOk="0">
                  <a:moveTo>
                    <a:pt x="8540" y="0"/>
                  </a:moveTo>
                  <a:cubicBezTo>
                    <a:pt x="5571" y="0"/>
                    <a:pt x="2669" y="34"/>
                    <a:pt x="1" y="134"/>
                  </a:cubicBezTo>
                  <a:lnTo>
                    <a:pt x="1" y="434"/>
                  </a:lnTo>
                  <a:cubicBezTo>
                    <a:pt x="2669" y="300"/>
                    <a:pt x="5571" y="300"/>
                    <a:pt x="8540" y="300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74"/>
            <p:cNvSpPr/>
            <p:nvPr/>
          </p:nvSpPr>
          <p:spPr>
            <a:xfrm>
              <a:off x="-3755550" y="1973725"/>
              <a:ext cx="185975" cy="25025"/>
            </a:xfrm>
            <a:custGeom>
              <a:avLst/>
              <a:gdLst/>
              <a:ahLst/>
              <a:cxnLst/>
              <a:rect l="l" t="t" r="r" b="b"/>
              <a:pathLst>
                <a:path w="7439" h="1001" extrusionOk="0">
                  <a:moveTo>
                    <a:pt x="33" y="0"/>
                  </a:moveTo>
                  <a:lnTo>
                    <a:pt x="0" y="267"/>
                  </a:lnTo>
                  <a:cubicBezTo>
                    <a:pt x="4370" y="667"/>
                    <a:pt x="7372" y="1001"/>
                    <a:pt x="7405" y="1001"/>
                  </a:cubicBezTo>
                  <a:lnTo>
                    <a:pt x="7439" y="701"/>
                  </a:lnTo>
                  <a:cubicBezTo>
                    <a:pt x="7405" y="701"/>
                    <a:pt x="4403" y="40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74"/>
            <p:cNvSpPr/>
            <p:nvPr/>
          </p:nvSpPr>
          <p:spPr>
            <a:xfrm>
              <a:off x="-3976550" y="1745225"/>
              <a:ext cx="66750" cy="130100"/>
            </a:xfrm>
            <a:custGeom>
              <a:avLst/>
              <a:gdLst/>
              <a:ahLst/>
              <a:cxnLst/>
              <a:rect l="l" t="t" r="r" b="b"/>
              <a:pathLst>
                <a:path w="2670" h="5204" extrusionOk="0">
                  <a:moveTo>
                    <a:pt x="1401" y="0"/>
                  </a:moveTo>
                  <a:cubicBezTo>
                    <a:pt x="401" y="0"/>
                    <a:pt x="67" y="3870"/>
                    <a:pt x="0" y="5071"/>
                  </a:cubicBezTo>
                  <a:lnTo>
                    <a:pt x="301" y="5071"/>
                  </a:lnTo>
                  <a:cubicBezTo>
                    <a:pt x="434" y="2769"/>
                    <a:pt x="901" y="300"/>
                    <a:pt x="1401" y="300"/>
                  </a:cubicBezTo>
                  <a:cubicBezTo>
                    <a:pt x="1902" y="300"/>
                    <a:pt x="2269" y="2836"/>
                    <a:pt x="2369" y="5204"/>
                  </a:cubicBezTo>
                  <a:lnTo>
                    <a:pt x="2669" y="5204"/>
                  </a:lnTo>
                  <a:cubicBezTo>
                    <a:pt x="2602" y="3970"/>
                    <a:pt x="2402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74"/>
            <p:cNvSpPr/>
            <p:nvPr/>
          </p:nvSpPr>
          <p:spPr>
            <a:xfrm>
              <a:off x="-3966550" y="1793575"/>
              <a:ext cx="47575" cy="20875"/>
            </a:xfrm>
            <a:custGeom>
              <a:avLst/>
              <a:gdLst/>
              <a:ahLst/>
              <a:cxnLst/>
              <a:rect l="l" t="t" r="r" b="b"/>
              <a:pathLst>
                <a:path w="1903" h="835" extrusionOk="0">
                  <a:moveTo>
                    <a:pt x="234" y="1"/>
                  </a:moveTo>
                  <a:lnTo>
                    <a:pt x="1" y="201"/>
                  </a:lnTo>
                  <a:cubicBezTo>
                    <a:pt x="101" y="301"/>
                    <a:pt x="568" y="835"/>
                    <a:pt x="968" y="835"/>
                  </a:cubicBezTo>
                  <a:cubicBezTo>
                    <a:pt x="1335" y="835"/>
                    <a:pt x="1802" y="301"/>
                    <a:pt x="1902" y="201"/>
                  </a:cubicBezTo>
                  <a:lnTo>
                    <a:pt x="1669" y="1"/>
                  </a:lnTo>
                  <a:cubicBezTo>
                    <a:pt x="1502" y="234"/>
                    <a:pt x="1135" y="535"/>
                    <a:pt x="968" y="535"/>
                  </a:cubicBezTo>
                  <a:cubicBezTo>
                    <a:pt x="768" y="535"/>
                    <a:pt x="434" y="234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74"/>
            <p:cNvSpPr/>
            <p:nvPr/>
          </p:nvSpPr>
          <p:spPr>
            <a:xfrm>
              <a:off x="-4179200" y="1716875"/>
              <a:ext cx="71750" cy="141775"/>
            </a:xfrm>
            <a:custGeom>
              <a:avLst/>
              <a:gdLst/>
              <a:ahLst/>
              <a:cxnLst/>
              <a:rect l="l" t="t" r="r" b="b"/>
              <a:pathLst>
                <a:path w="2870" h="5671" extrusionOk="0">
                  <a:moveTo>
                    <a:pt x="1468" y="0"/>
                  </a:moveTo>
                  <a:cubicBezTo>
                    <a:pt x="368" y="0"/>
                    <a:pt x="34" y="4603"/>
                    <a:pt x="1" y="5537"/>
                  </a:cubicBezTo>
                  <a:lnTo>
                    <a:pt x="301" y="5537"/>
                  </a:lnTo>
                  <a:cubicBezTo>
                    <a:pt x="401" y="3369"/>
                    <a:pt x="868" y="300"/>
                    <a:pt x="1468" y="300"/>
                  </a:cubicBezTo>
                  <a:cubicBezTo>
                    <a:pt x="2035" y="300"/>
                    <a:pt x="2469" y="3069"/>
                    <a:pt x="2569" y="5671"/>
                  </a:cubicBezTo>
                  <a:lnTo>
                    <a:pt x="2869" y="5671"/>
                  </a:lnTo>
                  <a:cubicBezTo>
                    <a:pt x="2836" y="4703"/>
                    <a:pt x="2569" y="0"/>
                    <a:pt x="1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74"/>
            <p:cNvSpPr/>
            <p:nvPr/>
          </p:nvSpPr>
          <p:spPr>
            <a:xfrm>
              <a:off x="-4168350" y="1769400"/>
              <a:ext cx="50900" cy="22550"/>
            </a:xfrm>
            <a:custGeom>
              <a:avLst/>
              <a:gdLst/>
              <a:ahLst/>
              <a:cxnLst/>
              <a:rect l="l" t="t" r="r" b="b"/>
              <a:pathLst>
                <a:path w="2036" h="902" extrusionOk="0">
                  <a:moveTo>
                    <a:pt x="200" y="1"/>
                  </a:moveTo>
                  <a:lnTo>
                    <a:pt x="0" y="201"/>
                  </a:lnTo>
                  <a:cubicBezTo>
                    <a:pt x="67" y="301"/>
                    <a:pt x="601" y="901"/>
                    <a:pt x="1001" y="901"/>
                  </a:cubicBezTo>
                  <a:cubicBezTo>
                    <a:pt x="1435" y="901"/>
                    <a:pt x="1935" y="301"/>
                    <a:pt x="2035" y="167"/>
                  </a:cubicBezTo>
                  <a:lnTo>
                    <a:pt x="1802" y="1"/>
                  </a:lnTo>
                  <a:cubicBezTo>
                    <a:pt x="1601" y="234"/>
                    <a:pt x="1201" y="601"/>
                    <a:pt x="1001" y="601"/>
                  </a:cubicBezTo>
                  <a:cubicBezTo>
                    <a:pt x="801" y="601"/>
                    <a:pt x="434" y="267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74"/>
            <p:cNvSpPr/>
            <p:nvPr/>
          </p:nvSpPr>
          <p:spPr>
            <a:xfrm>
              <a:off x="-4426050" y="1419925"/>
              <a:ext cx="191850" cy="1307700"/>
            </a:xfrm>
            <a:custGeom>
              <a:avLst/>
              <a:gdLst/>
              <a:ahLst/>
              <a:cxnLst/>
              <a:rect l="l" t="t" r="r" b="b"/>
              <a:pathLst>
                <a:path w="7674" h="52308" extrusionOk="0">
                  <a:moveTo>
                    <a:pt x="3947" y="300"/>
                  </a:moveTo>
                  <a:cubicBezTo>
                    <a:pt x="4454" y="300"/>
                    <a:pt x="5777" y="655"/>
                    <a:pt x="6472" y="3972"/>
                  </a:cubicBezTo>
                  <a:cubicBezTo>
                    <a:pt x="7373" y="8209"/>
                    <a:pt x="7239" y="24187"/>
                    <a:pt x="6839" y="28657"/>
                  </a:cubicBezTo>
                  <a:cubicBezTo>
                    <a:pt x="6472" y="33193"/>
                    <a:pt x="5338" y="46036"/>
                    <a:pt x="5338" y="46169"/>
                  </a:cubicBezTo>
                  <a:cubicBezTo>
                    <a:pt x="5238" y="48404"/>
                    <a:pt x="4738" y="51940"/>
                    <a:pt x="3837" y="52007"/>
                  </a:cubicBezTo>
                  <a:cubicBezTo>
                    <a:pt x="2936" y="52007"/>
                    <a:pt x="2436" y="48438"/>
                    <a:pt x="2336" y="46169"/>
                  </a:cubicBezTo>
                  <a:cubicBezTo>
                    <a:pt x="2336" y="46069"/>
                    <a:pt x="1202" y="33193"/>
                    <a:pt x="802" y="28657"/>
                  </a:cubicBezTo>
                  <a:cubicBezTo>
                    <a:pt x="435" y="24187"/>
                    <a:pt x="301" y="8209"/>
                    <a:pt x="1202" y="3972"/>
                  </a:cubicBezTo>
                  <a:cubicBezTo>
                    <a:pt x="1902" y="637"/>
                    <a:pt x="3237" y="303"/>
                    <a:pt x="3737" y="303"/>
                  </a:cubicBezTo>
                  <a:lnTo>
                    <a:pt x="3870" y="303"/>
                  </a:lnTo>
                  <a:cubicBezTo>
                    <a:pt x="3893" y="301"/>
                    <a:pt x="3919" y="300"/>
                    <a:pt x="3947" y="300"/>
                  </a:cubicBezTo>
                  <a:close/>
                  <a:moveTo>
                    <a:pt x="3752" y="1"/>
                  </a:moveTo>
                  <a:cubicBezTo>
                    <a:pt x="3076" y="1"/>
                    <a:pt x="1637" y="423"/>
                    <a:pt x="902" y="3906"/>
                  </a:cubicBezTo>
                  <a:cubicBezTo>
                    <a:pt x="1" y="8175"/>
                    <a:pt x="134" y="24187"/>
                    <a:pt x="535" y="28690"/>
                  </a:cubicBezTo>
                  <a:cubicBezTo>
                    <a:pt x="902" y="33227"/>
                    <a:pt x="2036" y="46069"/>
                    <a:pt x="2036" y="46203"/>
                  </a:cubicBezTo>
                  <a:cubicBezTo>
                    <a:pt x="2069" y="46836"/>
                    <a:pt x="2336" y="52274"/>
                    <a:pt x="3837" y="52307"/>
                  </a:cubicBezTo>
                  <a:lnTo>
                    <a:pt x="3870" y="52307"/>
                  </a:lnTo>
                  <a:cubicBezTo>
                    <a:pt x="5338" y="52240"/>
                    <a:pt x="5605" y="46836"/>
                    <a:pt x="5638" y="46203"/>
                  </a:cubicBezTo>
                  <a:cubicBezTo>
                    <a:pt x="5638" y="46069"/>
                    <a:pt x="6772" y="33227"/>
                    <a:pt x="7139" y="28690"/>
                  </a:cubicBezTo>
                  <a:cubicBezTo>
                    <a:pt x="7506" y="24187"/>
                    <a:pt x="7673" y="8175"/>
                    <a:pt x="6772" y="3906"/>
                  </a:cubicBezTo>
                  <a:cubicBezTo>
                    <a:pt x="6038" y="423"/>
                    <a:pt x="4598" y="1"/>
                    <a:pt x="3922" y="1"/>
                  </a:cubicBezTo>
                  <a:cubicBezTo>
                    <a:pt x="3892" y="1"/>
                    <a:pt x="3864" y="2"/>
                    <a:pt x="3837" y="3"/>
                  </a:cubicBezTo>
                  <a:cubicBezTo>
                    <a:pt x="3810" y="2"/>
                    <a:pt x="3782" y="1"/>
                    <a:pt x="3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74"/>
            <p:cNvSpPr/>
            <p:nvPr/>
          </p:nvSpPr>
          <p:spPr>
            <a:xfrm>
              <a:off x="-4393525" y="1476700"/>
              <a:ext cx="126800" cy="60050"/>
            </a:xfrm>
            <a:custGeom>
              <a:avLst/>
              <a:gdLst/>
              <a:ahLst/>
              <a:cxnLst/>
              <a:rect l="l" t="t" r="r" b="b"/>
              <a:pathLst>
                <a:path w="5072" h="2402" extrusionOk="0">
                  <a:moveTo>
                    <a:pt x="4804" y="0"/>
                  </a:moveTo>
                  <a:cubicBezTo>
                    <a:pt x="4771" y="0"/>
                    <a:pt x="3804" y="2135"/>
                    <a:pt x="2536" y="2135"/>
                  </a:cubicBezTo>
                  <a:cubicBezTo>
                    <a:pt x="1268" y="2135"/>
                    <a:pt x="268" y="167"/>
                    <a:pt x="268" y="134"/>
                  </a:cubicBezTo>
                  <a:lnTo>
                    <a:pt x="1" y="267"/>
                  </a:lnTo>
                  <a:cubicBezTo>
                    <a:pt x="34" y="367"/>
                    <a:pt x="1102" y="2402"/>
                    <a:pt x="2536" y="2402"/>
                  </a:cubicBezTo>
                  <a:cubicBezTo>
                    <a:pt x="3970" y="2402"/>
                    <a:pt x="5004" y="200"/>
                    <a:pt x="5071" y="100"/>
                  </a:cubicBezTo>
                  <a:lnTo>
                    <a:pt x="48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74"/>
            <p:cNvSpPr/>
            <p:nvPr/>
          </p:nvSpPr>
          <p:spPr>
            <a:xfrm>
              <a:off x="-4338475" y="2541000"/>
              <a:ext cx="39225" cy="147425"/>
            </a:xfrm>
            <a:custGeom>
              <a:avLst/>
              <a:gdLst/>
              <a:ahLst/>
              <a:cxnLst/>
              <a:rect l="l" t="t" r="r" b="b"/>
              <a:pathLst>
                <a:path w="1569" h="5897" extrusionOk="0">
                  <a:moveTo>
                    <a:pt x="401" y="459"/>
                  </a:moveTo>
                  <a:cubicBezTo>
                    <a:pt x="1068" y="1160"/>
                    <a:pt x="1235" y="2427"/>
                    <a:pt x="1101" y="3428"/>
                  </a:cubicBezTo>
                  <a:cubicBezTo>
                    <a:pt x="1035" y="4328"/>
                    <a:pt x="734" y="5129"/>
                    <a:pt x="401" y="5496"/>
                  </a:cubicBezTo>
                  <a:cubicBezTo>
                    <a:pt x="334" y="3394"/>
                    <a:pt x="367" y="1260"/>
                    <a:pt x="401" y="459"/>
                  </a:cubicBezTo>
                  <a:close/>
                  <a:moveTo>
                    <a:pt x="267" y="0"/>
                  </a:moveTo>
                  <a:cubicBezTo>
                    <a:pt x="242" y="0"/>
                    <a:pt x="217" y="9"/>
                    <a:pt x="201" y="25"/>
                  </a:cubicBezTo>
                  <a:cubicBezTo>
                    <a:pt x="134" y="59"/>
                    <a:pt x="101" y="92"/>
                    <a:pt x="101" y="159"/>
                  </a:cubicBezTo>
                  <a:cubicBezTo>
                    <a:pt x="101" y="192"/>
                    <a:pt x="0" y="3061"/>
                    <a:pt x="101" y="5763"/>
                  </a:cubicBezTo>
                  <a:cubicBezTo>
                    <a:pt x="101" y="5796"/>
                    <a:pt x="134" y="5863"/>
                    <a:pt x="167" y="5863"/>
                  </a:cubicBezTo>
                  <a:cubicBezTo>
                    <a:pt x="201" y="5896"/>
                    <a:pt x="234" y="5896"/>
                    <a:pt x="267" y="5896"/>
                  </a:cubicBezTo>
                  <a:lnTo>
                    <a:pt x="301" y="5896"/>
                  </a:lnTo>
                  <a:cubicBezTo>
                    <a:pt x="934" y="5629"/>
                    <a:pt x="1301" y="4495"/>
                    <a:pt x="1401" y="3461"/>
                  </a:cubicBezTo>
                  <a:cubicBezTo>
                    <a:pt x="1568" y="1927"/>
                    <a:pt x="1168" y="626"/>
                    <a:pt x="334" y="25"/>
                  </a:cubicBezTo>
                  <a:cubicBezTo>
                    <a:pt x="317" y="9"/>
                    <a:pt x="292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74"/>
            <p:cNvSpPr/>
            <p:nvPr/>
          </p:nvSpPr>
          <p:spPr>
            <a:xfrm>
              <a:off x="-4334300" y="2477400"/>
              <a:ext cx="7525" cy="67575"/>
            </a:xfrm>
            <a:custGeom>
              <a:avLst/>
              <a:gdLst/>
              <a:ahLst/>
              <a:cxnLst/>
              <a:rect l="l" t="t" r="r" b="b"/>
              <a:pathLst>
                <a:path w="301" h="2703" extrusionOk="0">
                  <a:moveTo>
                    <a:pt x="0" y="1"/>
                  </a:moveTo>
                  <a:lnTo>
                    <a:pt x="0" y="2703"/>
                  </a:lnTo>
                  <a:lnTo>
                    <a:pt x="300" y="2703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74"/>
            <p:cNvSpPr/>
            <p:nvPr/>
          </p:nvSpPr>
          <p:spPr>
            <a:xfrm>
              <a:off x="-4334300" y="2116325"/>
              <a:ext cx="7525" cy="321075"/>
            </a:xfrm>
            <a:custGeom>
              <a:avLst/>
              <a:gdLst/>
              <a:ahLst/>
              <a:cxnLst/>
              <a:rect l="l" t="t" r="r" b="b"/>
              <a:pathLst>
                <a:path w="301" h="12843" extrusionOk="0">
                  <a:moveTo>
                    <a:pt x="0" y="0"/>
                  </a:moveTo>
                  <a:lnTo>
                    <a:pt x="0" y="12843"/>
                  </a:lnTo>
                  <a:lnTo>
                    <a:pt x="300" y="12843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74"/>
            <p:cNvSpPr/>
            <p:nvPr/>
          </p:nvSpPr>
          <p:spPr>
            <a:xfrm>
              <a:off x="-4334300" y="1799425"/>
              <a:ext cx="7525" cy="88425"/>
            </a:xfrm>
            <a:custGeom>
              <a:avLst/>
              <a:gdLst/>
              <a:ahLst/>
              <a:cxnLst/>
              <a:rect l="l" t="t" r="r" b="b"/>
              <a:pathLst>
                <a:path w="301" h="3537" extrusionOk="0">
                  <a:moveTo>
                    <a:pt x="0" y="0"/>
                  </a:moveTo>
                  <a:lnTo>
                    <a:pt x="0" y="3536"/>
                  </a:lnTo>
                  <a:lnTo>
                    <a:pt x="300" y="3536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74"/>
            <p:cNvSpPr/>
            <p:nvPr/>
          </p:nvSpPr>
          <p:spPr>
            <a:xfrm>
              <a:off x="-4334300" y="1666000"/>
              <a:ext cx="7525" cy="101750"/>
            </a:xfrm>
            <a:custGeom>
              <a:avLst/>
              <a:gdLst/>
              <a:ahLst/>
              <a:cxnLst/>
              <a:rect l="l" t="t" r="r" b="b"/>
              <a:pathLst>
                <a:path w="301" h="4070" extrusionOk="0">
                  <a:moveTo>
                    <a:pt x="0" y="0"/>
                  </a:moveTo>
                  <a:lnTo>
                    <a:pt x="0" y="4070"/>
                  </a:lnTo>
                  <a:lnTo>
                    <a:pt x="300" y="407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74"/>
            <p:cNvSpPr/>
            <p:nvPr/>
          </p:nvSpPr>
          <p:spPr>
            <a:xfrm>
              <a:off x="-4334300" y="1533400"/>
              <a:ext cx="7525" cy="104275"/>
            </a:xfrm>
            <a:custGeom>
              <a:avLst/>
              <a:gdLst/>
              <a:ahLst/>
              <a:cxnLst/>
              <a:rect l="l" t="t" r="r" b="b"/>
              <a:pathLst>
                <a:path w="301" h="4171" extrusionOk="0">
                  <a:moveTo>
                    <a:pt x="0" y="1"/>
                  </a:moveTo>
                  <a:lnTo>
                    <a:pt x="0" y="4170"/>
                  </a:lnTo>
                  <a:lnTo>
                    <a:pt x="300" y="4170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74"/>
            <p:cNvSpPr/>
            <p:nvPr/>
          </p:nvSpPr>
          <p:spPr>
            <a:xfrm>
              <a:off x="-4376825" y="1420750"/>
              <a:ext cx="90900" cy="70150"/>
            </a:xfrm>
            <a:custGeom>
              <a:avLst/>
              <a:gdLst/>
              <a:ahLst/>
              <a:cxnLst/>
              <a:rect l="l" t="t" r="r" b="b"/>
              <a:pathLst>
                <a:path w="3636" h="2806" extrusionOk="0">
                  <a:moveTo>
                    <a:pt x="1810" y="269"/>
                  </a:moveTo>
                  <a:cubicBezTo>
                    <a:pt x="1829" y="269"/>
                    <a:pt x="1848" y="269"/>
                    <a:pt x="1868" y="270"/>
                  </a:cubicBezTo>
                  <a:cubicBezTo>
                    <a:pt x="2702" y="337"/>
                    <a:pt x="3169" y="804"/>
                    <a:pt x="3302" y="1004"/>
                  </a:cubicBezTo>
                  <a:cubicBezTo>
                    <a:pt x="2869" y="1638"/>
                    <a:pt x="2202" y="2472"/>
                    <a:pt x="1935" y="2505"/>
                  </a:cubicBezTo>
                  <a:cubicBezTo>
                    <a:pt x="1668" y="2505"/>
                    <a:pt x="934" y="1805"/>
                    <a:pt x="367" y="1104"/>
                  </a:cubicBezTo>
                  <a:cubicBezTo>
                    <a:pt x="529" y="877"/>
                    <a:pt x="1072" y="269"/>
                    <a:pt x="1810" y="269"/>
                  </a:cubicBezTo>
                  <a:close/>
                  <a:moveTo>
                    <a:pt x="1769" y="0"/>
                  </a:moveTo>
                  <a:cubicBezTo>
                    <a:pt x="757" y="0"/>
                    <a:pt x="99" y="972"/>
                    <a:pt x="67" y="1004"/>
                  </a:cubicBezTo>
                  <a:lnTo>
                    <a:pt x="0" y="1104"/>
                  </a:lnTo>
                  <a:lnTo>
                    <a:pt x="67" y="1171"/>
                  </a:lnTo>
                  <a:cubicBezTo>
                    <a:pt x="267" y="1438"/>
                    <a:pt x="1368" y="2772"/>
                    <a:pt x="1935" y="2772"/>
                  </a:cubicBezTo>
                  <a:cubicBezTo>
                    <a:pt x="1935" y="2772"/>
                    <a:pt x="1935" y="2772"/>
                    <a:pt x="1935" y="2805"/>
                  </a:cubicBezTo>
                  <a:cubicBezTo>
                    <a:pt x="2502" y="2739"/>
                    <a:pt x="3436" y="1371"/>
                    <a:pt x="3603" y="1071"/>
                  </a:cubicBezTo>
                  <a:lnTo>
                    <a:pt x="3636" y="1004"/>
                  </a:lnTo>
                  <a:lnTo>
                    <a:pt x="3603" y="937"/>
                  </a:lnTo>
                  <a:cubicBezTo>
                    <a:pt x="3569" y="904"/>
                    <a:pt x="3069" y="70"/>
                    <a:pt x="1868" y="3"/>
                  </a:cubicBezTo>
                  <a:cubicBezTo>
                    <a:pt x="1835" y="1"/>
                    <a:pt x="1802" y="0"/>
                    <a:pt x="1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74"/>
            <p:cNvSpPr/>
            <p:nvPr/>
          </p:nvSpPr>
          <p:spPr>
            <a:xfrm>
              <a:off x="-4385175" y="1897000"/>
              <a:ext cx="114275" cy="213500"/>
            </a:xfrm>
            <a:custGeom>
              <a:avLst/>
              <a:gdLst/>
              <a:ahLst/>
              <a:cxnLst/>
              <a:rect l="l" t="t" r="r" b="b"/>
              <a:pathLst>
                <a:path w="4571" h="8540" extrusionOk="0">
                  <a:moveTo>
                    <a:pt x="2269" y="267"/>
                  </a:moveTo>
                  <a:cubicBezTo>
                    <a:pt x="3269" y="267"/>
                    <a:pt x="3770" y="2135"/>
                    <a:pt x="4003" y="3703"/>
                  </a:cubicBezTo>
                  <a:cubicBezTo>
                    <a:pt x="4270" y="5371"/>
                    <a:pt x="4270" y="7039"/>
                    <a:pt x="4270" y="7239"/>
                  </a:cubicBezTo>
                  <a:cubicBezTo>
                    <a:pt x="4237" y="7372"/>
                    <a:pt x="3937" y="8273"/>
                    <a:pt x="2269" y="8273"/>
                  </a:cubicBezTo>
                  <a:cubicBezTo>
                    <a:pt x="601" y="8273"/>
                    <a:pt x="301" y="7372"/>
                    <a:pt x="267" y="7239"/>
                  </a:cubicBezTo>
                  <a:cubicBezTo>
                    <a:pt x="301" y="5271"/>
                    <a:pt x="634" y="300"/>
                    <a:pt x="2269" y="267"/>
                  </a:cubicBezTo>
                  <a:close/>
                  <a:moveTo>
                    <a:pt x="2269" y="0"/>
                  </a:moveTo>
                  <a:cubicBezTo>
                    <a:pt x="0" y="0"/>
                    <a:pt x="0" y="6972"/>
                    <a:pt x="0" y="7272"/>
                  </a:cubicBezTo>
                  <a:lnTo>
                    <a:pt x="0" y="7305"/>
                  </a:lnTo>
                  <a:cubicBezTo>
                    <a:pt x="0" y="7339"/>
                    <a:pt x="267" y="8540"/>
                    <a:pt x="2269" y="8540"/>
                  </a:cubicBezTo>
                  <a:cubicBezTo>
                    <a:pt x="4304" y="8540"/>
                    <a:pt x="4570" y="7339"/>
                    <a:pt x="4570" y="7272"/>
                  </a:cubicBezTo>
                  <a:cubicBezTo>
                    <a:pt x="4570" y="7239"/>
                    <a:pt x="4570" y="5437"/>
                    <a:pt x="4304" y="3670"/>
                  </a:cubicBezTo>
                  <a:cubicBezTo>
                    <a:pt x="3937" y="1234"/>
                    <a:pt x="3236" y="0"/>
                    <a:pt x="2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74"/>
            <p:cNvSpPr/>
            <p:nvPr/>
          </p:nvSpPr>
          <p:spPr>
            <a:xfrm>
              <a:off x="-4707900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34" y="300"/>
                  </a:moveTo>
                  <a:cubicBezTo>
                    <a:pt x="834" y="300"/>
                    <a:pt x="1001" y="467"/>
                    <a:pt x="1001" y="667"/>
                  </a:cubicBezTo>
                  <a:cubicBezTo>
                    <a:pt x="1001" y="867"/>
                    <a:pt x="834" y="1034"/>
                    <a:pt x="634" y="1034"/>
                  </a:cubicBezTo>
                  <a:cubicBezTo>
                    <a:pt x="434" y="1034"/>
                    <a:pt x="267" y="867"/>
                    <a:pt x="267" y="667"/>
                  </a:cubicBezTo>
                  <a:cubicBezTo>
                    <a:pt x="267" y="467"/>
                    <a:pt x="434" y="300"/>
                    <a:pt x="634" y="300"/>
                  </a:cubicBezTo>
                  <a:close/>
                  <a:moveTo>
                    <a:pt x="634" y="0"/>
                  </a:moveTo>
                  <a:cubicBezTo>
                    <a:pt x="267" y="0"/>
                    <a:pt x="0" y="300"/>
                    <a:pt x="0" y="667"/>
                  </a:cubicBezTo>
                  <a:cubicBezTo>
                    <a:pt x="0" y="1034"/>
                    <a:pt x="267" y="1301"/>
                    <a:pt x="634" y="1301"/>
                  </a:cubicBezTo>
                  <a:cubicBezTo>
                    <a:pt x="1001" y="1301"/>
                    <a:pt x="1301" y="1034"/>
                    <a:pt x="1301" y="667"/>
                  </a:cubicBezTo>
                  <a:cubicBezTo>
                    <a:pt x="1301" y="300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74"/>
            <p:cNvSpPr/>
            <p:nvPr/>
          </p:nvSpPr>
          <p:spPr>
            <a:xfrm>
              <a:off x="-4662050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35" y="300"/>
                  </a:moveTo>
                  <a:cubicBezTo>
                    <a:pt x="835" y="300"/>
                    <a:pt x="1002" y="467"/>
                    <a:pt x="1002" y="667"/>
                  </a:cubicBezTo>
                  <a:cubicBezTo>
                    <a:pt x="1002" y="867"/>
                    <a:pt x="835" y="1034"/>
                    <a:pt x="635" y="1034"/>
                  </a:cubicBezTo>
                  <a:cubicBezTo>
                    <a:pt x="435" y="1034"/>
                    <a:pt x="268" y="867"/>
                    <a:pt x="268" y="667"/>
                  </a:cubicBezTo>
                  <a:cubicBezTo>
                    <a:pt x="268" y="467"/>
                    <a:pt x="435" y="300"/>
                    <a:pt x="635" y="300"/>
                  </a:cubicBezTo>
                  <a:close/>
                  <a:moveTo>
                    <a:pt x="635" y="0"/>
                  </a:moveTo>
                  <a:cubicBezTo>
                    <a:pt x="268" y="0"/>
                    <a:pt x="1" y="300"/>
                    <a:pt x="1" y="667"/>
                  </a:cubicBezTo>
                  <a:cubicBezTo>
                    <a:pt x="1" y="1034"/>
                    <a:pt x="268" y="1301"/>
                    <a:pt x="635" y="1301"/>
                  </a:cubicBezTo>
                  <a:cubicBezTo>
                    <a:pt x="1002" y="1301"/>
                    <a:pt x="1302" y="1034"/>
                    <a:pt x="1302" y="667"/>
                  </a:cubicBezTo>
                  <a:cubicBezTo>
                    <a:pt x="1302" y="300"/>
                    <a:pt x="1002" y="0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74"/>
            <p:cNvSpPr/>
            <p:nvPr/>
          </p:nvSpPr>
          <p:spPr>
            <a:xfrm>
              <a:off x="-4616175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34" y="300"/>
                  </a:moveTo>
                  <a:cubicBezTo>
                    <a:pt x="834" y="300"/>
                    <a:pt x="1001" y="467"/>
                    <a:pt x="1001" y="667"/>
                  </a:cubicBezTo>
                  <a:cubicBezTo>
                    <a:pt x="1001" y="867"/>
                    <a:pt x="834" y="1034"/>
                    <a:pt x="634" y="1034"/>
                  </a:cubicBezTo>
                  <a:cubicBezTo>
                    <a:pt x="434" y="1034"/>
                    <a:pt x="267" y="867"/>
                    <a:pt x="267" y="667"/>
                  </a:cubicBezTo>
                  <a:cubicBezTo>
                    <a:pt x="267" y="467"/>
                    <a:pt x="434" y="300"/>
                    <a:pt x="634" y="300"/>
                  </a:cubicBezTo>
                  <a:close/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34"/>
                    <a:pt x="267" y="1301"/>
                    <a:pt x="634" y="1301"/>
                  </a:cubicBezTo>
                  <a:cubicBezTo>
                    <a:pt x="1001" y="1301"/>
                    <a:pt x="1301" y="1034"/>
                    <a:pt x="1301" y="667"/>
                  </a:cubicBezTo>
                  <a:cubicBezTo>
                    <a:pt x="1301" y="300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74"/>
            <p:cNvSpPr/>
            <p:nvPr/>
          </p:nvSpPr>
          <p:spPr>
            <a:xfrm>
              <a:off x="-4570300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34" y="300"/>
                  </a:moveTo>
                  <a:cubicBezTo>
                    <a:pt x="834" y="300"/>
                    <a:pt x="1001" y="467"/>
                    <a:pt x="1001" y="667"/>
                  </a:cubicBezTo>
                  <a:cubicBezTo>
                    <a:pt x="1001" y="867"/>
                    <a:pt x="834" y="1034"/>
                    <a:pt x="634" y="1034"/>
                  </a:cubicBezTo>
                  <a:cubicBezTo>
                    <a:pt x="434" y="1034"/>
                    <a:pt x="300" y="867"/>
                    <a:pt x="300" y="667"/>
                  </a:cubicBezTo>
                  <a:cubicBezTo>
                    <a:pt x="300" y="467"/>
                    <a:pt x="467" y="300"/>
                    <a:pt x="634" y="300"/>
                  </a:cubicBezTo>
                  <a:close/>
                  <a:moveTo>
                    <a:pt x="634" y="0"/>
                  </a:moveTo>
                  <a:cubicBezTo>
                    <a:pt x="300" y="0"/>
                    <a:pt x="0" y="300"/>
                    <a:pt x="0" y="667"/>
                  </a:cubicBezTo>
                  <a:cubicBezTo>
                    <a:pt x="0" y="1034"/>
                    <a:pt x="300" y="1301"/>
                    <a:pt x="634" y="1301"/>
                  </a:cubicBezTo>
                  <a:cubicBezTo>
                    <a:pt x="1001" y="1301"/>
                    <a:pt x="1301" y="1034"/>
                    <a:pt x="1301" y="667"/>
                  </a:cubicBezTo>
                  <a:cubicBezTo>
                    <a:pt x="1301" y="300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74"/>
            <p:cNvSpPr/>
            <p:nvPr/>
          </p:nvSpPr>
          <p:spPr>
            <a:xfrm>
              <a:off x="-4524450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68" y="300"/>
                  </a:moveTo>
                  <a:cubicBezTo>
                    <a:pt x="868" y="300"/>
                    <a:pt x="1002" y="467"/>
                    <a:pt x="1002" y="667"/>
                  </a:cubicBezTo>
                  <a:cubicBezTo>
                    <a:pt x="1002" y="867"/>
                    <a:pt x="868" y="1034"/>
                    <a:pt x="668" y="1034"/>
                  </a:cubicBezTo>
                  <a:cubicBezTo>
                    <a:pt x="468" y="1034"/>
                    <a:pt x="301" y="867"/>
                    <a:pt x="301" y="667"/>
                  </a:cubicBezTo>
                  <a:cubicBezTo>
                    <a:pt x="301" y="467"/>
                    <a:pt x="468" y="300"/>
                    <a:pt x="668" y="300"/>
                  </a:cubicBezTo>
                  <a:close/>
                  <a:moveTo>
                    <a:pt x="668" y="0"/>
                  </a:moveTo>
                  <a:cubicBezTo>
                    <a:pt x="301" y="0"/>
                    <a:pt x="1" y="300"/>
                    <a:pt x="1" y="667"/>
                  </a:cubicBezTo>
                  <a:cubicBezTo>
                    <a:pt x="1" y="1034"/>
                    <a:pt x="301" y="1301"/>
                    <a:pt x="668" y="1301"/>
                  </a:cubicBezTo>
                  <a:cubicBezTo>
                    <a:pt x="1002" y="1301"/>
                    <a:pt x="1302" y="1034"/>
                    <a:pt x="1302" y="667"/>
                  </a:cubicBezTo>
                  <a:cubicBezTo>
                    <a:pt x="1302" y="300"/>
                    <a:pt x="1002" y="0"/>
                    <a:pt x="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74"/>
            <p:cNvSpPr/>
            <p:nvPr/>
          </p:nvSpPr>
          <p:spPr>
            <a:xfrm>
              <a:off x="-4478575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68" y="300"/>
                  </a:moveTo>
                  <a:cubicBezTo>
                    <a:pt x="868" y="300"/>
                    <a:pt x="1035" y="467"/>
                    <a:pt x="1035" y="667"/>
                  </a:cubicBezTo>
                  <a:cubicBezTo>
                    <a:pt x="1035" y="867"/>
                    <a:pt x="868" y="1034"/>
                    <a:pt x="668" y="1034"/>
                  </a:cubicBezTo>
                  <a:cubicBezTo>
                    <a:pt x="467" y="1034"/>
                    <a:pt x="301" y="867"/>
                    <a:pt x="301" y="667"/>
                  </a:cubicBezTo>
                  <a:cubicBezTo>
                    <a:pt x="301" y="467"/>
                    <a:pt x="467" y="300"/>
                    <a:pt x="668" y="300"/>
                  </a:cubicBezTo>
                  <a:close/>
                  <a:moveTo>
                    <a:pt x="668" y="0"/>
                  </a:moveTo>
                  <a:cubicBezTo>
                    <a:pt x="301" y="0"/>
                    <a:pt x="0" y="300"/>
                    <a:pt x="0" y="667"/>
                  </a:cubicBezTo>
                  <a:cubicBezTo>
                    <a:pt x="0" y="1034"/>
                    <a:pt x="301" y="1301"/>
                    <a:pt x="668" y="1301"/>
                  </a:cubicBezTo>
                  <a:cubicBezTo>
                    <a:pt x="1035" y="1301"/>
                    <a:pt x="1301" y="1034"/>
                    <a:pt x="1301" y="667"/>
                  </a:cubicBezTo>
                  <a:cubicBezTo>
                    <a:pt x="1301" y="300"/>
                    <a:pt x="1035" y="0"/>
                    <a:pt x="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74"/>
            <p:cNvSpPr/>
            <p:nvPr/>
          </p:nvSpPr>
          <p:spPr>
            <a:xfrm>
              <a:off x="-4213375" y="1882825"/>
              <a:ext cx="32525" cy="32550"/>
            </a:xfrm>
            <a:custGeom>
              <a:avLst/>
              <a:gdLst/>
              <a:ahLst/>
              <a:cxnLst/>
              <a:rect l="l" t="t" r="r" b="b"/>
              <a:pathLst>
                <a:path w="1301" h="1302" extrusionOk="0">
                  <a:moveTo>
                    <a:pt x="634" y="300"/>
                  </a:moveTo>
                  <a:cubicBezTo>
                    <a:pt x="834" y="300"/>
                    <a:pt x="1001" y="467"/>
                    <a:pt x="1001" y="667"/>
                  </a:cubicBezTo>
                  <a:cubicBezTo>
                    <a:pt x="1001" y="867"/>
                    <a:pt x="834" y="1034"/>
                    <a:pt x="634" y="1034"/>
                  </a:cubicBezTo>
                  <a:cubicBezTo>
                    <a:pt x="434" y="1034"/>
                    <a:pt x="300" y="867"/>
                    <a:pt x="300" y="667"/>
                  </a:cubicBezTo>
                  <a:cubicBezTo>
                    <a:pt x="300" y="467"/>
                    <a:pt x="434" y="300"/>
                    <a:pt x="634" y="300"/>
                  </a:cubicBezTo>
                  <a:close/>
                  <a:moveTo>
                    <a:pt x="634" y="0"/>
                  </a:moveTo>
                  <a:cubicBezTo>
                    <a:pt x="300" y="0"/>
                    <a:pt x="0" y="300"/>
                    <a:pt x="0" y="667"/>
                  </a:cubicBezTo>
                  <a:cubicBezTo>
                    <a:pt x="0" y="1034"/>
                    <a:pt x="300" y="1301"/>
                    <a:pt x="634" y="1301"/>
                  </a:cubicBezTo>
                  <a:cubicBezTo>
                    <a:pt x="1001" y="1301"/>
                    <a:pt x="1301" y="1034"/>
                    <a:pt x="1301" y="667"/>
                  </a:cubicBezTo>
                  <a:cubicBezTo>
                    <a:pt x="1301" y="300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74"/>
            <p:cNvSpPr/>
            <p:nvPr/>
          </p:nvSpPr>
          <p:spPr>
            <a:xfrm>
              <a:off x="-4167525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34" y="300"/>
                  </a:moveTo>
                  <a:cubicBezTo>
                    <a:pt x="835" y="300"/>
                    <a:pt x="1001" y="467"/>
                    <a:pt x="1001" y="667"/>
                  </a:cubicBezTo>
                  <a:cubicBezTo>
                    <a:pt x="1001" y="867"/>
                    <a:pt x="835" y="1034"/>
                    <a:pt x="634" y="1034"/>
                  </a:cubicBezTo>
                  <a:cubicBezTo>
                    <a:pt x="434" y="1034"/>
                    <a:pt x="301" y="867"/>
                    <a:pt x="301" y="667"/>
                  </a:cubicBezTo>
                  <a:cubicBezTo>
                    <a:pt x="301" y="467"/>
                    <a:pt x="468" y="300"/>
                    <a:pt x="634" y="300"/>
                  </a:cubicBezTo>
                  <a:close/>
                  <a:moveTo>
                    <a:pt x="634" y="0"/>
                  </a:moveTo>
                  <a:cubicBezTo>
                    <a:pt x="301" y="0"/>
                    <a:pt x="1" y="300"/>
                    <a:pt x="1" y="667"/>
                  </a:cubicBezTo>
                  <a:cubicBezTo>
                    <a:pt x="1" y="1034"/>
                    <a:pt x="301" y="1301"/>
                    <a:pt x="634" y="1301"/>
                  </a:cubicBezTo>
                  <a:cubicBezTo>
                    <a:pt x="1001" y="1301"/>
                    <a:pt x="1302" y="1034"/>
                    <a:pt x="1302" y="667"/>
                  </a:cubicBezTo>
                  <a:cubicBezTo>
                    <a:pt x="1302" y="300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74"/>
            <p:cNvSpPr/>
            <p:nvPr/>
          </p:nvSpPr>
          <p:spPr>
            <a:xfrm>
              <a:off x="-4121650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67" y="300"/>
                  </a:moveTo>
                  <a:cubicBezTo>
                    <a:pt x="868" y="300"/>
                    <a:pt x="1001" y="467"/>
                    <a:pt x="1001" y="667"/>
                  </a:cubicBezTo>
                  <a:cubicBezTo>
                    <a:pt x="1001" y="867"/>
                    <a:pt x="868" y="1034"/>
                    <a:pt x="667" y="1034"/>
                  </a:cubicBezTo>
                  <a:cubicBezTo>
                    <a:pt x="467" y="1034"/>
                    <a:pt x="301" y="867"/>
                    <a:pt x="301" y="667"/>
                  </a:cubicBezTo>
                  <a:cubicBezTo>
                    <a:pt x="301" y="467"/>
                    <a:pt x="467" y="300"/>
                    <a:pt x="667" y="300"/>
                  </a:cubicBezTo>
                  <a:close/>
                  <a:moveTo>
                    <a:pt x="667" y="0"/>
                  </a:moveTo>
                  <a:cubicBezTo>
                    <a:pt x="301" y="0"/>
                    <a:pt x="0" y="300"/>
                    <a:pt x="0" y="667"/>
                  </a:cubicBezTo>
                  <a:cubicBezTo>
                    <a:pt x="0" y="1034"/>
                    <a:pt x="301" y="1301"/>
                    <a:pt x="667" y="1301"/>
                  </a:cubicBezTo>
                  <a:cubicBezTo>
                    <a:pt x="1001" y="1301"/>
                    <a:pt x="1301" y="1034"/>
                    <a:pt x="1301" y="667"/>
                  </a:cubicBezTo>
                  <a:cubicBezTo>
                    <a:pt x="1301" y="300"/>
                    <a:pt x="1001" y="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74"/>
            <p:cNvSpPr/>
            <p:nvPr/>
          </p:nvSpPr>
          <p:spPr>
            <a:xfrm>
              <a:off x="-4075800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68" y="300"/>
                  </a:moveTo>
                  <a:cubicBezTo>
                    <a:pt x="868" y="300"/>
                    <a:pt x="1035" y="467"/>
                    <a:pt x="1035" y="667"/>
                  </a:cubicBezTo>
                  <a:cubicBezTo>
                    <a:pt x="1035" y="867"/>
                    <a:pt x="868" y="1034"/>
                    <a:pt x="668" y="1034"/>
                  </a:cubicBezTo>
                  <a:cubicBezTo>
                    <a:pt x="468" y="1034"/>
                    <a:pt x="301" y="867"/>
                    <a:pt x="301" y="667"/>
                  </a:cubicBezTo>
                  <a:cubicBezTo>
                    <a:pt x="301" y="467"/>
                    <a:pt x="468" y="300"/>
                    <a:pt x="668" y="300"/>
                  </a:cubicBezTo>
                  <a:close/>
                  <a:moveTo>
                    <a:pt x="668" y="0"/>
                  </a:moveTo>
                  <a:cubicBezTo>
                    <a:pt x="301" y="0"/>
                    <a:pt x="1" y="300"/>
                    <a:pt x="1" y="667"/>
                  </a:cubicBezTo>
                  <a:cubicBezTo>
                    <a:pt x="1" y="1034"/>
                    <a:pt x="301" y="1301"/>
                    <a:pt x="668" y="1301"/>
                  </a:cubicBezTo>
                  <a:cubicBezTo>
                    <a:pt x="1035" y="1301"/>
                    <a:pt x="1302" y="1034"/>
                    <a:pt x="1302" y="667"/>
                  </a:cubicBezTo>
                  <a:cubicBezTo>
                    <a:pt x="1302" y="300"/>
                    <a:pt x="1035" y="0"/>
                    <a:pt x="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74"/>
            <p:cNvSpPr/>
            <p:nvPr/>
          </p:nvSpPr>
          <p:spPr>
            <a:xfrm>
              <a:off x="-4029925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68" y="300"/>
                  </a:moveTo>
                  <a:cubicBezTo>
                    <a:pt x="868" y="300"/>
                    <a:pt x="1035" y="467"/>
                    <a:pt x="1035" y="667"/>
                  </a:cubicBezTo>
                  <a:cubicBezTo>
                    <a:pt x="1035" y="867"/>
                    <a:pt x="868" y="1034"/>
                    <a:pt x="668" y="1034"/>
                  </a:cubicBezTo>
                  <a:cubicBezTo>
                    <a:pt x="468" y="1034"/>
                    <a:pt x="301" y="867"/>
                    <a:pt x="301" y="667"/>
                  </a:cubicBezTo>
                  <a:cubicBezTo>
                    <a:pt x="301" y="467"/>
                    <a:pt x="468" y="300"/>
                    <a:pt x="668" y="300"/>
                  </a:cubicBezTo>
                  <a:close/>
                  <a:moveTo>
                    <a:pt x="668" y="0"/>
                  </a:moveTo>
                  <a:cubicBezTo>
                    <a:pt x="301" y="0"/>
                    <a:pt x="1" y="300"/>
                    <a:pt x="1" y="667"/>
                  </a:cubicBezTo>
                  <a:cubicBezTo>
                    <a:pt x="1" y="1034"/>
                    <a:pt x="301" y="1301"/>
                    <a:pt x="668" y="1301"/>
                  </a:cubicBezTo>
                  <a:cubicBezTo>
                    <a:pt x="1035" y="1301"/>
                    <a:pt x="1302" y="1034"/>
                    <a:pt x="1302" y="667"/>
                  </a:cubicBezTo>
                  <a:cubicBezTo>
                    <a:pt x="1302" y="300"/>
                    <a:pt x="1035" y="0"/>
                    <a:pt x="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74"/>
            <p:cNvSpPr/>
            <p:nvPr/>
          </p:nvSpPr>
          <p:spPr>
            <a:xfrm>
              <a:off x="-3983225" y="1882825"/>
              <a:ext cx="32550" cy="32550"/>
            </a:xfrm>
            <a:custGeom>
              <a:avLst/>
              <a:gdLst/>
              <a:ahLst/>
              <a:cxnLst/>
              <a:rect l="l" t="t" r="r" b="b"/>
              <a:pathLst>
                <a:path w="1302" h="1302" extrusionOk="0">
                  <a:moveTo>
                    <a:pt x="634" y="300"/>
                  </a:moveTo>
                  <a:cubicBezTo>
                    <a:pt x="835" y="300"/>
                    <a:pt x="1001" y="467"/>
                    <a:pt x="1001" y="667"/>
                  </a:cubicBezTo>
                  <a:cubicBezTo>
                    <a:pt x="1001" y="867"/>
                    <a:pt x="835" y="1034"/>
                    <a:pt x="634" y="1034"/>
                  </a:cubicBezTo>
                  <a:cubicBezTo>
                    <a:pt x="434" y="1034"/>
                    <a:pt x="267" y="867"/>
                    <a:pt x="267" y="667"/>
                  </a:cubicBezTo>
                  <a:cubicBezTo>
                    <a:pt x="267" y="467"/>
                    <a:pt x="434" y="300"/>
                    <a:pt x="634" y="300"/>
                  </a:cubicBezTo>
                  <a:close/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34"/>
                    <a:pt x="267" y="1301"/>
                    <a:pt x="634" y="1301"/>
                  </a:cubicBezTo>
                  <a:cubicBezTo>
                    <a:pt x="1001" y="1301"/>
                    <a:pt x="1302" y="1034"/>
                    <a:pt x="1302" y="667"/>
                  </a:cubicBezTo>
                  <a:cubicBezTo>
                    <a:pt x="1302" y="300"/>
                    <a:pt x="100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74"/>
            <p:cNvSpPr/>
            <p:nvPr/>
          </p:nvSpPr>
          <p:spPr>
            <a:xfrm>
              <a:off x="-4053275" y="2043775"/>
              <a:ext cx="126775" cy="16700"/>
            </a:xfrm>
            <a:custGeom>
              <a:avLst/>
              <a:gdLst/>
              <a:ahLst/>
              <a:cxnLst/>
              <a:rect l="l" t="t" r="r" b="b"/>
              <a:pathLst>
                <a:path w="5071" h="668" extrusionOk="0">
                  <a:moveTo>
                    <a:pt x="5038" y="0"/>
                  </a:moveTo>
                  <a:cubicBezTo>
                    <a:pt x="3370" y="134"/>
                    <a:pt x="1668" y="267"/>
                    <a:pt x="1" y="367"/>
                  </a:cubicBezTo>
                  <a:lnTo>
                    <a:pt x="34" y="667"/>
                  </a:lnTo>
                  <a:cubicBezTo>
                    <a:pt x="1668" y="567"/>
                    <a:pt x="3370" y="434"/>
                    <a:pt x="5071" y="267"/>
                  </a:cubicBezTo>
                  <a:lnTo>
                    <a:pt x="50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74"/>
            <p:cNvSpPr/>
            <p:nvPr/>
          </p:nvSpPr>
          <p:spPr>
            <a:xfrm>
              <a:off x="-4245075" y="2055450"/>
              <a:ext cx="156800" cy="13350"/>
            </a:xfrm>
            <a:custGeom>
              <a:avLst/>
              <a:gdLst/>
              <a:ahLst/>
              <a:cxnLst/>
              <a:rect l="l" t="t" r="r" b="b"/>
              <a:pathLst>
                <a:path w="6272" h="534" extrusionOk="0">
                  <a:moveTo>
                    <a:pt x="6272" y="0"/>
                  </a:moveTo>
                  <a:cubicBezTo>
                    <a:pt x="4070" y="134"/>
                    <a:pt x="1969" y="200"/>
                    <a:pt x="0" y="234"/>
                  </a:cubicBezTo>
                  <a:lnTo>
                    <a:pt x="34" y="534"/>
                  </a:lnTo>
                  <a:cubicBezTo>
                    <a:pt x="1969" y="500"/>
                    <a:pt x="4070" y="400"/>
                    <a:pt x="6272" y="267"/>
                  </a:cubicBezTo>
                  <a:lnTo>
                    <a:pt x="62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74"/>
            <p:cNvSpPr/>
            <p:nvPr/>
          </p:nvSpPr>
          <p:spPr>
            <a:xfrm>
              <a:off x="-4731250" y="2051275"/>
              <a:ext cx="61725" cy="11700"/>
            </a:xfrm>
            <a:custGeom>
              <a:avLst/>
              <a:gdLst/>
              <a:ahLst/>
              <a:cxnLst/>
              <a:rect l="l" t="t" r="r" b="b"/>
              <a:pathLst>
                <a:path w="2469" h="468" extrusionOk="0">
                  <a:moveTo>
                    <a:pt x="34" y="0"/>
                  </a:moveTo>
                  <a:lnTo>
                    <a:pt x="0" y="301"/>
                  </a:lnTo>
                  <a:cubicBezTo>
                    <a:pt x="834" y="367"/>
                    <a:pt x="1635" y="401"/>
                    <a:pt x="2469" y="467"/>
                  </a:cubicBezTo>
                  <a:lnTo>
                    <a:pt x="2469" y="167"/>
                  </a:lnTo>
                  <a:cubicBezTo>
                    <a:pt x="1668" y="134"/>
                    <a:pt x="868" y="67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74"/>
            <p:cNvSpPr/>
            <p:nvPr/>
          </p:nvSpPr>
          <p:spPr>
            <a:xfrm>
              <a:off x="-4640350" y="2057100"/>
              <a:ext cx="229350" cy="13375"/>
            </a:xfrm>
            <a:custGeom>
              <a:avLst/>
              <a:gdLst/>
              <a:ahLst/>
              <a:cxnLst/>
              <a:rect l="l" t="t" r="r" b="b"/>
              <a:pathLst>
                <a:path w="9174" h="535" extrusionOk="0">
                  <a:moveTo>
                    <a:pt x="0" y="1"/>
                  </a:moveTo>
                  <a:lnTo>
                    <a:pt x="0" y="301"/>
                  </a:lnTo>
                  <a:cubicBezTo>
                    <a:pt x="1968" y="401"/>
                    <a:pt x="4237" y="535"/>
                    <a:pt x="6672" y="535"/>
                  </a:cubicBezTo>
                  <a:cubicBezTo>
                    <a:pt x="7472" y="535"/>
                    <a:pt x="8339" y="501"/>
                    <a:pt x="9173" y="468"/>
                  </a:cubicBezTo>
                  <a:lnTo>
                    <a:pt x="9173" y="201"/>
                  </a:lnTo>
                  <a:cubicBezTo>
                    <a:pt x="8369" y="225"/>
                    <a:pt x="7576" y="235"/>
                    <a:pt x="6799" y="235"/>
                  </a:cubicBezTo>
                  <a:cubicBezTo>
                    <a:pt x="4322" y="235"/>
                    <a:pt x="2006" y="12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8" name="Google Shape;238;p42"/>
          <p:cNvPicPr preferRelativeResize="0"/>
          <p:nvPr/>
        </p:nvPicPr>
        <p:blipFill rotWithShape="1">
          <a:blip r:embed="rId3">
            <a:alphaModFix/>
          </a:blip>
          <a:srcRect l="5953" b="21365"/>
          <a:stretch/>
        </p:blipFill>
        <p:spPr>
          <a:xfrm rot="285205">
            <a:off x="6153966" y="1168817"/>
            <a:ext cx="2943660" cy="1241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0" name="Google Shape;6660;p57"/>
          <p:cNvSpPr txBox="1">
            <a:spLocks noGrp="1"/>
          </p:cNvSpPr>
          <p:nvPr>
            <p:ph type="title"/>
          </p:nvPr>
        </p:nvSpPr>
        <p:spPr>
          <a:xfrm>
            <a:off x="2605800" y="53697"/>
            <a:ext cx="5339166" cy="7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i="0" dirty="0"/>
              <a:t>System Workflow</a:t>
            </a:r>
            <a:endParaRPr sz="4000" i="0" dirty="0"/>
          </a:p>
        </p:txBody>
      </p:sp>
      <p:sp>
        <p:nvSpPr>
          <p:cNvPr id="6666" name="Google Shape;6666;p57"/>
          <p:cNvSpPr/>
          <p:nvPr/>
        </p:nvSpPr>
        <p:spPr>
          <a:xfrm>
            <a:off x="769800" y="4407900"/>
            <a:ext cx="3672000" cy="756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72AE0-0E41-A1B4-246D-F28F1B4272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8541" y="1192478"/>
            <a:ext cx="794691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1. User enters request (e.g., "Book flight to Delhi")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2. AI processes input using NLP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3. System identifies user intent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4. Matches available flights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5. Displays results and completes booking </a:t>
            </a:r>
          </a:p>
        </p:txBody>
      </p:sp>
      <p:grpSp>
        <p:nvGrpSpPr>
          <p:cNvPr id="3802" name="Google Shape;3802;p74"/>
          <p:cNvGrpSpPr/>
          <p:nvPr/>
        </p:nvGrpSpPr>
        <p:grpSpPr>
          <a:xfrm rot="18037713">
            <a:off x="7790588" y="165979"/>
            <a:ext cx="1307065" cy="1005978"/>
            <a:chOff x="-3506225" y="3872575"/>
            <a:chExt cx="1517775" cy="1270925"/>
          </a:xfrm>
        </p:grpSpPr>
        <p:sp>
          <p:nvSpPr>
            <p:cNvPr id="3803" name="Google Shape;3803;p74"/>
            <p:cNvSpPr/>
            <p:nvPr/>
          </p:nvSpPr>
          <p:spPr>
            <a:xfrm>
              <a:off x="-3484525" y="4248675"/>
              <a:ext cx="47550" cy="45900"/>
            </a:xfrm>
            <a:custGeom>
              <a:avLst/>
              <a:gdLst/>
              <a:ahLst/>
              <a:cxnLst/>
              <a:rect l="l" t="t" r="r" b="b"/>
              <a:pathLst>
                <a:path w="1902" h="1836" extrusionOk="0">
                  <a:moveTo>
                    <a:pt x="1835" y="1"/>
                  </a:moveTo>
                  <a:cubicBezTo>
                    <a:pt x="1001" y="267"/>
                    <a:pt x="334" y="935"/>
                    <a:pt x="0" y="1735"/>
                  </a:cubicBezTo>
                  <a:lnTo>
                    <a:pt x="300" y="1835"/>
                  </a:lnTo>
                  <a:cubicBezTo>
                    <a:pt x="567" y="1135"/>
                    <a:pt x="1168" y="534"/>
                    <a:pt x="1902" y="267"/>
                  </a:cubicBezTo>
                  <a:lnTo>
                    <a:pt x="18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74"/>
            <p:cNvSpPr/>
            <p:nvPr/>
          </p:nvSpPr>
          <p:spPr>
            <a:xfrm>
              <a:off x="-2849075" y="3980975"/>
              <a:ext cx="200175" cy="28400"/>
            </a:xfrm>
            <a:custGeom>
              <a:avLst/>
              <a:gdLst/>
              <a:ahLst/>
              <a:cxnLst/>
              <a:rect l="l" t="t" r="r" b="b"/>
              <a:pathLst>
                <a:path w="8007" h="1136" extrusionOk="0">
                  <a:moveTo>
                    <a:pt x="167" y="1"/>
                  </a:moveTo>
                  <a:lnTo>
                    <a:pt x="0" y="234"/>
                  </a:lnTo>
                  <a:cubicBezTo>
                    <a:pt x="67" y="301"/>
                    <a:pt x="1435" y="1135"/>
                    <a:pt x="4170" y="1135"/>
                  </a:cubicBezTo>
                  <a:cubicBezTo>
                    <a:pt x="6905" y="1135"/>
                    <a:pt x="7973" y="268"/>
                    <a:pt x="8006" y="234"/>
                  </a:cubicBezTo>
                  <a:lnTo>
                    <a:pt x="7806" y="1"/>
                  </a:lnTo>
                  <a:cubicBezTo>
                    <a:pt x="7806" y="34"/>
                    <a:pt x="6805" y="835"/>
                    <a:pt x="4170" y="835"/>
                  </a:cubicBezTo>
                  <a:cubicBezTo>
                    <a:pt x="1535" y="835"/>
                    <a:pt x="167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74"/>
            <p:cNvSpPr/>
            <p:nvPr/>
          </p:nvSpPr>
          <p:spPr>
            <a:xfrm>
              <a:off x="-3059225" y="4941675"/>
              <a:ext cx="279375" cy="171800"/>
            </a:xfrm>
            <a:custGeom>
              <a:avLst/>
              <a:gdLst/>
              <a:ahLst/>
              <a:cxnLst/>
              <a:rect l="l" t="t" r="r" b="b"/>
              <a:pathLst>
                <a:path w="11175" h="6872" extrusionOk="0">
                  <a:moveTo>
                    <a:pt x="9741" y="0"/>
                  </a:moveTo>
                  <a:cubicBezTo>
                    <a:pt x="9440" y="34"/>
                    <a:pt x="2802" y="801"/>
                    <a:pt x="567" y="2969"/>
                  </a:cubicBezTo>
                  <a:cubicBezTo>
                    <a:pt x="134" y="3370"/>
                    <a:pt x="0" y="3937"/>
                    <a:pt x="167" y="4437"/>
                  </a:cubicBezTo>
                  <a:cubicBezTo>
                    <a:pt x="467" y="5271"/>
                    <a:pt x="1568" y="5805"/>
                    <a:pt x="3236" y="5938"/>
                  </a:cubicBezTo>
                  <a:cubicBezTo>
                    <a:pt x="6171" y="6172"/>
                    <a:pt x="11108" y="6872"/>
                    <a:pt x="11142" y="6872"/>
                  </a:cubicBezTo>
                  <a:lnTo>
                    <a:pt x="11175" y="6572"/>
                  </a:lnTo>
                  <a:cubicBezTo>
                    <a:pt x="11142" y="6572"/>
                    <a:pt x="6205" y="5905"/>
                    <a:pt x="3236" y="5671"/>
                  </a:cubicBezTo>
                  <a:cubicBezTo>
                    <a:pt x="1735" y="5538"/>
                    <a:pt x="701" y="5037"/>
                    <a:pt x="434" y="4337"/>
                  </a:cubicBezTo>
                  <a:cubicBezTo>
                    <a:pt x="301" y="3937"/>
                    <a:pt x="434" y="3503"/>
                    <a:pt x="768" y="3169"/>
                  </a:cubicBezTo>
                  <a:cubicBezTo>
                    <a:pt x="2936" y="1068"/>
                    <a:pt x="9707" y="301"/>
                    <a:pt x="9774" y="267"/>
                  </a:cubicBezTo>
                  <a:lnTo>
                    <a:pt x="97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74"/>
            <p:cNvSpPr/>
            <p:nvPr/>
          </p:nvSpPr>
          <p:spPr>
            <a:xfrm>
              <a:off x="-2991675" y="4967525"/>
              <a:ext cx="202675" cy="121775"/>
            </a:xfrm>
            <a:custGeom>
              <a:avLst/>
              <a:gdLst/>
              <a:ahLst/>
              <a:cxnLst/>
              <a:rect l="l" t="t" r="r" b="b"/>
              <a:pathLst>
                <a:path w="8107" h="4871" extrusionOk="0">
                  <a:moveTo>
                    <a:pt x="7105" y="1"/>
                  </a:moveTo>
                  <a:cubicBezTo>
                    <a:pt x="5971" y="167"/>
                    <a:pt x="234" y="1068"/>
                    <a:pt x="100" y="2302"/>
                  </a:cubicBezTo>
                  <a:cubicBezTo>
                    <a:pt x="0" y="3570"/>
                    <a:pt x="6705" y="4671"/>
                    <a:pt x="8073" y="4871"/>
                  </a:cubicBezTo>
                  <a:lnTo>
                    <a:pt x="8106" y="4570"/>
                  </a:lnTo>
                  <a:cubicBezTo>
                    <a:pt x="4270" y="4003"/>
                    <a:pt x="367" y="3003"/>
                    <a:pt x="401" y="2336"/>
                  </a:cubicBezTo>
                  <a:cubicBezTo>
                    <a:pt x="467" y="1568"/>
                    <a:pt x="4570" y="668"/>
                    <a:pt x="7172" y="267"/>
                  </a:cubicBezTo>
                  <a:lnTo>
                    <a:pt x="71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74"/>
            <p:cNvSpPr/>
            <p:nvPr/>
          </p:nvSpPr>
          <p:spPr>
            <a:xfrm>
              <a:off x="-3506225" y="4152400"/>
              <a:ext cx="651325" cy="329800"/>
            </a:xfrm>
            <a:custGeom>
              <a:avLst/>
              <a:gdLst/>
              <a:ahLst/>
              <a:cxnLst/>
              <a:rect l="l" t="t" r="r" b="b"/>
              <a:pathLst>
                <a:path w="26053" h="13192" extrusionOk="0">
                  <a:moveTo>
                    <a:pt x="24534" y="0"/>
                  </a:moveTo>
                  <a:cubicBezTo>
                    <a:pt x="22443" y="0"/>
                    <a:pt x="18664" y="81"/>
                    <a:pt x="16246" y="616"/>
                  </a:cubicBezTo>
                  <a:cubicBezTo>
                    <a:pt x="13978" y="1116"/>
                    <a:pt x="11609" y="1417"/>
                    <a:pt x="9308" y="1717"/>
                  </a:cubicBezTo>
                  <a:cubicBezTo>
                    <a:pt x="4704" y="2317"/>
                    <a:pt x="1102" y="2784"/>
                    <a:pt x="435" y="4419"/>
                  </a:cubicBezTo>
                  <a:cubicBezTo>
                    <a:pt x="1" y="5586"/>
                    <a:pt x="34" y="6654"/>
                    <a:pt x="601" y="7621"/>
                  </a:cubicBezTo>
                  <a:cubicBezTo>
                    <a:pt x="1802" y="9656"/>
                    <a:pt x="4971" y="10757"/>
                    <a:pt x="7540" y="11090"/>
                  </a:cubicBezTo>
                  <a:cubicBezTo>
                    <a:pt x="9041" y="11290"/>
                    <a:pt x="10675" y="11624"/>
                    <a:pt x="12243" y="11957"/>
                  </a:cubicBezTo>
                  <a:cubicBezTo>
                    <a:pt x="14511" y="12458"/>
                    <a:pt x="16646" y="12891"/>
                    <a:pt x="18314" y="12891"/>
                  </a:cubicBezTo>
                  <a:cubicBezTo>
                    <a:pt x="21049" y="12891"/>
                    <a:pt x="25619" y="13192"/>
                    <a:pt x="25686" y="13192"/>
                  </a:cubicBezTo>
                  <a:lnTo>
                    <a:pt x="25686" y="12891"/>
                  </a:lnTo>
                  <a:cubicBezTo>
                    <a:pt x="25653" y="12891"/>
                    <a:pt x="21049" y="12625"/>
                    <a:pt x="18281" y="12625"/>
                  </a:cubicBezTo>
                  <a:cubicBezTo>
                    <a:pt x="16679" y="12625"/>
                    <a:pt x="14545" y="12158"/>
                    <a:pt x="12310" y="11691"/>
                  </a:cubicBezTo>
                  <a:cubicBezTo>
                    <a:pt x="10709" y="11324"/>
                    <a:pt x="9074" y="10990"/>
                    <a:pt x="7573" y="10790"/>
                  </a:cubicBezTo>
                  <a:cubicBezTo>
                    <a:pt x="5171" y="10456"/>
                    <a:pt x="2002" y="9422"/>
                    <a:pt x="868" y="7488"/>
                  </a:cubicBezTo>
                  <a:cubicBezTo>
                    <a:pt x="334" y="6587"/>
                    <a:pt x="301" y="5620"/>
                    <a:pt x="735" y="4519"/>
                  </a:cubicBezTo>
                  <a:cubicBezTo>
                    <a:pt x="1302" y="3051"/>
                    <a:pt x="5038" y="2551"/>
                    <a:pt x="9341" y="2017"/>
                  </a:cubicBezTo>
                  <a:cubicBezTo>
                    <a:pt x="11643" y="1717"/>
                    <a:pt x="14044" y="1417"/>
                    <a:pt x="16313" y="916"/>
                  </a:cubicBezTo>
                  <a:cubicBezTo>
                    <a:pt x="18707" y="381"/>
                    <a:pt x="22447" y="300"/>
                    <a:pt x="24516" y="300"/>
                  </a:cubicBezTo>
                  <a:cubicBezTo>
                    <a:pt x="25415" y="300"/>
                    <a:pt x="25999" y="316"/>
                    <a:pt x="26019" y="316"/>
                  </a:cubicBezTo>
                  <a:lnTo>
                    <a:pt x="26053" y="16"/>
                  </a:lnTo>
                  <a:cubicBezTo>
                    <a:pt x="26033" y="16"/>
                    <a:pt x="25443" y="0"/>
                    <a:pt x="24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74"/>
            <p:cNvSpPr/>
            <p:nvPr/>
          </p:nvSpPr>
          <p:spPr>
            <a:xfrm>
              <a:off x="-3281900" y="4212825"/>
              <a:ext cx="156825" cy="156800"/>
            </a:xfrm>
            <a:custGeom>
              <a:avLst/>
              <a:gdLst/>
              <a:ahLst/>
              <a:cxnLst/>
              <a:rect l="l" t="t" r="r" b="b"/>
              <a:pathLst>
                <a:path w="6273" h="6272" extrusionOk="0">
                  <a:moveTo>
                    <a:pt x="3137" y="300"/>
                  </a:moveTo>
                  <a:cubicBezTo>
                    <a:pt x="4704" y="300"/>
                    <a:pt x="5972" y="1568"/>
                    <a:pt x="5972" y="3136"/>
                  </a:cubicBezTo>
                  <a:cubicBezTo>
                    <a:pt x="5972" y="4704"/>
                    <a:pt x="4704" y="5971"/>
                    <a:pt x="3137" y="5971"/>
                  </a:cubicBezTo>
                  <a:cubicBezTo>
                    <a:pt x="1569" y="5971"/>
                    <a:pt x="301" y="4704"/>
                    <a:pt x="301" y="3136"/>
                  </a:cubicBezTo>
                  <a:cubicBezTo>
                    <a:pt x="301" y="1568"/>
                    <a:pt x="1569" y="300"/>
                    <a:pt x="3137" y="300"/>
                  </a:cubicBezTo>
                  <a:close/>
                  <a:moveTo>
                    <a:pt x="3137" y="0"/>
                  </a:moveTo>
                  <a:cubicBezTo>
                    <a:pt x="1435" y="0"/>
                    <a:pt x="1" y="1401"/>
                    <a:pt x="1" y="3136"/>
                  </a:cubicBezTo>
                  <a:cubicBezTo>
                    <a:pt x="1" y="4837"/>
                    <a:pt x="1402" y="6271"/>
                    <a:pt x="3137" y="6271"/>
                  </a:cubicBezTo>
                  <a:cubicBezTo>
                    <a:pt x="4871" y="6271"/>
                    <a:pt x="6272" y="4837"/>
                    <a:pt x="6272" y="3136"/>
                  </a:cubicBezTo>
                  <a:cubicBezTo>
                    <a:pt x="6272" y="1401"/>
                    <a:pt x="4871" y="0"/>
                    <a:pt x="3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74"/>
            <p:cNvSpPr/>
            <p:nvPr/>
          </p:nvSpPr>
          <p:spPr>
            <a:xfrm>
              <a:off x="-3260200" y="4233675"/>
              <a:ext cx="114275" cy="114275"/>
            </a:xfrm>
            <a:custGeom>
              <a:avLst/>
              <a:gdLst/>
              <a:ahLst/>
              <a:cxnLst/>
              <a:rect l="l" t="t" r="r" b="b"/>
              <a:pathLst>
                <a:path w="4571" h="4571" extrusionOk="0">
                  <a:moveTo>
                    <a:pt x="2269" y="300"/>
                  </a:moveTo>
                  <a:cubicBezTo>
                    <a:pt x="3369" y="300"/>
                    <a:pt x="4270" y="1201"/>
                    <a:pt x="4270" y="2302"/>
                  </a:cubicBezTo>
                  <a:cubicBezTo>
                    <a:pt x="4270" y="3403"/>
                    <a:pt x="3369" y="4303"/>
                    <a:pt x="2269" y="4303"/>
                  </a:cubicBezTo>
                  <a:cubicBezTo>
                    <a:pt x="1168" y="4303"/>
                    <a:pt x="267" y="3403"/>
                    <a:pt x="267" y="2302"/>
                  </a:cubicBezTo>
                  <a:cubicBezTo>
                    <a:pt x="267" y="1201"/>
                    <a:pt x="1168" y="300"/>
                    <a:pt x="2269" y="300"/>
                  </a:cubicBezTo>
                  <a:close/>
                  <a:moveTo>
                    <a:pt x="2269" y="0"/>
                  </a:moveTo>
                  <a:cubicBezTo>
                    <a:pt x="1001" y="0"/>
                    <a:pt x="0" y="1034"/>
                    <a:pt x="0" y="2302"/>
                  </a:cubicBezTo>
                  <a:cubicBezTo>
                    <a:pt x="0" y="3569"/>
                    <a:pt x="1001" y="4570"/>
                    <a:pt x="2269" y="4570"/>
                  </a:cubicBezTo>
                  <a:cubicBezTo>
                    <a:pt x="3536" y="4570"/>
                    <a:pt x="4570" y="3569"/>
                    <a:pt x="4570" y="2302"/>
                  </a:cubicBezTo>
                  <a:cubicBezTo>
                    <a:pt x="4570" y="1034"/>
                    <a:pt x="3536" y="0"/>
                    <a:pt x="2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74"/>
            <p:cNvSpPr/>
            <p:nvPr/>
          </p:nvSpPr>
          <p:spPr>
            <a:xfrm>
              <a:off x="-3239350" y="4255350"/>
              <a:ext cx="71725" cy="71750"/>
            </a:xfrm>
            <a:custGeom>
              <a:avLst/>
              <a:gdLst/>
              <a:ahLst/>
              <a:cxnLst/>
              <a:rect l="l" t="t" r="r" b="b"/>
              <a:pathLst>
                <a:path w="2869" h="2870" extrusionOk="0">
                  <a:moveTo>
                    <a:pt x="1435" y="301"/>
                  </a:moveTo>
                  <a:cubicBezTo>
                    <a:pt x="2068" y="301"/>
                    <a:pt x="2569" y="801"/>
                    <a:pt x="2569" y="1435"/>
                  </a:cubicBezTo>
                  <a:cubicBezTo>
                    <a:pt x="2569" y="2069"/>
                    <a:pt x="2068" y="2569"/>
                    <a:pt x="1435" y="2569"/>
                  </a:cubicBezTo>
                  <a:cubicBezTo>
                    <a:pt x="801" y="2569"/>
                    <a:pt x="300" y="2069"/>
                    <a:pt x="300" y="1435"/>
                  </a:cubicBezTo>
                  <a:cubicBezTo>
                    <a:pt x="300" y="801"/>
                    <a:pt x="801" y="301"/>
                    <a:pt x="1435" y="301"/>
                  </a:cubicBezTo>
                  <a:close/>
                  <a:moveTo>
                    <a:pt x="1435" y="0"/>
                  </a:moveTo>
                  <a:cubicBezTo>
                    <a:pt x="667" y="0"/>
                    <a:pt x="0" y="634"/>
                    <a:pt x="0" y="1435"/>
                  </a:cubicBezTo>
                  <a:cubicBezTo>
                    <a:pt x="0" y="2202"/>
                    <a:pt x="667" y="2869"/>
                    <a:pt x="1435" y="2869"/>
                  </a:cubicBezTo>
                  <a:cubicBezTo>
                    <a:pt x="2235" y="2869"/>
                    <a:pt x="2869" y="2202"/>
                    <a:pt x="2869" y="1435"/>
                  </a:cubicBezTo>
                  <a:cubicBezTo>
                    <a:pt x="2869" y="634"/>
                    <a:pt x="2235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74"/>
            <p:cNvSpPr/>
            <p:nvPr/>
          </p:nvSpPr>
          <p:spPr>
            <a:xfrm>
              <a:off x="-3385300" y="4261175"/>
              <a:ext cx="113450" cy="38400"/>
            </a:xfrm>
            <a:custGeom>
              <a:avLst/>
              <a:gdLst/>
              <a:ahLst/>
              <a:cxnLst/>
              <a:rect l="l" t="t" r="r" b="b"/>
              <a:pathLst>
                <a:path w="4538" h="1536" extrusionOk="0">
                  <a:moveTo>
                    <a:pt x="334" y="1"/>
                  </a:moveTo>
                  <a:cubicBezTo>
                    <a:pt x="134" y="1"/>
                    <a:pt x="1" y="168"/>
                    <a:pt x="1" y="368"/>
                  </a:cubicBezTo>
                  <a:lnTo>
                    <a:pt x="1" y="1168"/>
                  </a:lnTo>
                  <a:cubicBezTo>
                    <a:pt x="1" y="1369"/>
                    <a:pt x="134" y="1535"/>
                    <a:pt x="334" y="1535"/>
                  </a:cubicBezTo>
                  <a:lnTo>
                    <a:pt x="4337" y="1535"/>
                  </a:lnTo>
                  <a:lnTo>
                    <a:pt x="4337" y="1235"/>
                  </a:lnTo>
                  <a:lnTo>
                    <a:pt x="334" y="1235"/>
                  </a:lnTo>
                  <a:cubicBezTo>
                    <a:pt x="301" y="1235"/>
                    <a:pt x="268" y="1202"/>
                    <a:pt x="268" y="1168"/>
                  </a:cubicBezTo>
                  <a:lnTo>
                    <a:pt x="268" y="368"/>
                  </a:lnTo>
                  <a:cubicBezTo>
                    <a:pt x="268" y="335"/>
                    <a:pt x="301" y="301"/>
                    <a:pt x="334" y="301"/>
                  </a:cubicBezTo>
                  <a:lnTo>
                    <a:pt x="4537" y="301"/>
                  </a:lnTo>
                  <a:lnTo>
                    <a:pt x="45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74"/>
            <p:cNvSpPr/>
            <p:nvPr/>
          </p:nvSpPr>
          <p:spPr>
            <a:xfrm>
              <a:off x="-3365275" y="4297875"/>
              <a:ext cx="100100" cy="38400"/>
            </a:xfrm>
            <a:custGeom>
              <a:avLst/>
              <a:gdLst/>
              <a:ahLst/>
              <a:cxnLst/>
              <a:rect l="l" t="t" r="r" b="b"/>
              <a:pathLst>
                <a:path w="4004" h="1536" extrusionOk="0">
                  <a:moveTo>
                    <a:pt x="367" y="1"/>
                  </a:moveTo>
                  <a:cubicBezTo>
                    <a:pt x="167" y="1"/>
                    <a:pt x="0" y="167"/>
                    <a:pt x="0" y="334"/>
                  </a:cubicBezTo>
                  <a:lnTo>
                    <a:pt x="0" y="1168"/>
                  </a:lnTo>
                  <a:cubicBezTo>
                    <a:pt x="0" y="1368"/>
                    <a:pt x="167" y="1535"/>
                    <a:pt x="367" y="1535"/>
                  </a:cubicBezTo>
                  <a:lnTo>
                    <a:pt x="4003" y="1535"/>
                  </a:lnTo>
                  <a:lnTo>
                    <a:pt x="4003" y="1235"/>
                  </a:lnTo>
                  <a:lnTo>
                    <a:pt x="367" y="1235"/>
                  </a:lnTo>
                  <a:cubicBezTo>
                    <a:pt x="334" y="1235"/>
                    <a:pt x="300" y="1202"/>
                    <a:pt x="300" y="1168"/>
                  </a:cubicBezTo>
                  <a:lnTo>
                    <a:pt x="300" y="334"/>
                  </a:lnTo>
                  <a:cubicBezTo>
                    <a:pt x="300" y="301"/>
                    <a:pt x="334" y="301"/>
                    <a:pt x="367" y="301"/>
                  </a:cubicBezTo>
                  <a:lnTo>
                    <a:pt x="3536" y="301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74"/>
            <p:cNvSpPr/>
            <p:nvPr/>
          </p:nvSpPr>
          <p:spPr>
            <a:xfrm>
              <a:off x="-3130125" y="4261175"/>
              <a:ext cx="113450" cy="38400"/>
            </a:xfrm>
            <a:custGeom>
              <a:avLst/>
              <a:gdLst/>
              <a:ahLst/>
              <a:cxnLst/>
              <a:rect l="l" t="t" r="r" b="b"/>
              <a:pathLst>
                <a:path w="4538" h="1536" extrusionOk="0">
                  <a:moveTo>
                    <a:pt x="1" y="1"/>
                  </a:moveTo>
                  <a:lnTo>
                    <a:pt x="1" y="301"/>
                  </a:lnTo>
                  <a:lnTo>
                    <a:pt x="4171" y="301"/>
                  </a:lnTo>
                  <a:cubicBezTo>
                    <a:pt x="4204" y="301"/>
                    <a:pt x="4237" y="335"/>
                    <a:pt x="4237" y="368"/>
                  </a:cubicBezTo>
                  <a:lnTo>
                    <a:pt x="4237" y="1168"/>
                  </a:lnTo>
                  <a:cubicBezTo>
                    <a:pt x="4237" y="1202"/>
                    <a:pt x="4204" y="1235"/>
                    <a:pt x="4171" y="1235"/>
                  </a:cubicBezTo>
                  <a:lnTo>
                    <a:pt x="168" y="1235"/>
                  </a:lnTo>
                  <a:lnTo>
                    <a:pt x="168" y="1535"/>
                  </a:lnTo>
                  <a:lnTo>
                    <a:pt x="4171" y="1535"/>
                  </a:lnTo>
                  <a:cubicBezTo>
                    <a:pt x="4371" y="1535"/>
                    <a:pt x="4538" y="1369"/>
                    <a:pt x="4538" y="1168"/>
                  </a:cubicBezTo>
                  <a:lnTo>
                    <a:pt x="4538" y="368"/>
                  </a:lnTo>
                  <a:cubicBezTo>
                    <a:pt x="4538" y="168"/>
                    <a:pt x="4371" y="1"/>
                    <a:pt x="4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74"/>
            <p:cNvSpPr/>
            <p:nvPr/>
          </p:nvSpPr>
          <p:spPr>
            <a:xfrm>
              <a:off x="-3137625" y="4297875"/>
              <a:ext cx="100100" cy="38400"/>
            </a:xfrm>
            <a:custGeom>
              <a:avLst/>
              <a:gdLst/>
              <a:ahLst/>
              <a:cxnLst/>
              <a:rect l="l" t="t" r="r" b="b"/>
              <a:pathLst>
                <a:path w="4004" h="1536" extrusionOk="0">
                  <a:moveTo>
                    <a:pt x="468" y="1"/>
                  </a:moveTo>
                  <a:lnTo>
                    <a:pt x="468" y="301"/>
                  </a:lnTo>
                  <a:lnTo>
                    <a:pt x="3637" y="301"/>
                  </a:lnTo>
                  <a:cubicBezTo>
                    <a:pt x="3670" y="301"/>
                    <a:pt x="3703" y="334"/>
                    <a:pt x="3703" y="368"/>
                  </a:cubicBezTo>
                  <a:lnTo>
                    <a:pt x="3703" y="1168"/>
                  </a:lnTo>
                  <a:cubicBezTo>
                    <a:pt x="3703" y="1202"/>
                    <a:pt x="3670" y="1235"/>
                    <a:pt x="3637" y="1235"/>
                  </a:cubicBezTo>
                  <a:lnTo>
                    <a:pt x="1" y="1235"/>
                  </a:lnTo>
                  <a:lnTo>
                    <a:pt x="1" y="1535"/>
                  </a:lnTo>
                  <a:lnTo>
                    <a:pt x="3637" y="1535"/>
                  </a:lnTo>
                  <a:cubicBezTo>
                    <a:pt x="3837" y="1535"/>
                    <a:pt x="4004" y="1368"/>
                    <a:pt x="4004" y="1168"/>
                  </a:cubicBezTo>
                  <a:lnTo>
                    <a:pt x="4004" y="368"/>
                  </a:lnTo>
                  <a:cubicBezTo>
                    <a:pt x="4004" y="167"/>
                    <a:pt x="3837" y="1"/>
                    <a:pt x="3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74"/>
            <p:cNvSpPr/>
            <p:nvPr/>
          </p:nvSpPr>
          <p:spPr>
            <a:xfrm>
              <a:off x="-3397800" y="4382975"/>
              <a:ext cx="532900" cy="29175"/>
            </a:xfrm>
            <a:custGeom>
              <a:avLst/>
              <a:gdLst/>
              <a:ahLst/>
              <a:cxnLst/>
              <a:rect l="l" t="t" r="r" b="b"/>
              <a:pathLst>
                <a:path w="21316" h="1167" extrusionOk="0">
                  <a:moveTo>
                    <a:pt x="13052" y="1"/>
                  </a:moveTo>
                  <a:cubicBezTo>
                    <a:pt x="12088" y="1"/>
                    <a:pt x="11149" y="19"/>
                    <a:pt x="10308" y="66"/>
                  </a:cubicBezTo>
                  <a:cubicBezTo>
                    <a:pt x="8707" y="133"/>
                    <a:pt x="100" y="866"/>
                    <a:pt x="0" y="866"/>
                  </a:cubicBezTo>
                  <a:lnTo>
                    <a:pt x="34" y="1167"/>
                  </a:lnTo>
                  <a:cubicBezTo>
                    <a:pt x="134" y="1133"/>
                    <a:pt x="8707" y="433"/>
                    <a:pt x="10341" y="333"/>
                  </a:cubicBezTo>
                  <a:cubicBezTo>
                    <a:pt x="11083" y="297"/>
                    <a:pt x="11901" y="283"/>
                    <a:pt x="12747" y="283"/>
                  </a:cubicBezTo>
                  <a:cubicBezTo>
                    <a:pt x="16693" y="283"/>
                    <a:pt x="21227" y="600"/>
                    <a:pt x="21282" y="600"/>
                  </a:cubicBezTo>
                  <a:lnTo>
                    <a:pt x="21316" y="333"/>
                  </a:lnTo>
                  <a:cubicBezTo>
                    <a:pt x="21262" y="306"/>
                    <a:pt x="16945" y="1"/>
                    <a:pt x="13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74"/>
            <p:cNvSpPr/>
            <p:nvPr/>
          </p:nvSpPr>
          <p:spPr>
            <a:xfrm>
              <a:off x="-2919125" y="44096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434" y="1"/>
                  </a:moveTo>
                  <a:cubicBezTo>
                    <a:pt x="200" y="1"/>
                    <a:pt x="0" y="201"/>
                    <a:pt x="0" y="434"/>
                  </a:cubicBezTo>
                  <a:cubicBezTo>
                    <a:pt x="0" y="668"/>
                    <a:pt x="200" y="834"/>
                    <a:pt x="434" y="834"/>
                  </a:cubicBezTo>
                  <a:cubicBezTo>
                    <a:pt x="667" y="834"/>
                    <a:pt x="834" y="668"/>
                    <a:pt x="834" y="434"/>
                  </a:cubicBezTo>
                  <a:cubicBezTo>
                    <a:pt x="834" y="201"/>
                    <a:pt x="667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74"/>
            <p:cNvSpPr/>
            <p:nvPr/>
          </p:nvSpPr>
          <p:spPr>
            <a:xfrm>
              <a:off x="-2985000" y="4407125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400" y="0"/>
                  </a:moveTo>
                  <a:cubicBezTo>
                    <a:pt x="167" y="0"/>
                    <a:pt x="0" y="201"/>
                    <a:pt x="0" y="434"/>
                  </a:cubicBezTo>
                  <a:cubicBezTo>
                    <a:pt x="0" y="668"/>
                    <a:pt x="167" y="868"/>
                    <a:pt x="400" y="868"/>
                  </a:cubicBezTo>
                  <a:cubicBezTo>
                    <a:pt x="634" y="868"/>
                    <a:pt x="834" y="668"/>
                    <a:pt x="834" y="434"/>
                  </a:cubicBezTo>
                  <a:cubicBezTo>
                    <a:pt x="834" y="201"/>
                    <a:pt x="634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74"/>
            <p:cNvSpPr/>
            <p:nvPr/>
          </p:nvSpPr>
          <p:spPr>
            <a:xfrm>
              <a:off x="-3051725" y="4404625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434" y="0"/>
                  </a:moveTo>
                  <a:cubicBezTo>
                    <a:pt x="201" y="0"/>
                    <a:pt x="1" y="201"/>
                    <a:pt x="1" y="434"/>
                  </a:cubicBezTo>
                  <a:cubicBezTo>
                    <a:pt x="1" y="668"/>
                    <a:pt x="201" y="868"/>
                    <a:pt x="434" y="868"/>
                  </a:cubicBezTo>
                  <a:cubicBezTo>
                    <a:pt x="634" y="868"/>
                    <a:pt x="834" y="668"/>
                    <a:pt x="834" y="434"/>
                  </a:cubicBezTo>
                  <a:cubicBezTo>
                    <a:pt x="834" y="201"/>
                    <a:pt x="634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74"/>
            <p:cNvSpPr/>
            <p:nvPr/>
          </p:nvSpPr>
          <p:spPr>
            <a:xfrm>
              <a:off x="-3118450" y="4402125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435" y="0"/>
                  </a:moveTo>
                  <a:cubicBezTo>
                    <a:pt x="201" y="0"/>
                    <a:pt x="1" y="200"/>
                    <a:pt x="1" y="434"/>
                  </a:cubicBezTo>
                  <a:cubicBezTo>
                    <a:pt x="1" y="667"/>
                    <a:pt x="201" y="868"/>
                    <a:pt x="435" y="868"/>
                  </a:cubicBezTo>
                  <a:cubicBezTo>
                    <a:pt x="668" y="868"/>
                    <a:pt x="835" y="667"/>
                    <a:pt x="835" y="434"/>
                  </a:cubicBezTo>
                  <a:cubicBezTo>
                    <a:pt x="835" y="200"/>
                    <a:pt x="668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74"/>
            <p:cNvSpPr/>
            <p:nvPr/>
          </p:nvSpPr>
          <p:spPr>
            <a:xfrm>
              <a:off x="-2715650" y="4941675"/>
              <a:ext cx="279400" cy="171800"/>
            </a:xfrm>
            <a:custGeom>
              <a:avLst/>
              <a:gdLst/>
              <a:ahLst/>
              <a:cxnLst/>
              <a:rect l="l" t="t" r="r" b="b"/>
              <a:pathLst>
                <a:path w="11176" h="6872" extrusionOk="0">
                  <a:moveTo>
                    <a:pt x="1468" y="0"/>
                  </a:moveTo>
                  <a:lnTo>
                    <a:pt x="1435" y="267"/>
                  </a:lnTo>
                  <a:cubicBezTo>
                    <a:pt x="1502" y="301"/>
                    <a:pt x="8240" y="1068"/>
                    <a:pt x="10408" y="3169"/>
                  </a:cubicBezTo>
                  <a:cubicBezTo>
                    <a:pt x="10775" y="3503"/>
                    <a:pt x="10875" y="3937"/>
                    <a:pt x="10741" y="4337"/>
                  </a:cubicBezTo>
                  <a:cubicBezTo>
                    <a:pt x="10475" y="5037"/>
                    <a:pt x="9441" y="5538"/>
                    <a:pt x="7939" y="5638"/>
                  </a:cubicBezTo>
                  <a:cubicBezTo>
                    <a:pt x="4971" y="5871"/>
                    <a:pt x="34" y="6572"/>
                    <a:pt x="0" y="6572"/>
                  </a:cubicBezTo>
                  <a:lnTo>
                    <a:pt x="34" y="6872"/>
                  </a:lnTo>
                  <a:cubicBezTo>
                    <a:pt x="101" y="6872"/>
                    <a:pt x="5004" y="6172"/>
                    <a:pt x="7939" y="5938"/>
                  </a:cubicBezTo>
                  <a:cubicBezTo>
                    <a:pt x="9607" y="5805"/>
                    <a:pt x="10708" y="5271"/>
                    <a:pt x="11008" y="4437"/>
                  </a:cubicBezTo>
                  <a:cubicBezTo>
                    <a:pt x="11175" y="3937"/>
                    <a:pt x="11042" y="3370"/>
                    <a:pt x="10608" y="2969"/>
                  </a:cubicBezTo>
                  <a:cubicBezTo>
                    <a:pt x="8373" y="801"/>
                    <a:pt x="1735" y="34"/>
                    <a:pt x="1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74"/>
            <p:cNvSpPr/>
            <p:nvPr/>
          </p:nvSpPr>
          <p:spPr>
            <a:xfrm>
              <a:off x="-2706475" y="4967525"/>
              <a:ext cx="202675" cy="121775"/>
            </a:xfrm>
            <a:custGeom>
              <a:avLst/>
              <a:gdLst/>
              <a:ahLst/>
              <a:cxnLst/>
              <a:rect l="l" t="t" r="r" b="b"/>
              <a:pathLst>
                <a:path w="8107" h="4871" extrusionOk="0">
                  <a:moveTo>
                    <a:pt x="1001" y="1"/>
                  </a:moveTo>
                  <a:lnTo>
                    <a:pt x="968" y="267"/>
                  </a:lnTo>
                  <a:cubicBezTo>
                    <a:pt x="3536" y="668"/>
                    <a:pt x="7639" y="1535"/>
                    <a:pt x="7706" y="2336"/>
                  </a:cubicBezTo>
                  <a:cubicBezTo>
                    <a:pt x="7773" y="3003"/>
                    <a:pt x="3836" y="4003"/>
                    <a:pt x="0" y="4570"/>
                  </a:cubicBezTo>
                  <a:lnTo>
                    <a:pt x="67" y="4871"/>
                  </a:lnTo>
                  <a:cubicBezTo>
                    <a:pt x="1401" y="4671"/>
                    <a:pt x="8106" y="3570"/>
                    <a:pt x="8006" y="2302"/>
                  </a:cubicBezTo>
                  <a:cubicBezTo>
                    <a:pt x="7906" y="1068"/>
                    <a:pt x="2135" y="167"/>
                    <a:pt x="10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74"/>
            <p:cNvSpPr/>
            <p:nvPr/>
          </p:nvSpPr>
          <p:spPr>
            <a:xfrm>
              <a:off x="-2639775" y="4152550"/>
              <a:ext cx="651325" cy="329650"/>
            </a:xfrm>
            <a:custGeom>
              <a:avLst/>
              <a:gdLst/>
              <a:ahLst/>
              <a:cxnLst/>
              <a:rect l="l" t="t" r="r" b="b"/>
              <a:pathLst>
                <a:path w="26053" h="13186" extrusionOk="0">
                  <a:moveTo>
                    <a:pt x="1187" y="0"/>
                  </a:moveTo>
                  <a:cubicBezTo>
                    <a:pt x="462" y="0"/>
                    <a:pt x="10" y="10"/>
                    <a:pt x="1" y="10"/>
                  </a:cubicBezTo>
                  <a:lnTo>
                    <a:pt x="1" y="310"/>
                  </a:lnTo>
                  <a:cubicBezTo>
                    <a:pt x="21" y="310"/>
                    <a:pt x="605" y="294"/>
                    <a:pt x="1505" y="294"/>
                  </a:cubicBezTo>
                  <a:cubicBezTo>
                    <a:pt x="3574" y="294"/>
                    <a:pt x="7313" y="375"/>
                    <a:pt x="9708" y="910"/>
                  </a:cubicBezTo>
                  <a:cubicBezTo>
                    <a:pt x="12010" y="1411"/>
                    <a:pt x="14378" y="1711"/>
                    <a:pt x="16680" y="2011"/>
                  </a:cubicBezTo>
                  <a:cubicBezTo>
                    <a:pt x="21016" y="2545"/>
                    <a:pt x="24719" y="3045"/>
                    <a:pt x="25319" y="4546"/>
                  </a:cubicBezTo>
                  <a:cubicBezTo>
                    <a:pt x="25719" y="5614"/>
                    <a:pt x="25686" y="6614"/>
                    <a:pt x="25152" y="7482"/>
                  </a:cubicBezTo>
                  <a:cubicBezTo>
                    <a:pt x="24018" y="9416"/>
                    <a:pt x="20849" y="10484"/>
                    <a:pt x="18447" y="10784"/>
                  </a:cubicBezTo>
                  <a:cubicBezTo>
                    <a:pt x="16946" y="10984"/>
                    <a:pt x="15312" y="11351"/>
                    <a:pt x="13711" y="11685"/>
                  </a:cubicBezTo>
                  <a:cubicBezTo>
                    <a:pt x="11476" y="12152"/>
                    <a:pt x="9341" y="12619"/>
                    <a:pt x="7740" y="12619"/>
                  </a:cubicBezTo>
                  <a:cubicBezTo>
                    <a:pt x="4971" y="12619"/>
                    <a:pt x="401" y="12885"/>
                    <a:pt x="335" y="12885"/>
                  </a:cubicBezTo>
                  <a:lnTo>
                    <a:pt x="368" y="13186"/>
                  </a:lnTo>
                  <a:cubicBezTo>
                    <a:pt x="400" y="13186"/>
                    <a:pt x="4533" y="12916"/>
                    <a:pt x="7293" y="12916"/>
                  </a:cubicBezTo>
                  <a:cubicBezTo>
                    <a:pt x="7447" y="12916"/>
                    <a:pt x="7596" y="12917"/>
                    <a:pt x="7740" y="12919"/>
                  </a:cubicBezTo>
                  <a:cubicBezTo>
                    <a:pt x="9374" y="12919"/>
                    <a:pt x="11509" y="12452"/>
                    <a:pt x="13777" y="11951"/>
                  </a:cubicBezTo>
                  <a:cubicBezTo>
                    <a:pt x="15345" y="11618"/>
                    <a:pt x="16980" y="11284"/>
                    <a:pt x="18481" y="11084"/>
                  </a:cubicBezTo>
                  <a:cubicBezTo>
                    <a:pt x="21049" y="10751"/>
                    <a:pt x="24218" y="9650"/>
                    <a:pt x="25419" y="7648"/>
                  </a:cubicBezTo>
                  <a:cubicBezTo>
                    <a:pt x="25986" y="6681"/>
                    <a:pt x="26053" y="5580"/>
                    <a:pt x="25586" y="4413"/>
                  </a:cubicBezTo>
                  <a:cubicBezTo>
                    <a:pt x="24919" y="2778"/>
                    <a:pt x="21316" y="2311"/>
                    <a:pt x="16713" y="1711"/>
                  </a:cubicBezTo>
                  <a:cubicBezTo>
                    <a:pt x="14411" y="1411"/>
                    <a:pt x="12043" y="1110"/>
                    <a:pt x="9775" y="610"/>
                  </a:cubicBezTo>
                  <a:cubicBezTo>
                    <a:pt x="7231" y="72"/>
                    <a:pt x="3180" y="0"/>
                    <a:pt x="1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74"/>
            <p:cNvSpPr/>
            <p:nvPr/>
          </p:nvSpPr>
          <p:spPr>
            <a:xfrm>
              <a:off x="-2370400" y="4212825"/>
              <a:ext cx="156800" cy="156800"/>
            </a:xfrm>
            <a:custGeom>
              <a:avLst/>
              <a:gdLst/>
              <a:ahLst/>
              <a:cxnLst/>
              <a:rect l="l" t="t" r="r" b="b"/>
              <a:pathLst>
                <a:path w="6272" h="6272" extrusionOk="0">
                  <a:moveTo>
                    <a:pt x="3136" y="300"/>
                  </a:moveTo>
                  <a:cubicBezTo>
                    <a:pt x="4704" y="300"/>
                    <a:pt x="5971" y="1568"/>
                    <a:pt x="5971" y="3136"/>
                  </a:cubicBezTo>
                  <a:cubicBezTo>
                    <a:pt x="5971" y="4704"/>
                    <a:pt x="4704" y="5971"/>
                    <a:pt x="3136" y="5971"/>
                  </a:cubicBezTo>
                  <a:cubicBezTo>
                    <a:pt x="1568" y="5971"/>
                    <a:pt x="301" y="4704"/>
                    <a:pt x="301" y="3136"/>
                  </a:cubicBezTo>
                  <a:cubicBezTo>
                    <a:pt x="301" y="1568"/>
                    <a:pt x="1568" y="300"/>
                    <a:pt x="3136" y="300"/>
                  </a:cubicBezTo>
                  <a:close/>
                  <a:moveTo>
                    <a:pt x="3136" y="0"/>
                  </a:moveTo>
                  <a:cubicBezTo>
                    <a:pt x="1401" y="0"/>
                    <a:pt x="0" y="1401"/>
                    <a:pt x="0" y="3136"/>
                  </a:cubicBezTo>
                  <a:cubicBezTo>
                    <a:pt x="0" y="4837"/>
                    <a:pt x="1401" y="6271"/>
                    <a:pt x="3136" y="6271"/>
                  </a:cubicBezTo>
                  <a:cubicBezTo>
                    <a:pt x="4870" y="6271"/>
                    <a:pt x="6271" y="4837"/>
                    <a:pt x="6271" y="3136"/>
                  </a:cubicBezTo>
                  <a:cubicBezTo>
                    <a:pt x="6271" y="1401"/>
                    <a:pt x="4870" y="0"/>
                    <a:pt x="3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74"/>
            <p:cNvSpPr/>
            <p:nvPr/>
          </p:nvSpPr>
          <p:spPr>
            <a:xfrm>
              <a:off x="-2349550" y="4233675"/>
              <a:ext cx="115100" cy="114275"/>
            </a:xfrm>
            <a:custGeom>
              <a:avLst/>
              <a:gdLst/>
              <a:ahLst/>
              <a:cxnLst/>
              <a:rect l="l" t="t" r="r" b="b"/>
              <a:pathLst>
                <a:path w="4604" h="4571" extrusionOk="0">
                  <a:moveTo>
                    <a:pt x="2302" y="300"/>
                  </a:moveTo>
                  <a:cubicBezTo>
                    <a:pt x="3403" y="300"/>
                    <a:pt x="4303" y="1201"/>
                    <a:pt x="4303" y="2302"/>
                  </a:cubicBezTo>
                  <a:cubicBezTo>
                    <a:pt x="4303" y="3403"/>
                    <a:pt x="3403" y="4303"/>
                    <a:pt x="2302" y="4303"/>
                  </a:cubicBezTo>
                  <a:cubicBezTo>
                    <a:pt x="1201" y="4303"/>
                    <a:pt x="300" y="3403"/>
                    <a:pt x="300" y="2302"/>
                  </a:cubicBezTo>
                  <a:cubicBezTo>
                    <a:pt x="300" y="1201"/>
                    <a:pt x="1201" y="300"/>
                    <a:pt x="2302" y="300"/>
                  </a:cubicBezTo>
                  <a:close/>
                  <a:moveTo>
                    <a:pt x="2302" y="0"/>
                  </a:moveTo>
                  <a:cubicBezTo>
                    <a:pt x="1034" y="0"/>
                    <a:pt x="0" y="1034"/>
                    <a:pt x="0" y="2302"/>
                  </a:cubicBezTo>
                  <a:cubicBezTo>
                    <a:pt x="0" y="3569"/>
                    <a:pt x="1034" y="4570"/>
                    <a:pt x="2302" y="4570"/>
                  </a:cubicBezTo>
                  <a:cubicBezTo>
                    <a:pt x="3569" y="4570"/>
                    <a:pt x="4604" y="3569"/>
                    <a:pt x="4604" y="2302"/>
                  </a:cubicBezTo>
                  <a:cubicBezTo>
                    <a:pt x="4604" y="1034"/>
                    <a:pt x="3569" y="0"/>
                    <a:pt x="2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74"/>
            <p:cNvSpPr/>
            <p:nvPr/>
          </p:nvSpPr>
          <p:spPr>
            <a:xfrm>
              <a:off x="-2327875" y="4255350"/>
              <a:ext cx="71750" cy="71750"/>
            </a:xfrm>
            <a:custGeom>
              <a:avLst/>
              <a:gdLst/>
              <a:ahLst/>
              <a:cxnLst/>
              <a:rect l="l" t="t" r="r" b="b"/>
              <a:pathLst>
                <a:path w="2870" h="2870" extrusionOk="0">
                  <a:moveTo>
                    <a:pt x="1435" y="301"/>
                  </a:moveTo>
                  <a:cubicBezTo>
                    <a:pt x="2069" y="301"/>
                    <a:pt x="2569" y="801"/>
                    <a:pt x="2569" y="1435"/>
                  </a:cubicBezTo>
                  <a:cubicBezTo>
                    <a:pt x="2569" y="2069"/>
                    <a:pt x="2069" y="2569"/>
                    <a:pt x="1435" y="2569"/>
                  </a:cubicBezTo>
                  <a:cubicBezTo>
                    <a:pt x="801" y="2569"/>
                    <a:pt x="301" y="2069"/>
                    <a:pt x="301" y="1435"/>
                  </a:cubicBezTo>
                  <a:cubicBezTo>
                    <a:pt x="301" y="801"/>
                    <a:pt x="801" y="301"/>
                    <a:pt x="1435" y="301"/>
                  </a:cubicBezTo>
                  <a:close/>
                  <a:moveTo>
                    <a:pt x="1435" y="0"/>
                  </a:moveTo>
                  <a:cubicBezTo>
                    <a:pt x="668" y="0"/>
                    <a:pt x="1" y="634"/>
                    <a:pt x="1" y="1435"/>
                  </a:cubicBezTo>
                  <a:cubicBezTo>
                    <a:pt x="1" y="2202"/>
                    <a:pt x="634" y="2869"/>
                    <a:pt x="1435" y="2869"/>
                  </a:cubicBezTo>
                  <a:cubicBezTo>
                    <a:pt x="2235" y="2869"/>
                    <a:pt x="2869" y="2202"/>
                    <a:pt x="2869" y="1435"/>
                  </a:cubicBezTo>
                  <a:cubicBezTo>
                    <a:pt x="2869" y="634"/>
                    <a:pt x="2235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74"/>
            <p:cNvSpPr/>
            <p:nvPr/>
          </p:nvSpPr>
          <p:spPr>
            <a:xfrm>
              <a:off x="-2222800" y="4261175"/>
              <a:ext cx="113450" cy="38400"/>
            </a:xfrm>
            <a:custGeom>
              <a:avLst/>
              <a:gdLst/>
              <a:ahLst/>
              <a:cxnLst/>
              <a:rect l="l" t="t" r="r" b="b"/>
              <a:pathLst>
                <a:path w="4538" h="1536" extrusionOk="0">
                  <a:moveTo>
                    <a:pt x="1" y="1"/>
                  </a:moveTo>
                  <a:lnTo>
                    <a:pt x="1" y="301"/>
                  </a:lnTo>
                  <a:lnTo>
                    <a:pt x="4170" y="301"/>
                  </a:lnTo>
                  <a:cubicBezTo>
                    <a:pt x="4204" y="301"/>
                    <a:pt x="4237" y="335"/>
                    <a:pt x="4237" y="368"/>
                  </a:cubicBezTo>
                  <a:lnTo>
                    <a:pt x="4237" y="1168"/>
                  </a:lnTo>
                  <a:cubicBezTo>
                    <a:pt x="4237" y="1202"/>
                    <a:pt x="4204" y="1235"/>
                    <a:pt x="4170" y="1235"/>
                  </a:cubicBezTo>
                  <a:lnTo>
                    <a:pt x="167" y="1235"/>
                  </a:lnTo>
                  <a:lnTo>
                    <a:pt x="167" y="1535"/>
                  </a:lnTo>
                  <a:lnTo>
                    <a:pt x="4170" y="1535"/>
                  </a:lnTo>
                  <a:cubicBezTo>
                    <a:pt x="4370" y="1535"/>
                    <a:pt x="4537" y="1369"/>
                    <a:pt x="4537" y="1168"/>
                  </a:cubicBezTo>
                  <a:lnTo>
                    <a:pt x="4537" y="368"/>
                  </a:lnTo>
                  <a:cubicBezTo>
                    <a:pt x="4537" y="168"/>
                    <a:pt x="4370" y="1"/>
                    <a:pt x="4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74"/>
            <p:cNvSpPr/>
            <p:nvPr/>
          </p:nvSpPr>
          <p:spPr>
            <a:xfrm>
              <a:off x="-2230300" y="4297875"/>
              <a:ext cx="100100" cy="38400"/>
            </a:xfrm>
            <a:custGeom>
              <a:avLst/>
              <a:gdLst/>
              <a:ahLst/>
              <a:cxnLst/>
              <a:rect l="l" t="t" r="r" b="b"/>
              <a:pathLst>
                <a:path w="4004" h="1536" extrusionOk="0">
                  <a:moveTo>
                    <a:pt x="467" y="1"/>
                  </a:moveTo>
                  <a:lnTo>
                    <a:pt x="467" y="301"/>
                  </a:lnTo>
                  <a:lnTo>
                    <a:pt x="3636" y="301"/>
                  </a:lnTo>
                  <a:cubicBezTo>
                    <a:pt x="3670" y="301"/>
                    <a:pt x="3703" y="334"/>
                    <a:pt x="3703" y="368"/>
                  </a:cubicBezTo>
                  <a:lnTo>
                    <a:pt x="3703" y="1168"/>
                  </a:lnTo>
                  <a:cubicBezTo>
                    <a:pt x="3703" y="1202"/>
                    <a:pt x="3670" y="1235"/>
                    <a:pt x="3636" y="1235"/>
                  </a:cubicBezTo>
                  <a:lnTo>
                    <a:pt x="0" y="1235"/>
                  </a:lnTo>
                  <a:lnTo>
                    <a:pt x="0" y="1535"/>
                  </a:lnTo>
                  <a:lnTo>
                    <a:pt x="3636" y="1535"/>
                  </a:lnTo>
                  <a:cubicBezTo>
                    <a:pt x="3836" y="1535"/>
                    <a:pt x="4003" y="1368"/>
                    <a:pt x="4003" y="1168"/>
                  </a:cubicBezTo>
                  <a:lnTo>
                    <a:pt x="4003" y="368"/>
                  </a:lnTo>
                  <a:cubicBezTo>
                    <a:pt x="4003" y="167"/>
                    <a:pt x="3836" y="1"/>
                    <a:pt x="3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74"/>
            <p:cNvSpPr/>
            <p:nvPr/>
          </p:nvSpPr>
          <p:spPr>
            <a:xfrm>
              <a:off x="-2478825" y="4261175"/>
              <a:ext cx="113450" cy="38400"/>
            </a:xfrm>
            <a:custGeom>
              <a:avLst/>
              <a:gdLst/>
              <a:ahLst/>
              <a:cxnLst/>
              <a:rect l="l" t="t" r="r" b="b"/>
              <a:pathLst>
                <a:path w="4538" h="1536" extrusionOk="0">
                  <a:moveTo>
                    <a:pt x="368" y="1"/>
                  </a:moveTo>
                  <a:cubicBezTo>
                    <a:pt x="168" y="1"/>
                    <a:pt x="1" y="168"/>
                    <a:pt x="1" y="368"/>
                  </a:cubicBezTo>
                  <a:lnTo>
                    <a:pt x="1" y="1168"/>
                  </a:lnTo>
                  <a:cubicBezTo>
                    <a:pt x="1" y="1369"/>
                    <a:pt x="168" y="1535"/>
                    <a:pt x="368" y="1535"/>
                  </a:cubicBezTo>
                  <a:lnTo>
                    <a:pt x="4371" y="1535"/>
                  </a:lnTo>
                  <a:lnTo>
                    <a:pt x="4371" y="1235"/>
                  </a:lnTo>
                  <a:lnTo>
                    <a:pt x="368" y="1235"/>
                  </a:lnTo>
                  <a:cubicBezTo>
                    <a:pt x="334" y="1235"/>
                    <a:pt x="301" y="1202"/>
                    <a:pt x="301" y="1168"/>
                  </a:cubicBezTo>
                  <a:lnTo>
                    <a:pt x="301" y="368"/>
                  </a:lnTo>
                  <a:cubicBezTo>
                    <a:pt x="301" y="335"/>
                    <a:pt x="334" y="301"/>
                    <a:pt x="368" y="301"/>
                  </a:cubicBezTo>
                  <a:lnTo>
                    <a:pt x="4537" y="301"/>
                  </a:lnTo>
                  <a:lnTo>
                    <a:pt x="45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74"/>
            <p:cNvSpPr/>
            <p:nvPr/>
          </p:nvSpPr>
          <p:spPr>
            <a:xfrm>
              <a:off x="-2457975" y="4297875"/>
              <a:ext cx="100100" cy="38400"/>
            </a:xfrm>
            <a:custGeom>
              <a:avLst/>
              <a:gdLst/>
              <a:ahLst/>
              <a:cxnLst/>
              <a:rect l="l" t="t" r="r" b="b"/>
              <a:pathLst>
                <a:path w="4004" h="1536" extrusionOk="0">
                  <a:moveTo>
                    <a:pt x="368" y="1"/>
                  </a:moveTo>
                  <a:cubicBezTo>
                    <a:pt x="168" y="1"/>
                    <a:pt x="1" y="167"/>
                    <a:pt x="1" y="334"/>
                  </a:cubicBezTo>
                  <a:lnTo>
                    <a:pt x="1" y="1168"/>
                  </a:lnTo>
                  <a:cubicBezTo>
                    <a:pt x="1" y="1368"/>
                    <a:pt x="168" y="1535"/>
                    <a:pt x="368" y="1535"/>
                  </a:cubicBezTo>
                  <a:lnTo>
                    <a:pt x="4004" y="1535"/>
                  </a:lnTo>
                  <a:lnTo>
                    <a:pt x="4004" y="1235"/>
                  </a:lnTo>
                  <a:lnTo>
                    <a:pt x="368" y="1235"/>
                  </a:lnTo>
                  <a:cubicBezTo>
                    <a:pt x="334" y="1235"/>
                    <a:pt x="301" y="1202"/>
                    <a:pt x="301" y="1168"/>
                  </a:cubicBezTo>
                  <a:lnTo>
                    <a:pt x="301" y="334"/>
                  </a:lnTo>
                  <a:cubicBezTo>
                    <a:pt x="301" y="301"/>
                    <a:pt x="334" y="301"/>
                    <a:pt x="368" y="301"/>
                  </a:cubicBezTo>
                  <a:lnTo>
                    <a:pt x="3537" y="301"/>
                  </a:lnTo>
                  <a:lnTo>
                    <a:pt x="35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74"/>
            <p:cNvSpPr/>
            <p:nvPr/>
          </p:nvSpPr>
          <p:spPr>
            <a:xfrm>
              <a:off x="-2630600" y="4383050"/>
              <a:ext cx="532925" cy="29100"/>
            </a:xfrm>
            <a:custGeom>
              <a:avLst/>
              <a:gdLst/>
              <a:ahLst/>
              <a:cxnLst/>
              <a:rect l="l" t="t" r="r" b="b"/>
              <a:pathLst>
                <a:path w="21317" h="1164" extrusionOk="0">
                  <a:moveTo>
                    <a:pt x="8401" y="1"/>
                  </a:moveTo>
                  <a:cubicBezTo>
                    <a:pt x="4473" y="1"/>
                    <a:pt x="55" y="330"/>
                    <a:pt x="1" y="330"/>
                  </a:cubicBezTo>
                  <a:lnTo>
                    <a:pt x="34" y="597"/>
                  </a:lnTo>
                  <a:cubicBezTo>
                    <a:pt x="89" y="597"/>
                    <a:pt x="4623" y="280"/>
                    <a:pt x="8570" y="280"/>
                  </a:cubicBezTo>
                  <a:cubicBezTo>
                    <a:pt x="9415" y="280"/>
                    <a:pt x="10234" y="294"/>
                    <a:pt x="10975" y="330"/>
                  </a:cubicBezTo>
                  <a:cubicBezTo>
                    <a:pt x="12610" y="430"/>
                    <a:pt x="21216" y="1130"/>
                    <a:pt x="21283" y="1164"/>
                  </a:cubicBezTo>
                  <a:lnTo>
                    <a:pt x="21316" y="863"/>
                  </a:lnTo>
                  <a:cubicBezTo>
                    <a:pt x="21216" y="863"/>
                    <a:pt x="12643" y="130"/>
                    <a:pt x="11009" y="63"/>
                  </a:cubicBezTo>
                  <a:cubicBezTo>
                    <a:pt x="10207" y="19"/>
                    <a:pt x="9317" y="1"/>
                    <a:pt x="8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74"/>
            <p:cNvSpPr/>
            <p:nvPr/>
          </p:nvSpPr>
          <p:spPr>
            <a:xfrm>
              <a:off x="-2597225" y="44096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400" y="1"/>
                  </a:moveTo>
                  <a:cubicBezTo>
                    <a:pt x="200" y="1"/>
                    <a:pt x="0" y="201"/>
                    <a:pt x="0" y="434"/>
                  </a:cubicBezTo>
                  <a:cubicBezTo>
                    <a:pt x="0" y="668"/>
                    <a:pt x="200" y="834"/>
                    <a:pt x="400" y="834"/>
                  </a:cubicBezTo>
                  <a:cubicBezTo>
                    <a:pt x="634" y="834"/>
                    <a:pt x="834" y="668"/>
                    <a:pt x="834" y="434"/>
                  </a:cubicBezTo>
                  <a:cubicBezTo>
                    <a:pt x="834" y="201"/>
                    <a:pt x="634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74"/>
            <p:cNvSpPr/>
            <p:nvPr/>
          </p:nvSpPr>
          <p:spPr>
            <a:xfrm>
              <a:off x="-2530525" y="4407125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401" y="0"/>
                  </a:moveTo>
                  <a:cubicBezTo>
                    <a:pt x="168" y="0"/>
                    <a:pt x="1" y="201"/>
                    <a:pt x="1" y="434"/>
                  </a:cubicBezTo>
                  <a:cubicBezTo>
                    <a:pt x="1" y="668"/>
                    <a:pt x="168" y="868"/>
                    <a:pt x="401" y="868"/>
                  </a:cubicBezTo>
                  <a:cubicBezTo>
                    <a:pt x="635" y="868"/>
                    <a:pt x="835" y="668"/>
                    <a:pt x="835" y="434"/>
                  </a:cubicBezTo>
                  <a:cubicBezTo>
                    <a:pt x="835" y="201"/>
                    <a:pt x="635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74"/>
            <p:cNvSpPr/>
            <p:nvPr/>
          </p:nvSpPr>
          <p:spPr>
            <a:xfrm>
              <a:off x="-2464650" y="4404625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435" y="0"/>
                  </a:moveTo>
                  <a:cubicBezTo>
                    <a:pt x="201" y="0"/>
                    <a:pt x="1" y="201"/>
                    <a:pt x="1" y="434"/>
                  </a:cubicBezTo>
                  <a:cubicBezTo>
                    <a:pt x="1" y="668"/>
                    <a:pt x="201" y="868"/>
                    <a:pt x="435" y="868"/>
                  </a:cubicBezTo>
                  <a:cubicBezTo>
                    <a:pt x="668" y="868"/>
                    <a:pt x="835" y="668"/>
                    <a:pt x="835" y="434"/>
                  </a:cubicBezTo>
                  <a:cubicBezTo>
                    <a:pt x="835" y="201"/>
                    <a:pt x="668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74"/>
            <p:cNvSpPr/>
            <p:nvPr/>
          </p:nvSpPr>
          <p:spPr>
            <a:xfrm>
              <a:off x="-2397925" y="4402125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401" y="0"/>
                  </a:moveTo>
                  <a:cubicBezTo>
                    <a:pt x="167" y="0"/>
                    <a:pt x="1" y="200"/>
                    <a:pt x="1" y="434"/>
                  </a:cubicBezTo>
                  <a:cubicBezTo>
                    <a:pt x="1" y="667"/>
                    <a:pt x="167" y="868"/>
                    <a:pt x="401" y="868"/>
                  </a:cubicBezTo>
                  <a:cubicBezTo>
                    <a:pt x="634" y="868"/>
                    <a:pt x="834" y="667"/>
                    <a:pt x="834" y="434"/>
                  </a:cubicBezTo>
                  <a:cubicBezTo>
                    <a:pt x="834" y="200"/>
                    <a:pt x="634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74"/>
            <p:cNvSpPr/>
            <p:nvPr/>
          </p:nvSpPr>
          <p:spPr>
            <a:xfrm>
              <a:off x="-2789025" y="3872575"/>
              <a:ext cx="71725" cy="75075"/>
            </a:xfrm>
            <a:custGeom>
              <a:avLst/>
              <a:gdLst/>
              <a:ahLst/>
              <a:cxnLst/>
              <a:rect l="l" t="t" r="r" b="b"/>
              <a:pathLst>
                <a:path w="2869" h="3003" extrusionOk="0">
                  <a:moveTo>
                    <a:pt x="1468" y="0"/>
                  </a:moveTo>
                  <a:cubicBezTo>
                    <a:pt x="300" y="0"/>
                    <a:pt x="33" y="2669"/>
                    <a:pt x="0" y="3003"/>
                  </a:cubicBezTo>
                  <a:lnTo>
                    <a:pt x="300" y="3003"/>
                  </a:lnTo>
                  <a:cubicBezTo>
                    <a:pt x="367" y="2269"/>
                    <a:pt x="701" y="301"/>
                    <a:pt x="1468" y="301"/>
                  </a:cubicBezTo>
                  <a:cubicBezTo>
                    <a:pt x="2235" y="301"/>
                    <a:pt x="2502" y="2302"/>
                    <a:pt x="2569" y="3003"/>
                  </a:cubicBezTo>
                  <a:lnTo>
                    <a:pt x="2869" y="3003"/>
                  </a:lnTo>
                  <a:cubicBezTo>
                    <a:pt x="2835" y="2702"/>
                    <a:pt x="2635" y="0"/>
                    <a:pt x="1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74"/>
            <p:cNvSpPr/>
            <p:nvPr/>
          </p:nvSpPr>
          <p:spPr>
            <a:xfrm>
              <a:off x="-2951650" y="3892150"/>
              <a:ext cx="175150" cy="45500"/>
            </a:xfrm>
            <a:custGeom>
              <a:avLst/>
              <a:gdLst/>
              <a:ahLst/>
              <a:cxnLst/>
              <a:rect l="l" t="t" r="r" b="b"/>
              <a:pathLst>
                <a:path w="7006" h="1820" extrusionOk="0">
                  <a:moveTo>
                    <a:pt x="3318" y="1"/>
                  </a:moveTo>
                  <a:cubicBezTo>
                    <a:pt x="1935" y="1"/>
                    <a:pt x="595" y="188"/>
                    <a:pt x="167" y="852"/>
                  </a:cubicBezTo>
                  <a:cubicBezTo>
                    <a:pt x="0" y="1119"/>
                    <a:pt x="34" y="1286"/>
                    <a:pt x="100" y="1386"/>
                  </a:cubicBezTo>
                  <a:cubicBezTo>
                    <a:pt x="301" y="1719"/>
                    <a:pt x="1101" y="1819"/>
                    <a:pt x="2069" y="1819"/>
                  </a:cubicBezTo>
                  <a:cubicBezTo>
                    <a:pt x="3836" y="1819"/>
                    <a:pt x="6171" y="1486"/>
                    <a:pt x="6839" y="1386"/>
                  </a:cubicBezTo>
                  <a:lnTo>
                    <a:pt x="6772" y="1085"/>
                  </a:lnTo>
                  <a:cubicBezTo>
                    <a:pt x="5381" y="1310"/>
                    <a:pt x="3426" y="1523"/>
                    <a:pt x="2037" y="1523"/>
                  </a:cubicBezTo>
                  <a:cubicBezTo>
                    <a:pt x="1161" y="1523"/>
                    <a:pt x="509" y="1438"/>
                    <a:pt x="367" y="1219"/>
                  </a:cubicBezTo>
                  <a:cubicBezTo>
                    <a:pt x="334" y="1219"/>
                    <a:pt x="301" y="1152"/>
                    <a:pt x="401" y="1019"/>
                  </a:cubicBezTo>
                  <a:cubicBezTo>
                    <a:pt x="759" y="465"/>
                    <a:pt x="1952" y="293"/>
                    <a:pt x="3266" y="293"/>
                  </a:cubicBezTo>
                  <a:cubicBezTo>
                    <a:pt x="4643" y="293"/>
                    <a:pt x="6153" y="482"/>
                    <a:pt x="6972" y="618"/>
                  </a:cubicBezTo>
                  <a:lnTo>
                    <a:pt x="7005" y="318"/>
                  </a:lnTo>
                  <a:cubicBezTo>
                    <a:pt x="6875" y="300"/>
                    <a:pt x="5063" y="1"/>
                    <a:pt x="3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74"/>
            <p:cNvSpPr/>
            <p:nvPr/>
          </p:nvSpPr>
          <p:spPr>
            <a:xfrm>
              <a:off x="-2732325" y="3892375"/>
              <a:ext cx="175150" cy="45275"/>
            </a:xfrm>
            <a:custGeom>
              <a:avLst/>
              <a:gdLst/>
              <a:ahLst/>
              <a:cxnLst/>
              <a:rect l="l" t="t" r="r" b="b"/>
              <a:pathLst>
                <a:path w="7006" h="1811" extrusionOk="0">
                  <a:moveTo>
                    <a:pt x="3675" y="0"/>
                  </a:moveTo>
                  <a:cubicBezTo>
                    <a:pt x="1930" y="0"/>
                    <a:pt x="130" y="306"/>
                    <a:pt x="0" y="343"/>
                  </a:cubicBezTo>
                  <a:lnTo>
                    <a:pt x="34" y="609"/>
                  </a:lnTo>
                  <a:cubicBezTo>
                    <a:pt x="853" y="473"/>
                    <a:pt x="2362" y="284"/>
                    <a:pt x="3739" y="284"/>
                  </a:cubicBezTo>
                  <a:cubicBezTo>
                    <a:pt x="5053" y="284"/>
                    <a:pt x="6247" y="456"/>
                    <a:pt x="6605" y="1010"/>
                  </a:cubicBezTo>
                  <a:cubicBezTo>
                    <a:pt x="6705" y="1143"/>
                    <a:pt x="6672" y="1210"/>
                    <a:pt x="6638" y="1243"/>
                  </a:cubicBezTo>
                  <a:cubicBezTo>
                    <a:pt x="6501" y="1455"/>
                    <a:pt x="5891" y="1536"/>
                    <a:pt x="5061" y="1536"/>
                  </a:cubicBezTo>
                  <a:cubicBezTo>
                    <a:pt x="3667" y="1536"/>
                    <a:pt x="1656" y="1306"/>
                    <a:pt x="234" y="1076"/>
                  </a:cubicBezTo>
                  <a:lnTo>
                    <a:pt x="167" y="1377"/>
                  </a:lnTo>
                  <a:cubicBezTo>
                    <a:pt x="834" y="1477"/>
                    <a:pt x="3169" y="1810"/>
                    <a:pt x="4937" y="1810"/>
                  </a:cubicBezTo>
                  <a:cubicBezTo>
                    <a:pt x="5905" y="1810"/>
                    <a:pt x="6705" y="1710"/>
                    <a:pt x="6905" y="1377"/>
                  </a:cubicBezTo>
                  <a:cubicBezTo>
                    <a:pt x="6972" y="1277"/>
                    <a:pt x="7005" y="1110"/>
                    <a:pt x="6872" y="876"/>
                  </a:cubicBezTo>
                  <a:cubicBezTo>
                    <a:pt x="6428" y="195"/>
                    <a:pt x="5069" y="0"/>
                    <a:pt x="3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74"/>
            <p:cNvSpPr/>
            <p:nvPr/>
          </p:nvSpPr>
          <p:spPr>
            <a:xfrm>
              <a:off x="-2873275" y="3939300"/>
              <a:ext cx="248550" cy="1204200"/>
            </a:xfrm>
            <a:custGeom>
              <a:avLst/>
              <a:gdLst/>
              <a:ahLst/>
              <a:cxnLst/>
              <a:rect l="l" t="t" r="r" b="b"/>
              <a:pathLst>
                <a:path w="9942" h="48168" extrusionOk="0">
                  <a:moveTo>
                    <a:pt x="4971" y="300"/>
                  </a:moveTo>
                  <a:cubicBezTo>
                    <a:pt x="5005" y="300"/>
                    <a:pt x="8741" y="434"/>
                    <a:pt x="8741" y="1801"/>
                  </a:cubicBezTo>
                  <a:cubicBezTo>
                    <a:pt x="8741" y="2168"/>
                    <a:pt x="8807" y="3036"/>
                    <a:pt x="8874" y="4270"/>
                  </a:cubicBezTo>
                  <a:cubicBezTo>
                    <a:pt x="9141" y="8339"/>
                    <a:pt x="9641" y="15911"/>
                    <a:pt x="9308" y="22716"/>
                  </a:cubicBezTo>
                  <a:cubicBezTo>
                    <a:pt x="8874" y="26085"/>
                    <a:pt x="8540" y="29555"/>
                    <a:pt x="8207" y="32924"/>
                  </a:cubicBezTo>
                  <a:cubicBezTo>
                    <a:pt x="7473" y="40562"/>
                    <a:pt x="6806" y="47768"/>
                    <a:pt x="4971" y="47868"/>
                  </a:cubicBezTo>
                  <a:cubicBezTo>
                    <a:pt x="3203" y="47768"/>
                    <a:pt x="2670" y="42264"/>
                    <a:pt x="1936" y="34658"/>
                  </a:cubicBezTo>
                  <a:cubicBezTo>
                    <a:pt x="1602" y="31089"/>
                    <a:pt x="1202" y="27053"/>
                    <a:pt x="601" y="22716"/>
                  </a:cubicBezTo>
                  <a:cubicBezTo>
                    <a:pt x="268" y="15911"/>
                    <a:pt x="768" y="8339"/>
                    <a:pt x="1068" y="4270"/>
                  </a:cubicBezTo>
                  <a:cubicBezTo>
                    <a:pt x="1135" y="3036"/>
                    <a:pt x="1202" y="2168"/>
                    <a:pt x="1202" y="1801"/>
                  </a:cubicBezTo>
                  <a:cubicBezTo>
                    <a:pt x="1202" y="434"/>
                    <a:pt x="4938" y="300"/>
                    <a:pt x="4971" y="300"/>
                  </a:cubicBezTo>
                  <a:close/>
                  <a:moveTo>
                    <a:pt x="4971" y="0"/>
                  </a:moveTo>
                  <a:cubicBezTo>
                    <a:pt x="4538" y="33"/>
                    <a:pt x="902" y="200"/>
                    <a:pt x="902" y="1801"/>
                  </a:cubicBezTo>
                  <a:cubicBezTo>
                    <a:pt x="902" y="2168"/>
                    <a:pt x="835" y="3036"/>
                    <a:pt x="768" y="4236"/>
                  </a:cubicBezTo>
                  <a:cubicBezTo>
                    <a:pt x="501" y="8306"/>
                    <a:pt x="1" y="15911"/>
                    <a:pt x="335" y="22750"/>
                  </a:cubicBezTo>
                  <a:cubicBezTo>
                    <a:pt x="902" y="27086"/>
                    <a:pt x="1302" y="31122"/>
                    <a:pt x="1635" y="34692"/>
                  </a:cubicBezTo>
                  <a:cubicBezTo>
                    <a:pt x="2403" y="42731"/>
                    <a:pt x="2936" y="48068"/>
                    <a:pt x="4971" y="48168"/>
                  </a:cubicBezTo>
                  <a:lnTo>
                    <a:pt x="5005" y="48168"/>
                  </a:lnTo>
                  <a:cubicBezTo>
                    <a:pt x="7073" y="48001"/>
                    <a:pt x="7706" y="41363"/>
                    <a:pt x="8507" y="32957"/>
                  </a:cubicBezTo>
                  <a:cubicBezTo>
                    <a:pt x="8841" y="29588"/>
                    <a:pt x="9141" y="26119"/>
                    <a:pt x="9608" y="22716"/>
                  </a:cubicBezTo>
                  <a:cubicBezTo>
                    <a:pt x="9941" y="15911"/>
                    <a:pt x="9441" y="8339"/>
                    <a:pt x="9174" y="4236"/>
                  </a:cubicBezTo>
                  <a:cubicBezTo>
                    <a:pt x="9074" y="3036"/>
                    <a:pt x="9041" y="2168"/>
                    <a:pt x="9041" y="1801"/>
                  </a:cubicBezTo>
                  <a:cubicBezTo>
                    <a:pt x="9041" y="200"/>
                    <a:pt x="5405" y="33"/>
                    <a:pt x="49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74"/>
            <p:cNvSpPr/>
            <p:nvPr/>
          </p:nvSpPr>
          <p:spPr>
            <a:xfrm>
              <a:off x="-2833225" y="4415475"/>
              <a:ext cx="165975" cy="170125"/>
            </a:xfrm>
            <a:custGeom>
              <a:avLst/>
              <a:gdLst/>
              <a:ahLst/>
              <a:cxnLst/>
              <a:rect l="l" t="t" r="r" b="b"/>
              <a:pathLst>
                <a:path w="6639" h="6805" extrusionOk="0">
                  <a:moveTo>
                    <a:pt x="3369" y="300"/>
                  </a:moveTo>
                  <a:cubicBezTo>
                    <a:pt x="3669" y="367"/>
                    <a:pt x="6338" y="967"/>
                    <a:pt x="6371" y="2302"/>
                  </a:cubicBezTo>
                  <a:cubicBezTo>
                    <a:pt x="6371" y="3002"/>
                    <a:pt x="6205" y="6538"/>
                    <a:pt x="3369" y="6538"/>
                  </a:cubicBezTo>
                  <a:cubicBezTo>
                    <a:pt x="601" y="6538"/>
                    <a:pt x="300" y="3569"/>
                    <a:pt x="300" y="2302"/>
                  </a:cubicBezTo>
                  <a:cubicBezTo>
                    <a:pt x="300" y="867"/>
                    <a:pt x="3069" y="367"/>
                    <a:pt x="3369" y="300"/>
                  </a:cubicBezTo>
                  <a:close/>
                  <a:moveTo>
                    <a:pt x="3369" y="0"/>
                  </a:moveTo>
                  <a:cubicBezTo>
                    <a:pt x="3236" y="33"/>
                    <a:pt x="0" y="534"/>
                    <a:pt x="0" y="2302"/>
                  </a:cubicBezTo>
                  <a:cubicBezTo>
                    <a:pt x="0" y="3669"/>
                    <a:pt x="334" y="6805"/>
                    <a:pt x="3369" y="6805"/>
                  </a:cubicBezTo>
                  <a:cubicBezTo>
                    <a:pt x="6505" y="6805"/>
                    <a:pt x="6638" y="3069"/>
                    <a:pt x="6638" y="2302"/>
                  </a:cubicBezTo>
                  <a:cubicBezTo>
                    <a:pt x="6638" y="667"/>
                    <a:pt x="3536" y="33"/>
                    <a:pt x="3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74"/>
            <p:cNvSpPr/>
            <p:nvPr/>
          </p:nvSpPr>
          <p:spPr>
            <a:xfrm>
              <a:off x="-2753175" y="4695675"/>
              <a:ext cx="9200" cy="445325"/>
            </a:xfrm>
            <a:custGeom>
              <a:avLst/>
              <a:gdLst/>
              <a:ahLst/>
              <a:cxnLst/>
              <a:rect l="l" t="t" r="r" b="b"/>
              <a:pathLst>
                <a:path w="368" h="17813" extrusionOk="0">
                  <a:moveTo>
                    <a:pt x="67" y="0"/>
                  </a:moveTo>
                  <a:lnTo>
                    <a:pt x="0" y="17813"/>
                  </a:lnTo>
                  <a:lnTo>
                    <a:pt x="301" y="17813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74"/>
            <p:cNvSpPr/>
            <p:nvPr/>
          </p:nvSpPr>
          <p:spPr>
            <a:xfrm>
              <a:off x="-2751500" y="4271200"/>
              <a:ext cx="9200" cy="389475"/>
            </a:xfrm>
            <a:custGeom>
              <a:avLst/>
              <a:gdLst/>
              <a:ahLst/>
              <a:cxnLst/>
              <a:rect l="l" t="t" r="r" b="b"/>
              <a:pathLst>
                <a:path w="368" h="15579" extrusionOk="0">
                  <a:moveTo>
                    <a:pt x="67" y="0"/>
                  </a:moveTo>
                  <a:lnTo>
                    <a:pt x="0" y="15578"/>
                  </a:lnTo>
                  <a:lnTo>
                    <a:pt x="300" y="15578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74"/>
            <p:cNvSpPr/>
            <p:nvPr/>
          </p:nvSpPr>
          <p:spPr>
            <a:xfrm>
              <a:off x="-2749850" y="4116075"/>
              <a:ext cx="8375" cy="110100"/>
            </a:xfrm>
            <a:custGeom>
              <a:avLst/>
              <a:gdLst/>
              <a:ahLst/>
              <a:cxnLst/>
              <a:rect l="l" t="t" r="r" b="b"/>
              <a:pathLst>
                <a:path w="335" h="4404" extrusionOk="0">
                  <a:moveTo>
                    <a:pt x="34" y="1"/>
                  </a:moveTo>
                  <a:lnTo>
                    <a:pt x="1" y="4404"/>
                  </a:lnTo>
                  <a:lnTo>
                    <a:pt x="301" y="4404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74"/>
            <p:cNvSpPr/>
            <p:nvPr/>
          </p:nvSpPr>
          <p:spPr>
            <a:xfrm>
              <a:off x="-2749000" y="4005175"/>
              <a:ext cx="7525" cy="70900"/>
            </a:xfrm>
            <a:custGeom>
              <a:avLst/>
              <a:gdLst/>
              <a:ahLst/>
              <a:cxnLst/>
              <a:rect l="l" t="t" r="r" b="b"/>
              <a:pathLst>
                <a:path w="301" h="2836" extrusionOk="0">
                  <a:moveTo>
                    <a:pt x="0" y="0"/>
                  </a:moveTo>
                  <a:lnTo>
                    <a:pt x="0" y="2836"/>
                  </a:lnTo>
                  <a:lnTo>
                    <a:pt x="300" y="2836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74"/>
            <p:cNvSpPr/>
            <p:nvPr/>
          </p:nvSpPr>
          <p:spPr>
            <a:xfrm>
              <a:off x="-2965825" y="4156100"/>
              <a:ext cx="14200" cy="232700"/>
            </a:xfrm>
            <a:custGeom>
              <a:avLst/>
              <a:gdLst/>
              <a:ahLst/>
              <a:cxnLst/>
              <a:rect l="l" t="t" r="r" b="b"/>
              <a:pathLst>
                <a:path w="568" h="9308" extrusionOk="0">
                  <a:moveTo>
                    <a:pt x="301" y="1"/>
                  </a:moveTo>
                  <a:lnTo>
                    <a:pt x="0" y="34"/>
                  </a:lnTo>
                  <a:lnTo>
                    <a:pt x="267" y="9308"/>
                  </a:lnTo>
                  <a:lnTo>
                    <a:pt x="567" y="9308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74"/>
            <p:cNvSpPr/>
            <p:nvPr/>
          </p:nvSpPr>
          <p:spPr>
            <a:xfrm>
              <a:off x="-2548025" y="4156100"/>
              <a:ext cx="15875" cy="232700"/>
            </a:xfrm>
            <a:custGeom>
              <a:avLst/>
              <a:gdLst/>
              <a:ahLst/>
              <a:cxnLst/>
              <a:rect l="l" t="t" r="r" b="b"/>
              <a:pathLst>
                <a:path w="635" h="9308" extrusionOk="0">
                  <a:moveTo>
                    <a:pt x="334" y="1"/>
                  </a:moveTo>
                  <a:lnTo>
                    <a:pt x="0" y="9274"/>
                  </a:lnTo>
                  <a:lnTo>
                    <a:pt x="267" y="9308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74"/>
            <p:cNvSpPr/>
            <p:nvPr/>
          </p:nvSpPr>
          <p:spPr>
            <a:xfrm>
              <a:off x="-2794875" y="4816575"/>
              <a:ext cx="90925" cy="268550"/>
            </a:xfrm>
            <a:custGeom>
              <a:avLst/>
              <a:gdLst/>
              <a:ahLst/>
              <a:cxnLst/>
              <a:rect l="l" t="t" r="r" b="b"/>
              <a:pathLst>
                <a:path w="3637" h="10742" extrusionOk="0">
                  <a:moveTo>
                    <a:pt x="1869" y="1"/>
                  </a:moveTo>
                  <a:cubicBezTo>
                    <a:pt x="901" y="1"/>
                    <a:pt x="234" y="7506"/>
                    <a:pt x="1" y="10709"/>
                  </a:cubicBezTo>
                  <a:lnTo>
                    <a:pt x="301" y="10742"/>
                  </a:lnTo>
                  <a:cubicBezTo>
                    <a:pt x="668" y="5738"/>
                    <a:pt x="1335" y="468"/>
                    <a:pt x="1869" y="301"/>
                  </a:cubicBezTo>
                  <a:cubicBezTo>
                    <a:pt x="2369" y="468"/>
                    <a:pt x="3003" y="5605"/>
                    <a:pt x="3370" y="10508"/>
                  </a:cubicBezTo>
                  <a:lnTo>
                    <a:pt x="3636" y="10475"/>
                  </a:lnTo>
                  <a:cubicBezTo>
                    <a:pt x="3436" y="7339"/>
                    <a:pt x="2803" y="1"/>
                    <a:pt x="1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74"/>
            <p:cNvSpPr/>
            <p:nvPr/>
          </p:nvSpPr>
          <p:spPr>
            <a:xfrm>
              <a:off x="-2983350" y="5023400"/>
              <a:ext cx="181825" cy="10025"/>
            </a:xfrm>
            <a:custGeom>
              <a:avLst/>
              <a:gdLst/>
              <a:ahLst/>
              <a:cxnLst/>
              <a:rect l="l" t="t" r="r" b="b"/>
              <a:pathLst>
                <a:path w="7273" h="401" extrusionOk="0">
                  <a:moveTo>
                    <a:pt x="1" y="0"/>
                  </a:moveTo>
                  <a:lnTo>
                    <a:pt x="1" y="267"/>
                  </a:lnTo>
                  <a:cubicBezTo>
                    <a:pt x="1735" y="367"/>
                    <a:pt x="3537" y="401"/>
                    <a:pt x="5305" y="401"/>
                  </a:cubicBezTo>
                  <a:cubicBezTo>
                    <a:pt x="5938" y="401"/>
                    <a:pt x="6606" y="401"/>
                    <a:pt x="7273" y="367"/>
                  </a:cubicBezTo>
                  <a:lnTo>
                    <a:pt x="7239" y="101"/>
                  </a:lnTo>
                  <a:cubicBezTo>
                    <a:pt x="6639" y="109"/>
                    <a:pt x="6036" y="113"/>
                    <a:pt x="5433" y="113"/>
                  </a:cubicBezTo>
                  <a:cubicBezTo>
                    <a:pt x="3622" y="113"/>
                    <a:pt x="1802" y="7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74"/>
            <p:cNvSpPr/>
            <p:nvPr/>
          </p:nvSpPr>
          <p:spPr>
            <a:xfrm>
              <a:off x="-2969175" y="5005050"/>
              <a:ext cx="163475" cy="9200"/>
            </a:xfrm>
            <a:custGeom>
              <a:avLst/>
              <a:gdLst/>
              <a:ahLst/>
              <a:cxnLst/>
              <a:rect l="l" t="t" r="r" b="b"/>
              <a:pathLst>
                <a:path w="6539" h="368" extrusionOk="0">
                  <a:moveTo>
                    <a:pt x="1" y="1"/>
                  </a:moveTo>
                  <a:lnTo>
                    <a:pt x="1" y="301"/>
                  </a:lnTo>
                  <a:cubicBezTo>
                    <a:pt x="1068" y="368"/>
                    <a:pt x="2136" y="368"/>
                    <a:pt x="3136" y="368"/>
                  </a:cubicBezTo>
                  <a:cubicBezTo>
                    <a:pt x="4437" y="368"/>
                    <a:pt x="5605" y="334"/>
                    <a:pt x="6539" y="301"/>
                  </a:cubicBezTo>
                  <a:lnTo>
                    <a:pt x="6506" y="34"/>
                  </a:lnTo>
                  <a:cubicBezTo>
                    <a:pt x="5630" y="52"/>
                    <a:pt x="4505" y="80"/>
                    <a:pt x="3261" y="80"/>
                  </a:cubicBezTo>
                  <a:cubicBezTo>
                    <a:pt x="2231" y="80"/>
                    <a:pt x="1119" y="6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74"/>
            <p:cNvSpPr/>
            <p:nvPr/>
          </p:nvSpPr>
          <p:spPr>
            <a:xfrm>
              <a:off x="-2698150" y="5023400"/>
              <a:ext cx="187675" cy="10025"/>
            </a:xfrm>
            <a:custGeom>
              <a:avLst/>
              <a:gdLst/>
              <a:ahLst/>
              <a:cxnLst/>
              <a:rect l="l" t="t" r="r" b="b"/>
              <a:pathLst>
                <a:path w="7507" h="401" extrusionOk="0">
                  <a:moveTo>
                    <a:pt x="7506" y="0"/>
                  </a:moveTo>
                  <a:cubicBezTo>
                    <a:pt x="5705" y="75"/>
                    <a:pt x="3754" y="113"/>
                    <a:pt x="1863" y="113"/>
                  </a:cubicBezTo>
                  <a:cubicBezTo>
                    <a:pt x="1233" y="113"/>
                    <a:pt x="610" y="109"/>
                    <a:pt x="1" y="101"/>
                  </a:cubicBezTo>
                  <a:lnTo>
                    <a:pt x="1" y="367"/>
                  </a:lnTo>
                  <a:cubicBezTo>
                    <a:pt x="668" y="401"/>
                    <a:pt x="1335" y="401"/>
                    <a:pt x="2002" y="401"/>
                  </a:cubicBezTo>
                  <a:cubicBezTo>
                    <a:pt x="3870" y="401"/>
                    <a:pt x="5772" y="367"/>
                    <a:pt x="7506" y="267"/>
                  </a:cubicBezTo>
                  <a:lnTo>
                    <a:pt x="75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74"/>
            <p:cNvSpPr/>
            <p:nvPr/>
          </p:nvSpPr>
          <p:spPr>
            <a:xfrm>
              <a:off x="-2693975" y="5005050"/>
              <a:ext cx="167650" cy="9200"/>
            </a:xfrm>
            <a:custGeom>
              <a:avLst/>
              <a:gdLst/>
              <a:ahLst/>
              <a:cxnLst/>
              <a:rect l="l" t="t" r="r" b="b"/>
              <a:pathLst>
                <a:path w="6706" h="368" extrusionOk="0">
                  <a:moveTo>
                    <a:pt x="6706" y="1"/>
                  </a:moveTo>
                  <a:cubicBezTo>
                    <a:pt x="5677" y="56"/>
                    <a:pt x="4528" y="80"/>
                    <a:pt x="3273" y="80"/>
                  </a:cubicBezTo>
                  <a:cubicBezTo>
                    <a:pt x="2249" y="80"/>
                    <a:pt x="1155" y="64"/>
                    <a:pt x="1" y="34"/>
                  </a:cubicBezTo>
                  <a:lnTo>
                    <a:pt x="1" y="301"/>
                  </a:lnTo>
                  <a:cubicBezTo>
                    <a:pt x="1235" y="368"/>
                    <a:pt x="2402" y="368"/>
                    <a:pt x="3503" y="368"/>
                  </a:cubicBezTo>
                  <a:cubicBezTo>
                    <a:pt x="4671" y="368"/>
                    <a:pt x="5738" y="334"/>
                    <a:pt x="6706" y="301"/>
                  </a:cubicBezTo>
                  <a:lnTo>
                    <a:pt x="67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74"/>
            <p:cNvSpPr/>
            <p:nvPr/>
          </p:nvSpPr>
          <p:spPr>
            <a:xfrm>
              <a:off x="-3414475" y="4213650"/>
              <a:ext cx="149300" cy="34225"/>
            </a:xfrm>
            <a:custGeom>
              <a:avLst/>
              <a:gdLst/>
              <a:ahLst/>
              <a:cxnLst/>
              <a:rect l="l" t="t" r="r" b="b"/>
              <a:pathLst>
                <a:path w="5972" h="1369" extrusionOk="0">
                  <a:moveTo>
                    <a:pt x="5938" y="1"/>
                  </a:moveTo>
                  <a:cubicBezTo>
                    <a:pt x="3970" y="267"/>
                    <a:pt x="1968" y="601"/>
                    <a:pt x="0" y="1068"/>
                  </a:cubicBezTo>
                  <a:lnTo>
                    <a:pt x="67" y="1368"/>
                  </a:lnTo>
                  <a:cubicBezTo>
                    <a:pt x="2002" y="901"/>
                    <a:pt x="4003" y="534"/>
                    <a:pt x="5971" y="301"/>
                  </a:cubicBezTo>
                  <a:lnTo>
                    <a:pt x="5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74"/>
            <p:cNvSpPr/>
            <p:nvPr/>
          </p:nvSpPr>
          <p:spPr>
            <a:xfrm>
              <a:off x="-2940800" y="4265350"/>
              <a:ext cx="11700" cy="123450"/>
            </a:xfrm>
            <a:custGeom>
              <a:avLst/>
              <a:gdLst/>
              <a:ahLst/>
              <a:cxnLst/>
              <a:rect l="l" t="t" r="r" b="b"/>
              <a:pathLst>
                <a:path w="468" h="4938" extrusionOk="0">
                  <a:moveTo>
                    <a:pt x="0" y="1"/>
                  </a:moveTo>
                  <a:lnTo>
                    <a:pt x="167" y="4938"/>
                  </a:lnTo>
                  <a:lnTo>
                    <a:pt x="467" y="4938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74"/>
            <p:cNvSpPr/>
            <p:nvPr/>
          </p:nvSpPr>
          <p:spPr>
            <a:xfrm>
              <a:off x="-2940800" y="4203650"/>
              <a:ext cx="6675" cy="31700"/>
            </a:xfrm>
            <a:custGeom>
              <a:avLst/>
              <a:gdLst/>
              <a:ahLst/>
              <a:cxnLst/>
              <a:rect l="l" t="t" r="r" b="b"/>
              <a:pathLst>
                <a:path w="267" h="1268" extrusionOk="0">
                  <a:moveTo>
                    <a:pt x="0" y="0"/>
                  </a:moveTo>
                  <a:lnTo>
                    <a:pt x="0" y="1268"/>
                  </a:lnTo>
                  <a:lnTo>
                    <a:pt x="267" y="1268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74"/>
            <p:cNvSpPr/>
            <p:nvPr/>
          </p:nvSpPr>
          <p:spPr>
            <a:xfrm>
              <a:off x="-2913300" y="4312900"/>
              <a:ext cx="7550" cy="79250"/>
            </a:xfrm>
            <a:custGeom>
              <a:avLst/>
              <a:gdLst/>
              <a:ahLst/>
              <a:cxnLst/>
              <a:rect l="l" t="t" r="r" b="b"/>
              <a:pathLst>
                <a:path w="302" h="3170" extrusionOk="0">
                  <a:moveTo>
                    <a:pt x="1" y="0"/>
                  </a:moveTo>
                  <a:lnTo>
                    <a:pt x="1" y="3169"/>
                  </a:lnTo>
                  <a:lnTo>
                    <a:pt x="301" y="316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74"/>
            <p:cNvSpPr/>
            <p:nvPr/>
          </p:nvSpPr>
          <p:spPr>
            <a:xfrm>
              <a:off x="-2842400" y="3995150"/>
              <a:ext cx="20875" cy="267725"/>
            </a:xfrm>
            <a:custGeom>
              <a:avLst/>
              <a:gdLst/>
              <a:ahLst/>
              <a:cxnLst/>
              <a:rect l="l" t="t" r="r" b="b"/>
              <a:pathLst>
                <a:path w="835" h="10709" extrusionOk="0">
                  <a:moveTo>
                    <a:pt x="567" y="1"/>
                  </a:moveTo>
                  <a:cubicBezTo>
                    <a:pt x="200" y="3537"/>
                    <a:pt x="0" y="7139"/>
                    <a:pt x="34" y="10709"/>
                  </a:cubicBezTo>
                  <a:lnTo>
                    <a:pt x="334" y="10709"/>
                  </a:lnTo>
                  <a:cubicBezTo>
                    <a:pt x="300" y="7139"/>
                    <a:pt x="467" y="3570"/>
                    <a:pt x="834" y="34"/>
                  </a:cubicBezTo>
                  <a:lnTo>
                    <a:pt x="5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74"/>
            <p:cNvSpPr/>
            <p:nvPr/>
          </p:nvSpPr>
          <p:spPr>
            <a:xfrm>
              <a:off x="-2819900" y="4000175"/>
              <a:ext cx="16700" cy="160975"/>
            </a:xfrm>
            <a:custGeom>
              <a:avLst/>
              <a:gdLst/>
              <a:ahLst/>
              <a:cxnLst/>
              <a:rect l="l" t="t" r="r" b="b"/>
              <a:pathLst>
                <a:path w="668" h="6439" extrusionOk="0">
                  <a:moveTo>
                    <a:pt x="368" y="0"/>
                  </a:moveTo>
                  <a:lnTo>
                    <a:pt x="1" y="6438"/>
                  </a:lnTo>
                  <a:lnTo>
                    <a:pt x="301" y="6438"/>
                  </a:lnTo>
                  <a:lnTo>
                    <a:pt x="6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74"/>
            <p:cNvSpPr/>
            <p:nvPr/>
          </p:nvSpPr>
          <p:spPr>
            <a:xfrm>
              <a:off x="-2821550" y="4194475"/>
              <a:ext cx="8350" cy="69225"/>
            </a:xfrm>
            <a:custGeom>
              <a:avLst/>
              <a:gdLst/>
              <a:ahLst/>
              <a:cxnLst/>
              <a:rect l="l" t="t" r="r" b="b"/>
              <a:pathLst>
                <a:path w="334" h="2769" extrusionOk="0">
                  <a:moveTo>
                    <a:pt x="67" y="0"/>
                  </a:moveTo>
                  <a:lnTo>
                    <a:pt x="0" y="2769"/>
                  </a:lnTo>
                  <a:lnTo>
                    <a:pt x="300" y="2769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74"/>
            <p:cNvSpPr/>
            <p:nvPr/>
          </p:nvSpPr>
          <p:spPr>
            <a:xfrm>
              <a:off x="-2797375" y="4156950"/>
              <a:ext cx="7525" cy="76750"/>
            </a:xfrm>
            <a:custGeom>
              <a:avLst/>
              <a:gdLst/>
              <a:ahLst/>
              <a:cxnLst/>
              <a:rect l="l" t="t" r="r" b="b"/>
              <a:pathLst>
                <a:path w="301" h="3070" extrusionOk="0">
                  <a:moveTo>
                    <a:pt x="0" y="0"/>
                  </a:moveTo>
                  <a:lnTo>
                    <a:pt x="0" y="3069"/>
                  </a:lnTo>
                  <a:lnTo>
                    <a:pt x="301" y="306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32"/>
          <p:cNvGrpSpPr/>
          <p:nvPr/>
        </p:nvGrpSpPr>
        <p:grpSpPr>
          <a:xfrm flipH="1">
            <a:off x="-1260618" y="295614"/>
            <a:ext cx="4050574" cy="834247"/>
            <a:chOff x="4417385" y="1021267"/>
            <a:chExt cx="4050574" cy="834247"/>
          </a:xfrm>
        </p:grpSpPr>
        <p:sp>
          <p:nvSpPr>
            <p:cNvPr id="376" name="Google Shape;376;p32"/>
            <p:cNvSpPr/>
            <p:nvPr/>
          </p:nvSpPr>
          <p:spPr>
            <a:xfrm>
              <a:off x="5093910" y="1476992"/>
              <a:ext cx="318663" cy="239251"/>
            </a:xfrm>
            <a:custGeom>
              <a:avLst/>
              <a:gdLst/>
              <a:ahLst/>
              <a:cxnLst/>
              <a:rect l="l" t="t" r="r" b="b"/>
              <a:pathLst>
                <a:path w="3455" h="2594" extrusionOk="0">
                  <a:moveTo>
                    <a:pt x="1189" y="0"/>
                  </a:moveTo>
                  <a:cubicBezTo>
                    <a:pt x="781" y="0"/>
                    <a:pt x="368" y="53"/>
                    <a:pt x="1" y="170"/>
                  </a:cubicBezTo>
                  <a:lnTo>
                    <a:pt x="651" y="2594"/>
                  </a:lnTo>
                  <a:cubicBezTo>
                    <a:pt x="651" y="2594"/>
                    <a:pt x="3455" y="2103"/>
                    <a:pt x="3360" y="930"/>
                  </a:cubicBezTo>
                  <a:cubicBezTo>
                    <a:pt x="3325" y="377"/>
                    <a:pt x="2277" y="0"/>
                    <a:pt x="1189" y="0"/>
                  </a:cubicBezTo>
                  <a:close/>
                </a:path>
              </a:pathLst>
            </a:custGeom>
            <a:solidFill>
              <a:srgbClr val="FCF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5117337" y="1513054"/>
              <a:ext cx="295236" cy="203188"/>
            </a:xfrm>
            <a:custGeom>
              <a:avLst/>
              <a:gdLst/>
              <a:ahLst/>
              <a:cxnLst/>
              <a:rect l="l" t="t" r="r" b="b"/>
              <a:pathLst>
                <a:path w="3201" h="2203" extrusionOk="0">
                  <a:moveTo>
                    <a:pt x="2694" y="1"/>
                  </a:moveTo>
                  <a:cubicBezTo>
                    <a:pt x="1981" y="471"/>
                    <a:pt x="1141" y="723"/>
                    <a:pt x="288" y="723"/>
                  </a:cubicBezTo>
                  <a:cubicBezTo>
                    <a:pt x="192" y="723"/>
                    <a:pt x="96" y="720"/>
                    <a:pt x="0" y="714"/>
                  </a:cubicBezTo>
                  <a:lnTo>
                    <a:pt x="0" y="714"/>
                  </a:lnTo>
                  <a:lnTo>
                    <a:pt x="397" y="2203"/>
                  </a:lnTo>
                  <a:cubicBezTo>
                    <a:pt x="397" y="2203"/>
                    <a:pt x="3201" y="1712"/>
                    <a:pt x="3106" y="539"/>
                  </a:cubicBezTo>
                  <a:cubicBezTo>
                    <a:pt x="3074" y="302"/>
                    <a:pt x="2915" y="96"/>
                    <a:pt x="2694" y="1"/>
                  </a:cubicBezTo>
                  <a:close/>
                </a:path>
              </a:pathLst>
            </a:custGeom>
            <a:solidFill>
              <a:srgbClr val="95BE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5019478" y="1487506"/>
              <a:ext cx="213426" cy="233902"/>
            </a:xfrm>
            <a:custGeom>
              <a:avLst/>
              <a:gdLst/>
              <a:ahLst/>
              <a:cxnLst/>
              <a:rect l="l" t="t" r="r" b="b"/>
              <a:pathLst>
                <a:path w="2314" h="2536" extrusionOk="0">
                  <a:moveTo>
                    <a:pt x="1135" y="1"/>
                  </a:moveTo>
                  <a:cubicBezTo>
                    <a:pt x="1095" y="1"/>
                    <a:pt x="1055" y="3"/>
                    <a:pt x="1014" y="8"/>
                  </a:cubicBezTo>
                  <a:cubicBezTo>
                    <a:pt x="428" y="88"/>
                    <a:pt x="0" y="706"/>
                    <a:pt x="79" y="1403"/>
                  </a:cubicBezTo>
                  <a:cubicBezTo>
                    <a:pt x="153" y="2038"/>
                    <a:pt x="640" y="2535"/>
                    <a:pt x="1181" y="2535"/>
                  </a:cubicBezTo>
                  <a:cubicBezTo>
                    <a:pt x="1220" y="2535"/>
                    <a:pt x="1260" y="2533"/>
                    <a:pt x="1299" y="2527"/>
                  </a:cubicBezTo>
                  <a:cubicBezTo>
                    <a:pt x="1901" y="2448"/>
                    <a:pt x="2313" y="1830"/>
                    <a:pt x="2234" y="1149"/>
                  </a:cubicBezTo>
                  <a:cubicBezTo>
                    <a:pt x="2175" y="499"/>
                    <a:pt x="1688" y="1"/>
                    <a:pt x="11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2"/>
            <p:cNvSpPr/>
            <p:nvPr/>
          </p:nvSpPr>
          <p:spPr>
            <a:xfrm>
              <a:off x="5010624" y="1478744"/>
              <a:ext cx="232426" cy="250688"/>
            </a:xfrm>
            <a:custGeom>
              <a:avLst/>
              <a:gdLst/>
              <a:ahLst/>
              <a:cxnLst/>
              <a:rect l="l" t="t" r="r" b="b"/>
              <a:pathLst>
                <a:path w="2520" h="2718" extrusionOk="0">
                  <a:moveTo>
                    <a:pt x="1221" y="199"/>
                  </a:moveTo>
                  <a:cubicBezTo>
                    <a:pt x="1728" y="199"/>
                    <a:pt x="2171" y="642"/>
                    <a:pt x="2235" y="1244"/>
                  </a:cubicBezTo>
                  <a:cubicBezTo>
                    <a:pt x="2298" y="1878"/>
                    <a:pt x="1918" y="2448"/>
                    <a:pt x="1379" y="2512"/>
                  </a:cubicBezTo>
                  <a:cubicBezTo>
                    <a:pt x="1347" y="2515"/>
                    <a:pt x="1315" y="2517"/>
                    <a:pt x="1283" y="2517"/>
                  </a:cubicBezTo>
                  <a:cubicBezTo>
                    <a:pt x="783" y="2517"/>
                    <a:pt x="345" y="2062"/>
                    <a:pt x="270" y="1466"/>
                  </a:cubicBezTo>
                  <a:cubicBezTo>
                    <a:pt x="207" y="832"/>
                    <a:pt x="587" y="262"/>
                    <a:pt x="1126" y="199"/>
                  </a:cubicBezTo>
                  <a:close/>
                  <a:moveTo>
                    <a:pt x="1218" y="1"/>
                  </a:moveTo>
                  <a:cubicBezTo>
                    <a:pt x="1177" y="1"/>
                    <a:pt x="1136" y="3"/>
                    <a:pt x="1094" y="8"/>
                  </a:cubicBezTo>
                  <a:cubicBezTo>
                    <a:pt x="445" y="72"/>
                    <a:pt x="1" y="753"/>
                    <a:pt x="80" y="1498"/>
                  </a:cubicBezTo>
                  <a:cubicBezTo>
                    <a:pt x="159" y="2195"/>
                    <a:pt x="698" y="2717"/>
                    <a:pt x="1284" y="2717"/>
                  </a:cubicBezTo>
                  <a:lnTo>
                    <a:pt x="1411" y="2717"/>
                  </a:lnTo>
                  <a:cubicBezTo>
                    <a:pt x="2060" y="2638"/>
                    <a:pt x="2520" y="1973"/>
                    <a:pt x="2425" y="1228"/>
                  </a:cubicBezTo>
                  <a:cubicBezTo>
                    <a:pt x="2351" y="531"/>
                    <a:pt x="1818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5310195" y="1493962"/>
              <a:ext cx="401949" cy="302707"/>
            </a:xfrm>
            <a:custGeom>
              <a:avLst/>
              <a:gdLst/>
              <a:ahLst/>
              <a:cxnLst/>
              <a:rect l="l" t="t" r="r" b="b"/>
              <a:pathLst>
                <a:path w="4358" h="3282" extrusionOk="0">
                  <a:moveTo>
                    <a:pt x="1521" y="0"/>
                  </a:moveTo>
                  <a:cubicBezTo>
                    <a:pt x="999" y="0"/>
                    <a:pt x="470" y="70"/>
                    <a:pt x="1" y="224"/>
                  </a:cubicBezTo>
                  <a:lnTo>
                    <a:pt x="824" y="3281"/>
                  </a:lnTo>
                  <a:cubicBezTo>
                    <a:pt x="824" y="3281"/>
                    <a:pt x="4357" y="2663"/>
                    <a:pt x="4246" y="1174"/>
                  </a:cubicBezTo>
                  <a:cubicBezTo>
                    <a:pt x="4189" y="475"/>
                    <a:pt x="2881" y="0"/>
                    <a:pt x="152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5339433" y="1539341"/>
              <a:ext cx="372712" cy="257329"/>
            </a:xfrm>
            <a:custGeom>
              <a:avLst/>
              <a:gdLst/>
              <a:ahLst/>
              <a:cxnLst/>
              <a:rect l="l" t="t" r="r" b="b"/>
              <a:pathLst>
                <a:path w="4041" h="2790" extrusionOk="0">
                  <a:moveTo>
                    <a:pt x="3407" y="1"/>
                  </a:moveTo>
                  <a:cubicBezTo>
                    <a:pt x="2322" y="764"/>
                    <a:pt x="1112" y="916"/>
                    <a:pt x="362" y="916"/>
                  </a:cubicBezTo>
                  <a:cubicBezTo>
                    <a:pt x="225" y="916"/>
                    <a:pt x="103" y="911"/>
                    <a:pt x="1" y="904"/>
                  </a:cubicBezTo>
                  <a:lnTo>
                    <a:pt x="1" y="904"/>
                  </a:lnTo>
                  <a:lnTo>
                    <a:pt x="507" y="2789"/>
                  </a:lnTo>
                  <a:cubicBezTo>
                    <a:pt x="507" y="2789"/>
                    <a:pt x="4040" y="2171"/>
                    <a:pt x="3929" y="682"/>
                  </a:cubicBezTo>
                  <a:cubicBezTo>
                    <a:pt x="3914" y="413"/>
                    <a:pt x="3708" y="191"/>
                    <a:pt x="34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5216672" y="1508074"/>
              <a:ext cx="268950" cy="293576"/>
            </a:xfrm>
            <a:custGeom>
              <a:avLst/>
              <a:gdLst/>
              <a:ahLst/>
              <a:cxnLst/>
              <a:rect l="l" t="t" r="r" b="b"/>
              <a:pathLst>
                <a:path w="2916" h="3183" extrusionOk="0">
                  <a:moveTo>
                    <a:pt x="1412" y="1"/>
                  </a:moveTo>
                  <a:cubicBezTo>
                    <a:pt x="1370" y="1"/>
                    <a:pt x="1327" y="3"/>
                    <a:pt x="1284" y="7"/>
                  </a:cubicBezTo>
                  <a:cubicBezTo>
                    <a:pt x="524" y="86"/>
                    <a:pt x="1" y="863"/>
                    <a:pt x="96" y="1750"/>
                  </a:cubicBezTo>
                  <a:cubicBezTo>
                    <a:pt x="185" y="2572"/>
                    <a:pt x="797" y="3182"/>
                    <a:pt x="1504" y="3182"/>
                  </a:cubicBezTo>
                  <a:cubicBezTo>
                    <a:pt x="1547" y="3182"/>
                    <a:pt x="1589" y="3180"/>
                    <a:pt x="1633" y="3176"/>
                  </a:cubicBezTo>
                  <a:cubicBezTo>
                    <a:pt x="2393" y="3081"/>
                    <a:pt x="2916" y="2304"/>
                    <a:pt x="2821" y="1433"/>
                  </a:cubicBezTo>
                  <a:cubicBezTo>
                    <a:pt x="2731" y="611"/>
                    <a:pt x="2120" y="1"/>
                    <a:pt x="1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2"/>
            <p:cNvSpPr/>
            <p:nvPr/>
          </p:nvSpPr>
          <p:spPr>
            <a:xfrm>
              <a:off x="5199147" y="1497928"/>
              <a:ext cx="292377" cy="311838"/>
            </a:xfrm>
            <a:custGeom>
              <a:avLst/>
              <a:gdLst/>
              <a:ahLst/>
              <a:cxnLst/>
              <a:rect l="l" t="t" r="r" b="b"/>
              <a:pathLst>
                <a:path w="3170" h="3381" extrusionOk="0">
                  <a:moveTo>
                    <a:pt x="1601" y="212"/>
                  </a:moveTo>
                  <a:cubicBezTo>
                    <a:pt x="2250" y="212"/>
                    <a:pt x="2821" y="783"/>
                    <a:pt x="2916" y="1559"/>
                  </a:cubicBezTo>
                  <a:cubicBezTo>
                    <a:pt x="2963" y="1939"/>
                    <a:pt x="2884" y="2335"/>
                    <a:pt x="2662" y="2652"/>
                  </a:cubicBezTo>
                  <a:cubicBezTo>
                    <a:pt x="2447" y="3010"/>
                    <a:pt x="2071" y="3196"/>
                    <a:pt x="1693" y="3196"/>
                  </a:cubicBezTo>
                  <a:cubicBezTo>
                    <a:pt x="1401" y="3196"/>
                    <a:pt x="1108" y="3086"/>
                    <a:pt x="888" y="2858"/>
                  </a:cubicBezTo>
                  <a:cubicBezTo>
                    <a:pt x="317" y="2288"/>
                    <a:pt x="222" y="1416"/>
                    <a:pt x="650" y="751"/>
                  </a:cubicBezTo>
                  <a:cubicBezTo>
                    <a:pt x="840" y="450"/>
                    <a:pt x="1141" y="260"/>
                    <a:pt x="1490" y="212"/>
                  </a:cubicBezTo>
                  <a:close/>
                  <a:moveTo>
                    <a:pt x="1586" y="0"/>
                  </a:moveTo>
                  <a:cubicBezTo>
                    <a:pt x="1544" y="0"/>
                    <a:pt x="1501" y="2"/>
                    <a:pt x="1458" y="6"/>
                  </a:cubicBezTo>
                  <a:cubicBezTo>
                    <a:pt x="1062" y="70"/>
                    <a:pt x="698" y="292"/>
                    <a:pt x="476" y="624"/>
                  </a:cubicBezTo>
                  <a:cubicBezTo>
                    <a:pt x="1" y="1385"/>
                    <a:pt x="112" y="2367"/>
                    <a:pt x="745" y="2985"/>
                  </a:cubicBezTo>
                  <a:cubicBezTo>
                    <a:pt x="999" y="3238"/>
                    <a:pt x="1347" y="3381"/>
                    <a:pt x="1696" y="3381"/>
                  </a:cubicBezTo>
                  <a:cubicBezTo>
                    <a:pt x="1743" y="3381"/>
                    <a:pt x="1807" y="3381"/>
                    <a:pt x="1838" y="3365"/>
                  </a:cubicBezTo>
                  <a:cubicBezTo>
                    <a:pt x="2250" y="3317"/>
                    <a:pt x="2599" y="3096"/>
                    <a:pt x="2821" y="2763"/>
                  </a:cubicBezTo>
                  <a:cubicBezTo>
                    <a:pt x="3058" y="2399"/>
                    <a:pt x="3169" y="1955"/>
                    <a:pt x="3106" y="1527"/>
                  </a:cubicBezTo>
                  <a:cubicBezTo>
                    <a:pt x="3016" y="657"/>
                    <a:pt x="2343" y="0"/>
                    <a:pt x="1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2"/>
            <p:cNvSpPr/>
            <p:nvPr/>
          </p:nvSpPr>
          <p:spPr>
            <a:xfrm>
              <a:off x="4417385" y="1437055"/>
              <a:ext cx="1280095" cy="103854"/>
            </a:xfrm>
            <a:custGeom>
              <a:avLst/>
              <a:gdLst/>
              <a:ahLst/>
              <a:cxnLst/>
              <a:rect l="l" t="t" r="r" b="b"/>
              <a:pathLst>
                <a:path w="13879" h="1126" extrusionOk="0">
                  <a:moveTo>
                    <a:pt x="1" y="1"/>
                  </a:moveTo>
                  <a:lnTo>
                    <a:pt x="1015" y="286"/>
                  </a:lnTo>
                  <a:lnTo>
                    <a:pt x="13641" y="1126"/>
                  </a:lnTo>
                  <a:lnTo>
                    <a:pt x="13879" y="1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2"/>
            <p:cNvSpPr/>
            <p:nvPr/>
          </p:nvSpPr>
          <p:spPr>
            <a:xfrm>
              <a:off x="4417385" y="1423958"/>
              <a:ext cx="1280095" cy="71665"/>
            </a:xfrm>
            <a:custGeom>
              <a:avLst/>
              <a:gdLst/>
              <a:ahLst/>
              <a:cxnLst/>
              <a:rect l="l" t="t" r="r" b="b"/>
              <a:pathLst>
                <a:path w="13879" h="777" extrusionOk="0">
                  <a:moveTo>
                    <a:pt x="951" y="0"/>
                  </a:moveTo>
                  <a:lnTo>
                    <a:pt x="1" y="143"/>
                  </a:lnTo>
                  <a:lnTo>
                    <a:pt x="13673" y="777"/>
                  </a:lnTo>
                  <a:lnTo>
                    <a:pt x="13879" y="286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6765532" y="1331910"/>
              <a:ext cx="96567" cy="58475"/>
            </a:xfrm>
            <a:custGeom>
              <a:avLst/>
              <a:gdLst/>
              <a:ahLst/>
              <a:cxnLst/>
              <a:rect l="l" t="t" r="r" b="b"/>
              <a:pathLst>
                <a:path w="1047" h="634" extrusionOk="0">
                  <a:moveTo>
                    <a:pt x="1046" y="0"/>
                  </a:moveTo>
                  <a:lnTo>
                    <a:pt x="1" y="80"/>
                  </a:lnTo>
                  <a:lnTo>
                    <a:pt x="96" y="634"/>
                  </a:lnTo>
                  <a:cubicBezTo>
                    <a:pt x="967" y="333"/>
                    <a:pt x="1046" y="0"/>
                    <a:pt x="1046" y="0"/>
                  </a:cubicBezTo>
                  <a:close/>
                </a:path>
              </a:pathLst>
            </a:custGeom>
            <a:solidFill>
              <a:srgbClr val="E8ED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6767008" y="1343623"/>
              <a:ext cx="11806" cy="29238"/>
            </a:xfrm>
            <a:custGeom>
              <a:avLst/>
              <a:gdLst/>
              <a:ahLst/>
              <a:cxnLst/>
              <a:rect l="l" t="t" r="r" b="b"/>
              <a:pathLst>
                <a:path w="128" h="317" extrusionOk="0">
                  <a:moveTo>
                    <a:pt x="127" y="317"/>
                  </a:moveTo>
                  <a:lnTo>
                    <a:pt x="1" y="0"/>
                  </a:lnTo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2"/>
            <p:cNvSpPr/>
            <p:nvPr/>
          </p:nvSpPr>
          <p:spPr>
            <a:xfrm>
              <a:off x="5646291" y="1315861"/>
              <a:ext cx="1133999" cy="413478"/>
            </a:xfrm>
            <a:custGeom>
              <a:avLst/>
              <a:gdLst/>
              <a:ahLst/>
              <a:cxnLst/>
              <a:rect l="l" t="t" r="r" b="b"/>
              <a:pathLst>
                <a:path w="12295" h="4483" extrusionOk="0">
                  <a:moveTo>
                    <a:pt x="3343" y="0"/>
                  </a:moveTo>
                  <a:cubicBezTo>
                    <a:pt x="3343" y="0"/>
                    <a:pt x="935" y="491"/>
                    <a:pt x="111" y="1933"/>
                  </a:cubicBezTo>
                  <a:cubicBezTo>
                    <a:pt x="64" y="2091"/>
                    <a:pt x="32" y="2250"/>
                    <a:pt x="0" y="2408"/>
                  </a:cubicBezTo>
                  <a:cubicBezTo>
                    <a:pt x="0" y="2408"/>
                    <a:pt x="539" y="1600"/>
                    <a:pt x="903" y="1505"/>
                  </a:cubicBezTo>
                  <a:lnTo>
                    <a:pt x="903" y="1505"/>
                  </a:lnTo>
                  <a:cubicBezTo>
                    <a:pt x="903" y="1505"/>
                    <a:pt x="507" y="4341"/>
                    <a:pt x="3518" y="4468"/>
                  </a:cubicBezTo>
                  <a:cubicBezTo>
                    <a:pt x="3724" y="4477"/>
                    <a:pt x="3919" y="4482"/>
                    <a:pt x="4104" y="4482"/>
                  </a:cubicBezTo>
                  <a:cubicBezTo>
                    <a:pt x="6624" y="4482"/>
                    <a:pt x="7250" y="3609"/>
                    <a:pt x="7161" y="2709"/>
                  </a:cubicBezTo>
                  <a:lnTo>
                    <a:pt x="11676" y="2060"/>
                  </a:lnTo>
                  <a:cubicBezTo>
                    <a:pt x="11962" y="1616"/>
                    <a:pt x="12168" y="1125"/>
                    <a:pt x="12278" y="618"/>
                  </a:cubicBezTo>
                  <a:cubicBezTo>
                    <a:pt x="12294" y="475"/>
                    <a:pt x="12247" y="349"/>
                    <a:pt x="12152" y="254"/>
                  </a:cubicBezTo>
                  <a:lnTo>
                    <a:pt x="33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2"/>
            <p:cNvSpPr/>
            <p:nvPr/>
          </p:nvSpPr>
          <p:spPr>
            <a:xfrm>
              <a:off x="5630150" y="1456055"/>
              <a:ext cx="1093140" cy="399459"/>
            </a:xfrm>
            <a:custGeom>
              <a:avLst/>
              <a:gdLst/>
              <a:ahLst/>
              <a:cxnLst/>
              <a:rect l="l" t="t" r="r" b="b"/>
              <a:pathLst>
                <a:path w="11852" h="4331" extrusionOk="0">
                  <a:moveTo>
                    <a:pt x="1094" y="1"/>
                  </a:moveTo>
                  <a:lnTo>
                    <a:pt x="1094" y="1"/>
                  </a:lnTo>
                  <a:cubicBezTo>
                    <a:pt x="714" y="80"/>
                    <a:pt x="175" y="888"/>
                    <a:pt x="175" y="888"/>
                  </a:cubicBezTo>
                  <a:cubicBezTo>
                    <a:pt x="5" y="1926"/>
                    <a:pt x="0" y="4330"/>
                    <a:pt x="3771" y="4330"/>
                  </a:cubicBezTo>
                  <a:cubicBezTo>
                    <a:pt x="4201" y="4330"/>
                    <a:pt x="4680" y="4299"/>
                    <a:pt x="5213" y="4231"/>
                  </a:cubicBezTo>
                  <a:cubicBezTo>
                    <a:pt x="9222" y="3708"/>
                    <a:pt x="11043" y="1886"/>
                    <a:pt x="11851" y="555"/>
                  </a:cubicBezTo>
                  <a:lnTo>
                    <a:pt x="11851" y="555"/>
                  </a:lnTo>
                  <a:lnTo>
                    <a:pt x="7336" y="1205"/>
                  </a:lnTo>
                  <a:cubicBezTo>
                    <a:pt x="7425" y="2105"/>
                    <a:pt x="6799" y="2978"/>
                    <a:pt x="4279" y="2978"/>
                  </a:cubicBezTo>
                  <a:cubicBezTo>
                    <a:pt x="4094" y="2978"/>
                    <a:pt x="3899" y="2973"/>
                    <a:pt x="3693" y="2963"/>
                  </a:cubicBezTo>
                  <a:cubicBezTo>
                    <a:pt x="698" y="2821"/>
                    <a:pt x="1094" y="1"/>
                    <a:pt x="10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6648673" y="1021271"/>
              <a:ext cx="150616" cy="318018"/>
            </a:xfrm>
            <a:custGeom>
              <a:avLst/>
              <a:gdLst/>
              <a:ahLst/>
              <a:cxnLst/>
              <a:rect l="l" t="t" r="r" b="b"/>
              <a:pathLst>
                <a:path w="1633" h="3448" extrusionOk="0">
                  <a:moveTo>
                    <a:pt x="1135" y="1"/>
                  </a:moveTo>
                  <a:cubicBezTo>
                    <a:pt x="1004" y="1"/>
                    <a:pt x="967" y="168"/>
                    <a:pt x="967" y="168"/>
                  </a:cubicBezTo>
                  <a:lnTo>
                    <a:pt x="0" y="3416"/>
                  </a:lnTo>
                  <a:lnTo>
                    <a:pt x="1268" y="3448"/>
                  </a:lnTo>
                  <a:lnTo>
                    <a:pt x="1521" y="944"/>
                  </a:lnTo>
                  <a:cubicBezTo>
                    <a:pt x="1632" y="406"/>
                    <a:pt x="1601" y="358"/>
                    <a:pt x="1490" y="231"/>
                  </a:cubicBezTo>
                  <a:cubicBezTo>
                    <a:pt x="1442" y="184"/>
                    <a:pt x="1284" y="57"/>
                    <a:pt x="1284" y="57"/>
                  </a:cubicBezTo>
                  <a:cubicBezTo>
                    <a:pt x="1224" y="16"/>
                    <a:pt x="1175" y="1"/>
                    <a:pt x="11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1" name="Google Shape;391;p32"/>
            <p:cNvGrpSpPr/>
            <p:nvPr/>
          </p:nvGrpSpPr>
          <p:grpSpPr>
            <a:xfrm>
              <a:off x="6137244" y="1410492"/>
              <a:ext cx="539283" cy="60320"/>
              <a:chOff x="6137244" y="1410492"/>
              <a:chExt cx="539283" cy="60320"/>
            </a:xfrm>
          </p:grpSpPr>
          <p:sp>
            <p:nvSpPr>
              <p:cNvPr id="392" name="Google Shape;392;p32"/>
              <p:cNvSpPr/>
              <p:nvPr/>
            </p:nvSpPr>
            <p:spPr>
              <a:xfrm>
                <a:off x="6137244" y="1410492"/>
                <a:ext cx="19092" cy="53034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75" extrusionOk="0">
                    <a:moveTo>
                      <a:pt x="77" y="1"/>
                    </a:moveTo>
                    <a:cubicBezTo>
                      <a:pt x="36" y="1"/>
                      <a:pt x="1" y="44"/>
                      <a:pt x="1" y="99"/>
                    </a:cubicBezTo>
                    <a:lnTo>
                      <a:pt x="1" y="479"/>
                    </a:lnTo>
                    <a:cubicBezTo>
                      <a:pt x="1" y="527"/>
                      <a:pt x="48" y="574"/>
                      <a:pt x="96" y="574"/>
                    </a:cubicBezTo>
                    <a:cubicBezTo>
                      <a:pt x="159" y="574"/>
                      <a:pt x="207" y="527"/>
                      <a:pt x="207" y="479"/>
                    </a:cubicBezTo>
                    <a:lnTo>
                      <a:pt x="207" y="99"/>
                    </a:lnTo>
                    <a:cubicBezTo>
                      <a:pt x="207" y="44"/>
                      <a:pt x="171" y="1"/>
                      <a:pt x="120" y="1"/>
                    </a:cubicBezTo>
                    <a:cubicBezTo>
                      <a:pt x="112" y="1"/>
                      <a:pt x="104" y="2"/>
                      <a:pt x="96" y="4"/>
                    </a:cubicBezTo>
                    <a:cubicBezTo>
                      <a:pt x="89" y="2"/>
                      <a:pt x="83" y="1"/>
                      <a:pt x="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2"/>
              <p:cNvSpPr/>
              <p:nvPr/>
            </p:nvSpPr>
            <p:spPr>
              <a:xfrm>
                <a:off x="6169433" y="1410769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111" y="1"/>
                    </a:moveTo>
                    <a:cubicBezTo>
                      <a:pt x="48" y="1"/>
                      <a:pt x="0" y="48"/>
                      <a:pt x="0" y="112"/>
                    </a:cubicBezTo>
                    <a:lnTo>
                      <a:pt x="0" y="492"/>
                    </a:lnTo>
                    <a:cubicBezTo>
                      <a:pt x="0" y="539"/>
                      <a:pt x="48" y="587"/>
                      <a:pt x="111" y="587"/>
                    </a:cubicBezTo>
                    <a:cubicBezTo>
                      <a:pt x="159" y="587"/>
                      <a:pt x="206" y="539"/>
                      <a:pt x="206" y="492"/>
                    </a:cubicBezTo>
                    <a:lnTo>
                      <a:pt x="206" y="112"/>
                    </a:lnTo>
                    <a:cubicBezTo>
                      <a:pt x="206" y="48"/>
                      <a:pt x="159" y="1"/>
                      <a:pt x="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2"/>
              <p:cNvSpPr/>
              <p:nvPr/>
            </p:nvSpPr>
            <p:spPr>
              <a:xfrm>
                <a:off x="6201530" y="1410769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112" y="1"/>
                    </a:moveTo>
                    <a:cubicBezTo>
                      <a:pt x="48" y="1"/>
                      <a:pt x="1" y="48"/>
                      <a:pt x="16" y="112"/>
                    </a:cubicBezTo>
                    <a:lnTo>
                      <a:pt x="16" y="492"/>
                    </a:lnTo>
                    <a:cubicBezTo>
                      <a:pt x="1" y="539"/>
                      <a:pt x="48" y="587"/>
                      <a:pt x="112" y="587"/>
                    </a:cubicBezTo>
                    <a:cubicBezTo>
                      <a:pt x="159" y="587"/>
                      <a:pt x="207" y="539"/>
                      <a:pt x="207" y="492"/>
                    </a:cubicBezTo>
                    <a:lnTo>
                      <a:pt x="207" y="112"/>
                    </a:lnTo>
                    <a:cubicBezTo>
                      <a:pt x="207" y="48"/>
                      <a:pt x="159" y="1"/>
                      <a:pt x="11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2"/>
              <p:cNvSpPr/>
              <p:nvPr/>
            </p:nvSpPr>
            <p:spPr>
              <a:xfrm>
                <a:off x="6235195" y="1410769"/>
                <a:ext cx="19000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587" extrusionOk="0">
                    <a:moveTo>
                      <a:pt x="95" y="1"/>
                    </a:moveTo>
                    <a:cubicBezTo>
                      <a:pt x="32" y="1"/>
                      <a:pt x="0" y="48"/>
                      <a:pt x="0" y="112"/>
                    </a:cubicBezTo>
                    <a:lnTo>
                      <a:pt x="0" y="492"/>
                    </a:lnTo>
                    <a:cubicBezTo>
                      <a:pt x="0" y="539"/>
                      <a:pt x="48" y="587"/>
                      <a:pt x="95" y="587"/>
                    </a:cubicBezTo>
                    <a:cubicBezTo>
                      <a:pt x="158" y="587"/>
                      <a:pt x="190" y="539"/>
                      <a:pt x="190" y="492"/>
                    </a:cubicBezTo>
                    <a:lnTo>
                      <a:pt x="206" y="112"/>
                    </a:lnTo>
                    <a:cubicBezTo>
                      <a:pt x="190" y="48"/>
                      <a:pt x="143" y="1"/>
                      <a:pt x="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6267292" y="1410769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96" y="1"/>
                    </a:moveTo>
                    <a:cubicBezTo>
                      <a:pt x="48" y="1"/>
                      <a:pt x="1" y="48"/>
                      <a:pt x="1" y="112"/>
                    </a:cubicBezTo>
                    <a:lnTo>
                      <a:pt x="1" y="492"/>
                    </a:lnTo>
                    <a:cubicBezTo>
                      <a:pt x="1" y="539"/>
                      <a:pt x="48" y="587"/>
                      <a:pt x="96" y="587"/>
                    </a:cubicBezTo>
                    <a:cubicBezTo>
                      <a:pt x="159" y="587"/>
                      <a:pt x="207" y="539"/>
                      <a:pt x="207" y="492"/>
                    </a:cubicBezTo>
                    <a:lnTo>
                      <a:pt x="207" y="112"/>
                    </a:lnTo>
                    <a:cubicBezTo>
                      <a:pt x="207" y="48"/>
                      <a:pt x="159" y="1"/>
                      <a:pt x="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6299481" y="1412244"/>
                <a:ext cx="19092" cy="53034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75" extrusionOk="0">
                    <a:moveTo>
                      <a:pt x="111" y="1"/>
                    </a:moveTo>
                    <a:cubicBezTo>
                      <a:pt x="48" y="1"/>
                      <a:pt x="0" y="48"/>
                      <a:pt x="0" y="96"/>
                    </a:cubicBezTo>
                    <a:lnTo>
                      <a:pt x="0" y="476"/>
                    </a:lnTo>
                    <a:cubicBezTo>
                      <a:pt x="0" y="531"/>
                      <a:pt x="36" y="574"/>
                      <a:pt x="87" y="574"/>
                    </a:cubicBezTo>
                    <a:cubicBezTo>
                      <a:pt x="95" y="574"/>
                      <a:pt x="103" y="573"/>
                      <a:pt x="111" y="571"/>
                    </a:cubicBezTo>
                    <a:cubicBezTo>
                      <a:pt x="117" y="573"/>
                      <a:pt x="123" y="574"/>
                      <a:pt x="130" y="574"/>
                    </a:cubicBezTo>
                    <a:cubicBezTo>
                      <a:pt x="170" y="574"/>
                      <a:pt x="206" y="531"/>
                      <a:pt x="206" y="476"/>
                    </a:cubicBezTo>
                    <a:lnTo>
                      <a:pt x="206" y="96"/>
                    </a:lnTo>
                    <a:cubicBezTo>
                      <a:pt x="206" y="48"/>
                      <a:pt x="159" y="1"/>
                      <a:pt x="1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2"/>
              <p:cNvSpPr/>
              <p:nvPr/>
            </p:nvSpPr>
            <p:spPr>
              <a:xfrm>
                <a:off x="6333054" y="1412244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96" y="1"/>
                    </a:moveTo>
                    <a:cubicBezTo>
                      <a:pt x="48" y="1"/>
                      <a:pt x="0" y="48"/>
                      <a:pt x="0" y="112"/>
                    </a:cubicBezTo>
                    <a:lnTo>
                      <a:pt x="0" y="492"/>
                    </a:lnTo>
                    <a:cubicBezTo>
                      <a:pt x="0" y="539"/>
                      <a:pt x="48" y="587"/>
                      <a:pt x="96" y="587"/>
                    </a:cubicBezTo>
                    <a:cubicBezTo>
                      <a:pt x="159" y="587"/>
                      <a:pt x="206" y="539"/>
                      <a:pt x="206" y="476"/>
                    </a:cubicBezTo>
                    <a:lnTo>
                      <a:pt x="206" y="112"/>
                    </a:lnTo>
                    <a:cubicBezTo>
                      <a:pt x="191" y="48"/>
                      <a:pt x="159" y="1"/>
                      <a:pt x="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2"/>
              <p:cNvSpPr/>
              <p:nvPr/>
            </p:nvSpPr>
            <p:spPr>
              <a:xfrm>
                <a:off x="6365243" y="1413443"/>
                <a:ext cx="19000" cy="52941"/>
              </a:xfrm>
              <a:custGeom>
                <a:avLst/>
                <a:gdLst/>
                <a:ahLst/>
                <a:cxnLst/>
                <a:rect l="l" t="t" r="r" b="b"/>
                <a:pathLst>
                  <a:path w="206" h="574" extrusionOk="0">
                    <a:moveTo>
                      <a:pt x="118" y="0"/>
                    </a:moveTo>
                    <a:cubicBezTo>
                      <a:pt x="111" y="0"/>
                      <a:pt x="103" y="1"/>
                      <a:pt x="95" y="3"/>
                    </a:cubicBezTo>
                    <a:cubicBezTo>
                      <a:pt x="48" y="3"/>
                      <a:pt x="0" y="51"/>
                      <a:pt x="0" y="99"/>
                    </a:cubicBezTo>
                    <a:lnTo>
                      <a:pt x="0" y="479"/>
                    </a:lnTo>
                    <a:cubicBezTo>
                      <a:pt x="0" y="526"/>
                      <a:pt x="48" y="574"/>
                      <a:pt x="95" y="574"/>
                    </a:cubicBezTo>
                    <a:cubicBezTo>
                      <a:pt x="158" y="574"/>
                      <a:pt x="206" y="526"/>
                      <a:pt x="206" y="479"/>
                    </a:cubicBezTo>
                    <a:lnTo>
                      <a:pt x="206" y="99"/>
                    </a:lnTo>
                    <a:cubicBezTo>
                      <a:pt x="192" y="43"/>
                      <a:pt x="166" y="0"/>
                      <a:pt x="1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6397340" y="1413720"/>
                <a:ext cx="19092" cy="5266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71" extrusionOk="0">
                    <a:moveTo>
                      <a:pt x="96" y="0"/>
                    </a:moveTo>
                    <a:cubicBezTo>
                      <a:pt x="48" y="0"/>
                      <a:pt x="1" y="48"/>
                      <a:pt x="1" y="96"/>
                    </a:cubicBezTo>
                    <a:lnTo>
                      <a:pt x="1" y="476"/>
                    </a:lnTo>
                    <a:cubicBezTo>
                      <a:pt x="1" y="539"/>
                      <a:pt x="48" y="571"/>
                      <a:pt x="111" y="571"/>
                    </a:cubicBezTo>
                    <a:cubicBezTo>
                      <a:pt x="159" y="571"/>
                      <a:pt x="206" y="539"/>
                      <a:pt x="206" y="476"/>
                    </a:cubicBezTo>
                    <a:lnTo>
                      <a:pt x="206" y="96"/>
                    </a:lnTo>
                    <a:cubicBezTo>
                      <a:pt x="206" y="48"/>
                      <a:pt x="159" y="0"/>
                      <a:pt x="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6429529" y="1413720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111" y="0"/>
                    </a:moveTo>
                    <a:cubicBezTo>
                      <a:pt x="48" y="0"/>
                      <a:pt x="0" y="48"/>
                      <a:pt x="0" y="111"/>
                    </a:cubicBezTo>
                    <a:lnTo>
                      <a:pt x="0" y="492"/>
                    </a:lnTo>
                    <a:cubicBezTo>
                      <a:pt x="0" y="539"/>
                      <a:pt x="48" y="587"/>
                      <a:pt x="111" y="587"/>
                    </a:cubicBezTo>
                    <a:cubicBezTo>
                      <a:pt x="159" y="587"/>
                      <a:pt x="206" y="539"/>
                      <a:pt x="206" y="476"/>
                    </a:cubicBezTo>
                    <a:lnTo>
                      <a:pt x="206" y="96"/>
                    </a:lnTo>
                    <a:cubicBezTo>
                      <a:pt x="206" y="48"/>
                      <a:pt x="159" y="0"/>
                      <a:pt x="1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6461626" y="1413720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112" y="0"/>
                    </a:moveTo>
                    <a:cubicBezTo>
                      <a:pt x="48" y="0"/>
                      <a:pt x="1" y="48"/>
                      <a:pt x="16" y="111"/>
                    </a:cubicBezTo>
                    <a:lnTo>
                      <a:pt x="16" y="492"/>
                    </a:lnTo>
                    <a:cubicBezTo>
                      <a:pt x="16" y="539"/>
                      <a:pt x="48" y="587"/>
                      <a:pt x="112" y="587"/>
                    </a:cubicBezTo>
                    <a:cubicBezTo>
                      <a:pt x="175" y="587"/>
                      <a:pt x="207" y="539"/>
                      <a:pt x="207" y="492"/>
                    </a:cubicBezTo>
                    <a:lnTo>
                      <a:pt x="207" y="111"/>
                    </a:lnTo>
                    <a:cubicBezTo>
                      <a:pt x="207" y="48"/>
                      <a:pt x="159" y="0"/>
                      <a:pt x="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6495198" y="1415196"/>
                <a:ext cx="19092" cy="5266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71" extrusionOk="0">
                    <a:moveTo>
                      <a:pt x="96" y="0"/>
                    </a:moveTo>
                    <a:cubicBezTo>
                      <a:pt x="33" y="0"/>
                      <a:pt x="1" y="48"/>
                      <a:pt x="1" y="95"/>
                    </a:cubicBezTo>
                    <a:lnTo>
                      <a:pt x="1" y="476"/>
                    </a:lnTo>
                    <a:cubicBezTo>
                      <a:pt x="1" y="539"/>
                      <a:pt x="49" y="571"/>
                      <a:pt x="96" y="571"/>
                    </a:cubicBezTo>
                    <a:cubicBezTo>
                      <a:pt x="159" y="571"/>
                      <a:pt x="207" y="523"/>
                      <a:pt x="207" y="476"/>
                    </a:cubicBezTo>
                    <a:lnTo>
                      <a:pt x="191" y="95"/>
                    </a:lnTo>
                    <a:cubicBezTo>
                      <a:pt x="191" y="32"/>
                      <a:pt x="159" y="0"/>
                      <a:pt x="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6527388" y="1415196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96" y="0"/>
                    </a:moveTo>
                    <a:cubicBezTo>
                      <a:pt x="48" y="0"/>
                      <a:pt x="1" y="48"/>
                      <a:pt x="1" y="111"/>
                    </a:cubicBezTo>
                    <a:lnTo>
                      <a:pt x="1" y="476"/>
                    </a:lnTo>
                    <a:cubicBezTo>
                      <a:pt x="1" y="539"/>
                      <a:pt x="48" y="586"/>
                      <a:pt x="111" y="586"/>
                    </a:cubicBezTo>
                    <a:cubicBezTo>
                      <a:pt x="159" y="571"/>
                      <a:pt x="206" y="539"/>
                      <a:pt x="206" y="476"/>
                    </a:cubicBezTo>
                    <a:lnTo>
                      <a:pt x="206" y="95"/>
                    </a:lnTo>
                    <a:cubicBezTo>
                      <a:pt x="206" y="48"/>
                      <a:pt x="159" y="0"/>
                      <a:pt x="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6559577" y="1415196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111" y="0"/>
                    </a:moveTo>
                    <a:cubicBezTo>
                      <a:pt x="48" y="0"/>
                      <a:pt x="0" y="48"/>
                      <a:pt x="0" y="111"/>
                    </a:cubicBezTo>
                    <a:lnTo>
                      <a:pt x="0" y="491"/>
                    </a:lnTo>
                    <a:cubicBezTo>
                      <a:pt x="0" y="539"/>
                      <a:pt x="48" y="586"/>
                      <a:pt x="111" y="586"/>
                    </a:cubicBezTo>
                    <a:cubicBezTo>
                      <a:pt x="158" y="586"/>
                      <a:pt x="206" y="539"/>
                      <a:pt x="206" y="491"/>
                    </a:cubicBezTo>
                    <a:lnTo>
                      <a:pt x="206" y="111"/>
                    </a:lnTo>
                    <a:cubicBezTo>
                      <a:pt x="206" y="48"/>
                      <a:pt x="158" y="0"/>
                      <a:pt x="1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6591674" y="1416671"/>
                <a:ext cx="19092" cy="5266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71" extrusionOk="0">
                    <a:moveTo>
                      <a:pt x="111" y="0"/>
                    </a:moveTo>
                    <a:cubicBezTo>
                      <a:pt x="48" y="0"/>
                      <a:pt x="1" y="32"/>
                      <a:pt x="16" y="95"/>
                    </a:cubicBezTo>
                    <a:lnTo>
                      <a:pt x="16" y="475"/>
                    </a:lnTo>
                    <a:cubicBezTo>
                      <a:pt x="16" y="523"/>
                      <a:pt x="64" y="570"/>
                      <a:pt x="111" y="570"/>
                    </a:cubicBezTo>
                    <a:cubicBezTo>
                      <a:pt x="159" y="570"/>
                      <a:pt x="207" y="523"/>
                      <a:pt x="207" y="475"/>
                    </a:cubicBezTo>
                    <a:lnTo>
                      <a:pt x="207" y="95"/>
                    </a:lnTo>
                    <a:cubicBezTo>
                      <a:pt x="207" y="32"/>
                      <a:pt x="159" y="0"/>
                      <a:pt x="1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2"/>
              <p:cNvSpPr/>
              <p:nvPr/>
            </p:nvSpPr>
            <p:spPr>
              <a:xfrm>
                <a:off x="6625246" y="1416671"/>
                <a:ext cx="19092" cy="52941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74" extrusionOk="0">
                    <a:moveTo>
                      <a:pt x="96" y="0"/>
                    </a:moveTo>
                    <a:cubicBezTo>
                      <a:pt x="33" y="0"/>
                      <a:pt x="1" y="48"/>
                      <a:pt x="1" y="95"/>
                    </a:cubicBezTo>
                    <a:lnTo>
                      <a:pt x="1" y="475"/>
                    </a:lnTo>
                    <a:cubicBezTo>
                      <a:pt x="1" y="530"/>
                      <a:pt x="37" y="574"/>
                      <a:pt x="77" y="574"/>
                    </a:cubicBezTo>
                    <a:cubicBezTo>
                      <a:pt x="84" y="574"/>
                      <a:pt x="90" y="573"/>
                      <a:pt x="96" y="570"/>
                    </a:cubicBezTo>
                    <a:cubicBezTo>
                      <a:pt x="159" y="570"/>
                      <a:pt x="207" y="523"/>
                      <a:pt x="207" y="475"/>
                    </a:cubicBezTo>
                    <a:lnTo>
                      <a:pt x="191" y="95"/>
                    </a:lnTo>
                    <a:cubicBezTo>
                      <a:pt x="191" y="48"/>
                      <a:pt x="159" y="0"/>
                      <a:pt x="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2"/>
              <p:cNvSpPr/>
              <p:nvPr/>
            </p:nvSpPr>
            <p:spPr>
              <a:xfrm>
                <a:off x="6657435" y="1416671"/>
                <a:ext cx="19092" cy="5414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587" extrusionOk="0">
                    <a:moveTo>
                      <a:pt x="96" y="0"/>
                    </a:moveTo>
                    <a:cubicBezTo>
                      <a:pt x="48" y="0"/>
                      <a:pt x="1" y="48"/>
                      <a:pt x="1" y="111"/>
                    </a:cubicBezTo>
                    <a:lnTo>
                      <a:pt x="1" y="475"/>
                    </a:lnTo>
                    <a:cubicBezTo>
                      <a:pt x="1" y="539"/>
                      <a:pt x="48" y="586"/>
                      <a:pt x="111" y="586"/>
                    </a:cubicBezTo>
                    <a:cubicBezTo>
                      <a:pt x="159" y="586"/>
                      <a:pt x="206" y="539"/>
                      <a:pt x="206" y="475"/>
                    </a:cubicBezTo>
                    <a:lnTo>
                      <a:pt x="206" y="111"/>
                    </a:lnTo>
                    <a:cubicBezTo>
                      <a:pt x="206" y="48"/>
                      <a:pt x="159" y="0"/>
                      <a:pt x="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9" name="Google Shape;409;p32"/>
            <p:cNvGrpSpPr/>
            <p:nvPr/>
          </p:nvGrpSpPr>
          <p:grpSpPr>
            <a:xfrm>
              <a:off x="5687242" y="1373691"/>
              <a:ext cx="410619" cy="190645"/>
              <a:chOff x="5687242" y="1373691"/>
              <a:chExt cx="410619" cy="190645"/>
            </a:xfrm>
          </p:grpSpPr>
          <p:sp>
            <p:nvSpPr>
              <p:cNvPr id="410" name="Google Shape;410;p32"/>
              <p:cNvSpPr/>
              <p:nvPr/>
            </p:nvSpPr>
            <p:spPr>
              <a:xfrm>
                <a:off x="6042245" y="1410676"/>
                <a:ext cx="55616" cy="153659"/>
              </a:xfrm>
              <a:custGeom>
                <a:avLst/>
                <a:gdLst/>
                <a:ahLst/>
                <a:cxnLst/>
                <a:rect l="l" t="t" r="r" b="b"/>
                <a:pathLst>
                  <a:path w="603" h="1666" extrusionOk="0">
                    <a:moveTo>
                      <a:pt x="310" y="1"/>
                    </a:moveTo>
                    <a:cubicBezTo>
                      <a:pt x="302" y="1"/>
                      <a:pt x="294" y="1"/>
                      <a:pt x="286" y="2"/>
                    </a:cubicBezTo>
                    <a:cubicBezTo>
                      <a:pt x="128" y="2"/>
                      <a:pt x="1" y="129"/>
                      <a:pt x="1" y="287"/>
                    </a:cubicBezTo>
                    <a:lnTo>
                      <a:pt x="17" y="1380"/>
                    </a:lnTo>
                    <a:cubicBezTo>
                      <a:pt x="17" y="1539"/>
                      <a:pt x="159" y="1665"/>
                      <a:pt x="318" y="1665"/>
                    </a:cubicBezTo>
                    <a:cubicBezTo>
                      <a:pt x="476" y="1665"/>
                      <a:pt x="603" y="1523"/>
                      <a:pt x="603" y="1364"/>
                    </a:cubicBezTo>
                    <a:lnTo>
                      <a:pt x="587" y="287"/>
                    </a:lnTo>
                    <a:cubicBezTo>
                      <a:pt x="587" y="137"/>
                      <a:pt x="459" y="1"/>
                      <a:pt x="3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2"/>
              <p:cNvSpPr/>
              <p:nvPr/>
            </p:nvSpPr>
            <p:spPr>
              <a:xfrm>
                <a:off x="5687242" y="1373691"/>
                <a:ext cx="255761" cy="101456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1100" extrusionOk="0">
                    <a:moveTo>
                      <a:pt x="1288" y="1"/>
                    </a:moveTo>
                    <a:cubicBezTo>
                      <a:pt x="1244" y="1"/>
                      <a:pt x="1200" y="3"/>
                      <a:pt x="1157" y="7"/>
                    </a:cubicBezTo>
                    <a:cubicBezTo>
                      <a:pt x="729" y="229"/>
                      <a:pt x="333" y="514"/>
                      <a:pt x="0" y="862"/>
                    </a:cubicBezTo>
                    <a:cubicBezTo>
                      <a:pt x="313" y="763"/>
                      <a:pt x="636" y="725"/>
                      <a:pt x="946" y="725"/>
                    </a:cubicBezTo>
                    <a:cubicBezTo>
                      <a:pt x="1923" y="725"/>
                      <a:pt x="2773" y="1100"/>
                      <a:pt x="2773" y="1100"/>
                    </a:cubicBezTo>
                    <a:cubicBezTo>
                      <a:pt x="2322" y="257"/>
                      <a:pt x="1778" y="1"/>
                      <a:pt x="12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2" name="Google Shape;412;p32"/>
            <p:cNvSpPr/>
            <p:nvPr/>
          </p:nvSpPr>
          <p:spPr>
            <a:xfrm>
              <a:off x="6740721" y="1520249"/>
              <a:ext cx="401949" cy="302707"/>
            </a:xfrm>
            <a:custGeom>
              <a:avLst/>
              <a:gdLst/>
              <a:ahLst/>
              <a:cxnLst/>
              <a:rect l="l" t="t" r="r" b="b"/>
              <a:pathLst>
                <a:path w="4358" h="3282" extrusionOk="0">
                  <a:moveTo>
                    <a:pt x="1520" y="0"/>
                  </a:moveTo>
                  <a:cubicBezTo>
                    <a:pt x="999" y="0"/>
                    <a:pt x="470" y="70"/>
                    <a:pt x="1" y="224"/>
                  </a:cubicBezTo>
                  <a:lnTo>
                    <a:pt x="824" y="3281"/>
                  </a:lnTo>
                  <a:cubicBezTo>
                    <a:pt x="824" y="3281"/>
                    <a:pt x="4357" y="2664"/>
                    <a:pt x="4246" y="1174"/>
                  </a:cubicBezTo>
                  <a:cubicBezTo>
                    <a:pt x="4189" y="476"/>
                    <a:pt x="2881" y="0"/>
                    <a:pt x="15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2"/>
            <p:cNvSpPr/>
            <p:nvPr/>
          </p:nvSpPr>
          <p:spPr>
            <a:xfrm>
              <a:off x="6769959" y="1565719"/>
              <a:ext cx="372712" cy="257236"/>
            </a:xfrm>
            <a:custGeom>
              <a:avLst/>
              <a:gdLst/>
              <a:ahLst/>
              <a:cxnLst/>
              <a:rect l="l" t="t" r="r" b="b"/>
              <a:pathLst>
                <a:path w="4041" h="2789" extrusionOk="0">
                  <a:moveTo>
                    <a:pt x="3407" y="0"/>
                  </a:moveTo>
                  <a:cubicBezTo>
                    <a:pt x="2322" y="764"/>
                    <a:pt x="1112" y="916"/>
                    <a:pt x="362" y="916"/>
                  </a:cubicBezTo>
                  <a:cubicBezTo>
                    <a:pt x="225" y="916"/>
                    <a:pt x="103" y="910"/>
                    <a:pt x="0" y="903"/>
                  </a:cubicBezTo>
                  <a:lnTo>
                    <a:pt x="0" y="903"/>
                  </a:lnTo>
                  <a:lnTo>
                    <a:pt x="507" y="2788"/>
                  </a:lnTo>
                  <a:cubicBezTo>
                    <a:pt x="507" y="2788"/>
                    <a:pt x="4040" y="2171"/>
                    <a:pt x="3929" y="681"/>
                  </a:cubicBezTo>
                  <a:cubicBezTo>
                    <a:pt x="3914" y="412"/>
                    <a:pt x="3708" y="190"/>
                    <a:pt x="34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2"/>
            <p:cNvSpPr/>
            <p:nvPr/>
          </p:nvSpPr>
          <p:spPr>
            <a:xfrm>
              <a:off x="6647198" y="1534360"/>
              <a:ext cx="268950" cy="293576"/>
            </a:xfrm>
            <a:custGeom>
              <a:avLst/>
              <a:gdLst/>
              <a:ahLst/>
              <a:cxnLst/>
              <a:rect l="l" t="t" r="r" b="b"/>
              <a:pathLst>
                <a:path w="2916" h="3183" extrusionOk="0">
                  <a:moveTo>
                    <a:pt x="1412" y="1"/>
                  </a:moveTo>
                  <a:cubicBezTo>
                    <a:pt x="1370" y="1"/>
                    <a:pt x="1327" y="3"/>
                    <a:pt x="1284" y="7"/>
                  </a:cubicBezTo>
                  <a:cubicBezTo>
                    <a:pt x="523" y="87"/>
                    <a:pt x="1" y="863"/>
                    <a:pt x="96" y="1750"/>
                  </a:cubicBezTo>
                  <a:cubicBezTo>
                    <a:pt x="200" y="2572"/>
                    <a:pt x="812" y="3183"/>
                    <a:pt x="1507" y="3183"/>
                  </a:cubicBezTo>
                  <a:cubicBezTo>
                    <a:pt x="1548" y="3183"/>
                    <a:pt x="1590" y="3180"/>
                    <a:pt x="1632" y="3176"/>
                  </a:cubicBezTo>
                  <a:cubicBezTo>
                    <a:pt x="2393" y="3081"/>
                    <a:pt x="2916" y="2305"/>
                    <a:pt x="2821" y="1433"/>
                  </a:cubicBezTo>
                  <a:cubicBezTo>
                    <a:pt x="2731" y="611"/>
                    <a:pt x="2120" y="1"/>
                    <a:pt x="1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6629673" y="1525414"/>
              <a:ext cx="303998" cy="310639"/>
            </a:xfrm>
            <a:custGeom>
              <a:avLst/>
              <a:gdLst/>
              <a:ahLst/>
              <a:cxnLst/>
              <a:rect l="l" t="t" r="r" b="b"/>
              <a:pathLst>
                <a:path w="3296" h="3368" extrusionOk="0">
                  <a:moveTo>
                    <a:pt x="1601" y="199"/>
                  </a:moveTo>
                  <a:cubicBezTo>
                    <a:pt x="1902" y="199"/>
                    <a:pt x="2203" y="326"/>
                    <a:pt x="2424" y="532"/>
                  </a:cubicBezTo>
                  <a:cubicBezTo>
                    <a:pt x="2694" y="801"/>
                    <a:pt x="2868" y="1166"/>
                    <a:pt x="2916" y="1546"/>
                  </a:cubicBezTo>
                  <a:cubicBezTo>
                    <a:pt x="2963" y="1926"/>
                    <a:pt x="2868" y="2322"/>
                    <a:pt x="2662" y="2639"/>
                  </a:cubicBezTo>
                  <a:cubicBezTo>
                    <a:pt x="2438" y="2989"/>
                    <a:pt x="2061" y="3172"/>
                    <a:pt x="1684" y="3172"/>
                  </a:cubicBezTo>
                  <a:cubicBezTo>
                    <a:pt x="1396" y="3172"/>
                    <a:pt x="1107" y="3065"/>
                    <a:pt x="888" y="2845"/>
                  </a:cubicBezTo>
                  <a:cubicBezTo>
                    <a:pt x="317" y="2275"/>
                    <a:pt x="206" y="1404"/>
                    <a:pt x="650" y="738"/>
                  </a:cubicBezTo>
                  <a:cubicBezTo>
                    <a:pt x="824" y="437"/>
                    <a:pt x="1141" y="247"/>
                    <a:pt x="1474" y="199"/>
                  </a:cubicBezTo>
                  <a:close/>
                  <a:moveTo>
                    <a:pt x="1612" y="1"/>
                  </a:moveTo>
                  <a:cubicBezTo>
                    <a:pt x="1172" y="1"/>
                    <a:pt x="735" y="215"/>
                    <a:pt x="476" y="627"/>
                  </a:cubicBezTo>
                  <a:cubicBezTo>
                    <a:pt x="1" y="1372"/>
                    <a:pt x="111" y="2354"/>
                    <a:pt x="745" y="2972"/>
                  </a:cubicBezTo>
                  <a:cubicBezTo>
                    <a:pt x="999" y="3225"/>
                    <a:pt x="1331" y="3368"/>
                    <a:pt x="1696" y="3368"/>
                  </a:cubicBezTo>
                  <a:lnTo>
                    <a:pt x="1822" y="3368"/>
                  </a:lnTo>
                  <a:cubicBezTo>
                    <a:pt x="2234" y="3320"/>
                    <a:pt x="2599" y="3099"/>
                    <a:pt x="2820" y="2750"/>
                  </a:cubicBezTo>
                  <a:cubicBezTo>
                    <a:pt x="3296" y="2006"/>
                    <a:pt x="3185" y="1023"/>
                    <a:pt x="2551" y="390"/>
                  </a:cubicBezTo>
                  <a:cubicBezTo>
                    <a:pt x="2289" y="128"/>
                    <a:pt x="1950" y="1"/>
                    <a:pt x="16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7062152" y="1501802"/>
              <a:ext cx="318663" cy="239343"/>
            </a:xfrm>
            <a:custGeom>
              <a:avLst/>
              <a:gdLst/>
              <a:ahLst/>
              <a:cxnLst/>
              <a:rect l="l" t="t" r="r" b="b"/>
              <a:pathLst>
                <a:path w="3455" h="2595" extrusionOk="0">
                  <a:moveTo>
                    <a:pt x="1189" y="1"/>
                  </a:moveTo>
                  <a:cubicBezTo>
                    <a:pt x="781" y="1"/>
                    <a:pt x="368" y="54"/>
                    <a:pt x="1" y="170"/>
                  </a:cubicBezTo>
                  <a:lnTo>
                    <a:pt x="666" y="2594"/>
                  </a:lnTo>
                  <a:cubicBezTo>
                    <a:pt x="666" y="2594"/>
                    <a:pt x="3455" y="2103"/>
                    <a:pt x="3375" y="931"/>
                  </a:cubicBezTo>
                  <a:cubicBezTo>
                    <a:pt x="3329" y="378"/>
                    <a:pt x="2278" y="1"/>
                    <a:pt x="1189" y="1"/>
                  </a:cubicBezTo>
                  <a:close/>
                </a:path>
              </a:pathLst>
            </a:custGeom>
            <a:solidFill>
              <a:srgbClr val="FCFE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2"/>
            <p:cNvSpPr/>
            <p:nvPr/>
          </p:nvSpPr>
          <p:spPr>
            <a:xfrm>
              <a:off x="7087054" y="1537957"/>
              <a:ext cx="293761" cy="203188"/>
            </a:xfrm>
            <a:custGeom>
              <a:avLst/>
              <a:gdLst/>
              <a:ahLst/>
              <a:cxnLst/>
              <a:rect l="l" t="t" r="r" b="b"/>
              <a:pathLst>
                <a:path w="3185" h="2203" extrusionOk="0">
                  <a:moveTo>
                    <a:pt x="2693" y="0"/>
                  </a:moveTo>
                  <a:cubicBezTo>
                    <a:pt x="1985" y="482"/>
                    <a:pt x="1149" y="723"/>
                    <a:pt x="300" y="723"/>
                  </a:cubicBezTo>
                  <a:cubicBezTo>
                    <a:pt x="200" y="723"/>
                    <a:pt x="100" y="720"/>
                    <a:pt x="0" y="713"/>
                  </a:cubicBezTo>
                  <a:lnTo>
                    <a:pt x="0" y="713"/>
                  </a:lnTo>
                  <a:lnTo>
                    <a:pt x="396" y="2202"/>
                  </a:lnTo>
                  <a:cubicBezTo>
                    <a:pt x="396" y="2202"/>
                    <a:pt x="3185" y="1711"/>
                    <a:pt x="3121" y="539"/>
                  </a:cubicBezTo>
                  <a:cubicBezTo>
                    <a:pt x="3074" y="301"/>
                    <a:pt x="2915" y="95"/>
                    <a:pt x="2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6989103" y="1512317"/>
              <a:ext cx="213426" cy="233717"/>
            </a:xfrm>
            <a:custGeom>
              <a:avLst/>
              <a:gdLst/>
              <a:ahLst/>
              <a:cxnLst/>
              <a:rect l="l" t="t" r="r" b="b"/>
              <a:pathLst>
                <a:path w="2314" h="2534" extrusionOk="0">
                  <a:moveTo>
                    <a:pt x="1133" y="1"/>
                  </a:moveTo>
                  <a:cubicBezTo>
                    <a:pt x="1094" y="1"/>
                    <a:pt x="1054" y="3"/>
                    <a:pt x="1015" y="9"/>
                  </a:cubicBezTo>
                  <a:cubicBezTo>
                    <a:pt x="413" y="88"/>
                    <a:pt x="1" y="690"/>
                    <a:pt x="64" y="1387"/>
                  </a:cubicBezTo>
                  <a:cubicBezTo>
                    <a:pt x="139" y="2045"/>
                    <a:pt x="637" y="2533"/>
                    <a:pt x="1198" y="2533"/>
                  </a:cubicBezTo>
                  <a:cubicBezTo>
                    <a:pt x="1232" y="2533"/>
                    <a:pt x="1266" y="2531"/>
                    <a:pt x="1300" y="2528"/>
                  </a:cubicBezTo>
                  <a:cubicBezTo>
                    <a:pt x="1886" y="2449"/>
                    <a:pt x="2314" y="1831"/>
                    <a:pt x="2235" y="1149"/>
                  </a:cubicBezTo>
                  <a:cubicBezTo>
                    <a:pt x="2161" y="499"/>
                    <a:pt x="1673" y="1"/>
                    <a:pt x="1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6983293" y="1503647"/>
              <a:ext cx="225140" cy="250596"/>
            </a:xfrm>
            <a:custGeom>
              <a:avLst/>
              <a:gdLst/>
              <a:ahLst/>
              <a:cxnLst/>
              <a:rect l="l" t="t" r="r" b="b"/>
              <a:pathLst>
                <a:path w="2441" h="2717" extrusionOk="0">
                  <a:moveTo>
                    <a:pt x="1173" y="198"/>
                  </a:moveTo>
                  <a:cubicBezTo>
                    <a:pt x="1680" y="198"/>
                    <a:pt x="2123" y="657"/>
                    <a:pt x="2187" y="1243"/>
                  </a:cubicBezTo>
                  <a:cubicBezTo>
                    <a:pt x="2234" y="1544"/>
                    <a:pt x="2155" y="1845"/>
                    <a:pt x="1997" y="2099"/>
                  </a:cubicBezTo>
                  <a:cubicBezTo>
                    <a:pt x="1854" y="2321"/>
                    <a:pt x="1616" y="2479"/>
                    <a:pt x="1347" y="2511"/>
                  </a:cubicBezTo>
                  <a:cubicBezTo>
                    <a:pt x="1315" y="2515"/>
                    <a:pt x="1282" y="2517"/>
                    <a:pt x="1250" y="2517"/>
                  </a:cubicBezTo>
                  <a:cubicBezTo>
                    <a:pt x="749" y="2517"/>
                    <a:pt x="298" y="2061"/>
                    <a:pt x="238" y="1465"/>
                  </a:cubicBezTo>
                  <a:cubicBezTo>
                    <a:pt x="191" y="1164"/>
                    <a:pt x="270" y="863"/>
                    <a:pt x="428" y="610"/>
                  </a:cubicBezTo>
                  <a:cubicBezTo>
                    <a:pt x="571" y="388"/>
                    <a:pt x="808" y="230"/>
                    <a:pt x="1078" y="198"/>
                  </a:cubicBezTo>
                  <a:close/>
                  <a:moveTo>
                    <a:pt x="1186" y="0"/>
                  </a:moveTo>
                  <a:cubicBezTo>
                    <a:pt x="1145" y="0"/>
                    <a:pt x="1103" y="3"/>
                    <a:pt x="1062" y="8"/>
                  </a:cubicBezTo>
                  <a:cubicBezTo>
                    <a:pt x="729" y="55"/>
                    <a:pt x="444" y="230"/>
                    <a:pt x="270" y="499"/>
                  </a:cubicBezTo>
                  <a:cubicBezTo>
                    <a:pt x="80" y="800"/>
                    <a:pt x="0" y="1148"/>
                    <a:pt x="32" y="1497"/>
                  </a:cubicBezTo>
                  <a:cubicBezTo>
                    <a:pt x="111" y="2194"/>
                    <a:pt x="650" y="2717"/>
                    <a:pt x="1252" y="2717"/>
                  </a:cubicBezTo>
                  <a:lnTo>
                    <a:pt x="1363" y="2717"/>
                  </a:lnTo>
                  <a:cubicBezTo>
                    <a:pt x="1696" y="2669"/>
                    <a:pt x="1981" y="2495"/>
                    <a:pt x="2155" y="2226"/>
                  </a:cubicBezTo>
                  <a:cubicBezTo>
                    <a:pt x="2345" y="1925"/>
                    <a:pt x="2440" y="1576"/>
                    <a:pt x="2393" y="1228"/>
                  </a:cubicBezTo>
                  <a:cubicBezTo>
                    <a:pt x="2318" y="531"/>
                    <a:pt x="1786" y="0"/>
                    <a:pt x="11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6178195" y="1480958"/>
              <a:ext cx="2289764" cy="86237"/>
            </a:xfrm>
            <a:custGeom>
              <a:avLst/>
              <a:gdLst/>
              <a:ahLst/>
              <a:cxnLst/>
              <a:rect l="l" t="t" r="r" b="b"/>
              <a:pathLst>
                <a:path w="24826" h="935" extrusionOk="0">
                  <a:moveTo>
                    <a:pt x="0" y="0"/>
                  </a:moveTo>
                  <a:lnTo>
                    <a:pt x="23764" y="935"/>
                  </a:lnTo>
                  <a:lnTo>
                    <a:pt x="24825" y="539"/>
                  </a:lnTo>
                  <a:lnTo>
                    <a:pt x="24651" y="64"/>
                  </a:lnTo>
                  <a:lnTo>
                    <a:pt x="5672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2"/>
            <p:cNvSpPr/>
            <p:nvPr/>
          </p:nvSpPr>
          <p:spPr>
            <a:xfrm>
              <a:off x="6178195" y="1480958"/>
              <a:ext cx="1300570" cy="86237"/>
            </a:xfrm>
            <a:custGeom>
              <a:avLst/>
              <a:gdLst/>
              <a:ahLst/>
              <a:cxnLst/>
              <a:rect l="l" t="t" r="r" b="b"/>
              <a:pathLst>
                <a:path w="14101" h="935" extrusionOk="0">
                  <a:moveTo>
                    <a:pt x="0" y="0"/>
                  </a:moveTo>
                  <a:lnTo>
                    <a:pt x="1394" y="935"/>
                  </a:lnTo>
                  <a:lnTo>
                    <a:pt x="14100" y="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2"/>
            <p:cNvSpPr/>
            <p:nvPr/>
          </p:nvSpPr>
          <p:spPr>
            <a:xfrm>
              <a:off x="7333961" y="1537957"/>
              <a:ext cx="1568" cy="92"/>
            </a:xfrm>
            <a:custGeom>
              <a:avLst/>
              <a:gdLst/>
              <a:ahLst/>
              <a:cxnLst/>
              <a:rect l="l" t="t" r="r" b="b"/>
              <a:pathLst>
                <a:path w="17" h="1" extrusionOk="0">
                  <a:moveTo>
                    <a:pt x="16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C4E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2"/>
            <p:cNvSpPr/>
            <p:nvPr/>
          </p:nvSpPr>
          <p:spPr>
            <a:xfrm>
              <a:off x="4417385" y="1021267"/>
              <a:ext cx="4049099" cy="546478"/>
            </a:xfrm>
            <a:custGeom>
              <a:avLst/>
              <a:gdLst/>
              <a:ahLst/>
              <a:cxnLst/>
              <a:rect l="l" t="t" r="r" b="b"/>
              <a:pathLst>
                <a:path w="43901" h="5925" extrusionOk="0">
                  <a:moveTo>
                    <a:pt x="25308" y="0"/>
                  </a:moveTo>
                  <a:cubicBezTo>
                    <a:pt x="25179" y="0"/>
                    <a:pt x="25143" y="174"/>
                    <a:pt x="25143" y="174"/>
                  </a:cubicBezTo>
                  <a:lnTo>
                    <a:pt x="24176" y="3422"/>
                  </a:lnTo>
                  <a:lnTo>
                    <a:pt x="16651" y="3200"/>
                  </a:lnTo>
                  <a:cubicBezTo>
                    <a:pt x="16049" y="3327"/>
                    <a:pt x="15463" y="3549"/>
                    <a:pt x="14909" y="3834"/>
                  </a:cubicBezTo>
                  <a:cubicBezTo>
                    <a:pt x="14814" y="3881"/>
                    <a:pt x="14718" y="3945"/>
                    <a:pt x="14608" y="4008"/>
                  </a:cubicBezTo>
                  <a:cubicBezTo>
                    <a:pt x="14307" y="4182"/>
                    <a:pt x="14037" y="4404"/>
                    <a:pt x="13784" y="4658"/>
                  </a:cubicBezTo>
                  <a:lnTo>
                    <a:pt x="935" y="4372"/>
                  </a:lnTo>
                  <a:lnTo>
                    <a:pt x="1" y="4515"/>
                  </a:lnTo>
                  <a:lnTo>
                    <a:pt x="1015" y="4800"/>
                  </a:lnTo>
                  <a:lnTo>
                    <a:pt x="6987" y="5196"/>
                  </a:lnTo>
                  <a:lnTo>
                    <a:pt x="31622" y="5608"/>
                  </a:lnTo>
                  <a:lnTo>
                    <a:pt x="31575" y="5592"/>
                  </a:lnTo>
                  <a:lnTo>
                    <a:pt x="33159" y="5545"/>
                  </a:lnTo>
                  <a:lnTo>
                    <a:pt x="31321" y="5466"/>
                  </a:lnTo>
                  <a:lnTo>
                    <a:pt x="31321" y="5466"/>
                  </a:lnTo>
                  <a:lnTo>
                    <a:pt x="42839" y="5925"/>
                  </a:lnTo>
                  <a:lnTo>
                    <a:pt x="43900" y="5529"/>
                  </a:lnTo>
                  <a:lnTo>
                    <a:pt x="43726" y="5054"/>
                  </a:lnTo>
                  <a:lnTo>
                    <a:pt x="25111" y="5054"/>
                  </a:lnTo>
                  <a:cubicBezTo>
                    <a:pt x="25301" y="4721"/>
                    <a:pt x="25444" y="4372"/>
                    <a:pt x="25555" y="4008"/>
                  </a:cubicBezTo>
                  <a:cubicBezTo>
                    <a:pt x="26426" y="3707"/>
                    <a:pt x="26489" y="3374"/>
                    <a:pt x="26489" y="3374"/>
                  </a:cubicBezTo>
                  <a:lnTo>
                    <a:pt x="26489" y="3374"/>
                  </a:lnTo>
                  <a:lnTo>
                    <a:pt x="25460" y="3454"/>
                  </a:lnTo>
                  <a:lnTo>
                    <a:pt x="25713" y="950"/>
                  </a:lnTo>
                  <a:cubicBezTo>
                    <a:pt x="25808" y="412"/>
                    <a:pt x="25792" y="364"/>
                    <a:pt x="25666" y="237"/>
                  </a:cubicBezTo>
                  <a:cubicBezTo>
                    <a:pt x="25618" y="190"/>
                    <a:pt x="25460" y="63"/>
                    <a:pt x="25460" y="63"/>
                  </a:cubicBezTo>
                  <a:cubicBezTo>
                    <a:pt x="25399" y="18"/>
                    <a:pt x="25349" y="0"/>
                    <a:pt x="25308" y="0"/>
                  </a:cubicBezTo>
                  <a:close/>
                </a:path>
              </a:pathLst>
            </a:custGeom>
            <a:solidFill>
              <a:srgbClr val="0173BC">
                <a:alpha val="178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2"/>
            <p:cNvSpPr/>
            <p:nvPr/>
          </p:nvSpPr>
          <p:spPr>
            <a:xfrm>
              <a:off x="5013363" y="1499744"/>
              <a:ext cx="2365764" cy="353343"/>
            </a:xfrm>
            <a:custGeom>
              <a:avLst/>
              <a:gdLst/>
              <a:ahLst/>
              <a:cxnLst/>
              <a:rect l="l" t="t" r="r" b="b"/>
              <a:pathLst>
                <a:path w="25650" h="3831" extrusionOk="0">
                  <a:moveTo>
                    <a:pt x="539" y="1"/>
                  </a:moveTo>
                  <a:cubicBezTo>
                    <a:pt x="175" y="302"/>
                    <a:pt x="1" y="761"/>
                    <a:pt x="48" y="1237"/>
                  </a:cubicBezTo>
                  <a:cubicBezTo>
                    <a:pt x="127" y="1934"/>
                    <a:pt x="666" y="2456"/>
                    <a:pt x="1268" y="2456"/>
                  </a:cubicBezTo>
                  <a:lnTo>
                    <a:pt x="1379" y="2456"/>
                  </a:lnTo>
                  <a:cubicBezTo>
                    <a:pt x="1569" y="2441"/>
                    <a:pt x="1743" y="2361"/>
                    <a:pt x="1902" y="2251"/>
                  </a:cubicBezTo>
                  <a:cubicBezTo>
                    <a:pt x="2013" y="2219"/>
                    <a:pt x="2139" y="2187"/>
                    <a:pt x="2282" y="2140"/>
                  </a:cubicBezTo>
                  <a:cubicBezTo>
                    <a:pt x="2361" y="2456"/>
                    <a:pt x="2535" y="2726"/>
                    <a:pt x="2773" y="2948"/>
                  </a:cubicBezTo>
                  <a:cubicBezTo>
                    <a:pt x="3011" y="3201"/>
                    <a:pt x="3359" y="3344"/>
                    <a:pt x="3708" y="3344"/>
                  </a:cubicBezTo>
                  <a:lnTo>
                    <a:pt x="3850" y="3344"/>
                  </a:lnTo>
                  <a:cubicBezTo>
                    <a:pt x="4072" y="3328"/>
                    <a:pt x="4278" y="3249"/>
                    <a:pt x="4452" y="3122"/>
                  </a:cubicBezTo>
                  <a:cubicBezTo>
                    <a:pt x="5070" y="2979"/>
                    <a:pt x="6290" y="2631"/>
                    <a:pt x="6971" y="2060"/>
                  </a:cubicBezTo>
                  <a:cubicBezTo>
                    <a:pt x="7289" y="2973"/>
                    <a:pt x="8181" y="3831"/>
                    <a:pt x="10412" y="3831"/>
                  </a:cubicBezTo>
                  <a:cubicBezTo>
                    <a:pt x="10853" y="3831"/>
                    <a:pt x="11347" y="3797"/>
                    <a:pt x="11898" y="3724"/>
                  </a:cubicBezTo>
                  <a:cubicBezTo>
                    <a:pt x="15400" y="3280"/>
                    <a:pt x="17237" y="1839"/>
                    <a:pt x="18172" y="587"/>
                  </a:cubicBezTo>
                  <a:lnTo>
                    <a:pt x="18267" y="587"/>
                  </a:lnTo>
                  <a:cubicBezTo>
                    <a:pt x="18172" y="682"/>
                    <a:pt x="18077" y="777"/>
                    <a:pt x="17998" y="888"/>
                  </a:cubicBezTo>
                  <a:cubicBezTo>
                    <a:pt x="17538" y="1633"/>
                    <a:pt x="17649" y="2615"/>
                    <a:pt x="18267" y="3233"/>
                  </a:cubicBezTo>
                  <a:cubicBezTo>
                    <a:pt x="18521" y="3470"/>
                    <a:pt x="18853" y="3613"/>
                    <a:pt x="19218" y="3629"/>
                  </a:cubicBezTo>
                  <a:lnTo>
                    <a:pt x="19360" y="3629"/>
                  </a:lnTo>
                  <a:cubicBezTo>
                    <a:pt x="19566" y="3597"/>
                    <a:pt x="19772" y="3518"/>
                    <a:pt x="19946" y="3407"/>
                  </a:cubicBezTo>
                  <a:cubicBezTo>
                    <a:pt x="20691" y="3233"/>
                    <a:pt x="21420" y="2963"/>
                    <a:pt x="22085" y="2615"/>
                  </a:cubicBezTo>
                  <a:cubicBezTo>
                    <a:pt x="22244" y="2694"/>
                    <a:pt x="22418" y="2742"/>
                    <a:pt x="22592" y="2742"/>
                  </a:cubicBezTo>
                  <a:lnTo>
                    <a:pt x="22719" y="2742"/>
                  </a:lnTo>
                  <a:cubicBezTo>
                    <a:pt x="22909" y="2710"/>
                    <a:pt x="23083" y="2647"/>
                    <a:pt x="23242" y="2520"/>
                  </a:cubicBezTo>
                  <a:cubicBezTo>
                    <a:pt x="24002" y="2346"/>
                    <a:pt x="25650" y="1839"/>
                    <a:pt x="25586" y="936"/>
                  </a:cubicBezTo>
                  <a:cubicBezTo>
                    <a:pt x="25571" y="904"/>
                    <a:pt x="25571" y="856"/>
                    <a:pt x="25555" y="809"/>
                  </a:cubicBezTo>
                  <a:cubicBezTo>
                    <a:pt x="25555" y="809"/>
                    <a:pt x="25555" y="809"/>
                    <a:pt x="25555" y="793"/>
                  </a:cubicBezTo>
                  <a:cubicBezTo>
                    <a:pt x="25539" y="761"/>
                    <a:pt x="25507" y="730"/>
                    <a:pt x="25491" y="682"/>
                  </a:cubicBezTo>
                  <a:lnTo>
                    <a:pt x="25475" y="666"/>
                  </a:lnTo>
                  <a:cubicBezTo>
                    <a:pt x="25444" y="635"/>
                    <a:pt x="25412" y="603"/>
                    <a:pt x="25380" y="571"/>
                  </a:cubicBezTo>
                  <a:lnTo>
                    <a:pt x="25349" y="540"/>
                  </a:lnTo>
                  <a:cubicBezTo>
                    <a:pt x="25317" y="508"/>
                    <a:pt x="25285" y="476"/>
                    <a:pt x="25238" y="460"/>
                  </a:cubicBezTo>
                  <a:lnTo>
                    <a:pt x="25206" y="429"/>
                  </a:lnTo>
                  <a:lnTo>
                    <a:pt x="25174" y="413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FBB442">
                <a:alpha val="31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1" name="Google Shape;576;p41">
            <a:extLst>
              <a:ext uri="{FF2B5EF4-FFF2-40B4-BE49-F238E27FC236}">
                <a16:creationId xmlns:a16="http://schemas.microsoft.com/office/drawing/2014/main" id="{745C8AFF-5998-001D-10BB-52FF1C26F41C}"/>
              </a:ext>
            </a:extLst>
          </p:cNvPr>
          <p:cNvSpPr/>
          <p:nvPr/>
        </p:nvSpPr>
        <p:spPr>
          <a:xfrm>
            <a:off x="2099138" y="4176150"/>
            <a:ext cx="1681200" cy="1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586;p41">
            <a:extLst>
              <a:ext uri="{FF2B5EF4-FFF2-40B4-BE49-F238E27FC236}">
                <a16:creationId xmlns:a16="http://schemas.microsoft.com/office/drawing/2014/main" id="{57ACA8FA-CBE1-09A4-86EC-194228D5158E}"/>
              </a:ext>
            </a:extLst>
          </p:cNvPr>
          <p:cNvSpPr/>
          <p:nvPr/>
        </p:nvSpPr>
        <p:spPr>
          <a:xfrm>
            <a:off x="3780265" y="4176150"/>
            <a:ext cx="1681200" cy="11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587;p41">
            <a:extLst>
              <a:ext uri="{FF2B5EF4-FFF2-40B4-BE49-F238E27FC236}">
                <a16:creationId xmlns:a16="http://schemas.microsoft.com/office/drawing/2014/main" id="{D2771227-F2B0-D45D-2C4B-C7D317CABB5E}"/>
              </a:ext>
            </a:extLst>
          </p:cNvPr>
          <p:cNvSpPr/>
          <p:nvPr/>
        </p:nvSpPr>
        <p:spPr>
          <a:xfrm>
            <a:off x="5458479" y="4176150"/>
            <a:ext cx="1681200" cy="11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588;p41">
            <a:extLst>
              <a:ext uri="{FF2B5EF4-FFF2-40B4-BE49-F238E27FC236}">
                <a16:creationId xmlns:a16="http://schemas.microsoft.com/office/drawing/2014/main" id="{E17B443B-A316-F2BC-7A34-3586D15FFDC1}"/>
              </a:ext>
            </a:extLst>
          </p:cNvPr>
          <p:cNvSpPr/>
          <p:nvPr/>
        </p:nvSpPr>
        <p:spPr>
          <a:xfrm>
            <a:off x="420924" y="4176150"/>
            <a:ext cx="1681200" cy="11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89" name="Google Shape;589;p41"/>
          <p:cNvGrpSpPr/>
          <p:nvPr/>
        </p:nvGrpSpPr>
        <p:grpSpPr>
          <a:xfrm rot="255146">
            <a:off x="5592154" y="3467859"/>
            <a:ext cx="1813231" cy="873428"/>
            <a:chOff x="1010675" y="1528800"/>
            <a:chExt cx="2951427" cy="1421694"/>
          </a:xfrm>
        </p:grpSpPr>
        <p:grpSp>
          <p:nvGrpSpPr>
            <p:cNvPr id="590" name="Google Shape;590;p41"/>
            <p:cNvGrpSpPr/>
            <p:nvPr/>
          </p:nvGrpSpPr>
          <p:grpSpPr>
            <a:xfrm>
              <a:off x="2306439" y="1647433"/>
              <a:ext cx="786272" cy="1005500"/>
              <a:chOff x="2306439" y="1647433"/>
              <a:chExt cx="786272" cy="1005500"/>
            </a:xfrm>
          </p:grpSpPr>
          <p:sp>
            <p:nvSpPr>
              <p:cNvPr id="591" name="Google Shape;591;p41"/>
              <p:cNvSpPr/>
              <p:nvPr/>
            </p:nvSpPr>
            <p:spPr>
              <a:xfrm>
                <a:off x="2306439" y="1647433"/>
                <a:ext cx="265008" cy="138500"/>
              </a:xfrm>
              <a:custGeom>
                <a:avLst/>
                <a:gdLst/>
                <a:ahLst/>
                <a:cxnLst/>
                <a:rect l="l" t="t" r="r" b="b"/>
                <a:pathLst>
                  <a:path w="5790" h="3026" extrusionOk="0">
                    <a:moveTo>
                      <a:pt x="4250" y="1"/>
                    </a:moveTo>
                    <a:cubicBezTo>
                      <a:pt x="2760" y="1"/>
                      <a:pt x="1287" y="426"/>
                      <a:pt x="1" y="1211"/>
                    </a:cubicBezTo>
                    <a:lnTo>
                      <a:pt x="4025" y="3026"/>
                    </a:lnTo>
                    <a:lnTo>
                      <a:pt x="5635" y="2889"/>
                    </a:lnTo>
                    <a:cubicBezTo>
                      <a:pt x="5789" y="954"/>
                      <a:pt x="4659" y="12"/>
                      <a:pt x="4659" y="12"/>
                    </a:cubicBezTo>
                    <a:cubicBezTo>
                      <a:pt x="4523" y="4"/>
                      <a:pt x="4386" y="1"/>
                      <a:pt x="42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41"/>
              <p:cNvSpPr/>
              <p:nvPr/>
            </p:nvSpPr>
            <p:spPr>
              <a:xfrm>
                <a:off x="2604303" y="1773022"/>
                <a:ext cx="265008" cy="138363"/>
              </a:xfrm>
              <a:custGeom>
                <a:avLst/>
                <a:gdLst/>
                <a:ahLst/>
                <a:cxnLst/>
                <a:rect l="l" t="t" r="r" b="b"/>
                <a:pathLst>
                  <a:path w="5790" h="3023" extrusionOk="0">
                    <a:moveTo>
                      <a:pt x="4324" y="1"/>
                    </a:moveTo>
                    <a:cubicBezTo>
                      <a:pt x="2801" y="1"/>
                      <a:pt x="1305" y="413"/>
                      <a:pt x="1" y="1224"/>
                    </a:cubicBezTo>
                    <a:lnTo>
                      <a:pt x="4026" y="3022"/>
                    </a:lnTo>
                    <a:lnTo>
                      <a:pt x="5653" y="2885"/>
                    </a:lnTo>
                    <a:cubicBezTo>
                      <a:pt x="5790" y="950"/>
                      <a:pt x="4676" y="8"/>
                      <a:pt x="4676" y="8"/>
                    </a:cubicBezTo>
                    <a:cubicBezTo>
                      <a:pt x="4559" y="3"/>
                      <a:pt x="4441" y="1"/>
                      <a:pt x="43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41"/>
              <p:cNvSpPr/>
              <p:nvPr/>
            </p:nvSpPr>
            <p:spPr>
              <a:xfrm>
                <a:off x="2559633" y="2462392"/>
                <a:ext cx="351239" cy="190541"/>
              </a:xfrm>
              <a:custGeom>
                <a:avLst/>
                <a:gdLst/>
                <a:ahLst/>
                <a:cxnLst/>
                <a:rect l="l" t="t" r="r" b="b"/>
                <a:pathLst>
                  <a:path w="7674" h="4163" extrusionOk="0">
                    <a:moveTo>
                      <a:pt x="6594" y="1"/>
                    </a:moveTo>
                    <a:cubicBezTo>
                      <a:pt x="6594" y="1"/>
                      <a:pt x="5259" y="1"/>
                      <a:pt x="3135" y="634"/>
                    </a:cubicBezTo>
                    <a:lnTo>
                      <a:pt x="1" y="3769"/>
                    </a:lnTo>
                    <a:cubicBezTo>
                      <a:pt x="806" y="4026"/>
                      <a:pt x="1662" y="4163"/>
                      <a:pt x="2535" y="4163"/>
                    </a:cubicBezTo>
                    <a:cubicBezTo>
                      <a:pt x="2535" y="4163"/>
                      <a:pt x="5704" y="3837"/>
                      <a:pt x="7245" y="3032"/>
                    </a:cubicBezTo>
                    <a:cubicBezTo>
                      <a:pt x="7245" y="3032"/>
                      <a:pt x="7673" y="1045"/>
                      <a:pt x="65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41"/>
              <p:cNvSpPr/>
              <p:nvPr/>
            </p:nvSpPr>
            <p:spPr>
              <a:xfrm>
                <a:off x="2758728" y="2187276"/>
                <a:ext cx="333984" cy="181112"/>
              </a:xfrm>
              <a:custGeom>
                <a:avLst/>
                <a:gdLst/>
                <a:ahLst/>
                <a:cxnLst/>
                <a:rect l="l" t="t" r="r" b="b"/>
                <a:pathLst>
                  <a:path w="7297" h="3957" extrusionOk="0">
                    <a:moveTo>
                      <a:pt x="6286" y="0"/>
                    </a:moveTo>
                    <a:cubicBezTo>
                      <a:pt x="6286" y="0"/>
                      <a:pt x="5002" y="0"/>
                      <a:pt x="2981" y="600"/>
                    </a:cubicBezTo>
                    <a:lnTo>
                      <a:pt x="1" y="3580"/>
                    </a:lnTo>
                    <a:cubicBezTo>
                      <a:pt x="772" y="3837"/>
                      <a:pt x="1594" y="3956"/>
                      <a:pt x="2416" y="3956"/>
                    </a:cubicBezTo>
                    <a:cubicBezTo>
                      <a:pt x="2416" y="3956"/>
                      <a:pt x="5447" y="3648"/>
                      <a:pt x="6903" y="2877"/>
                    </a:cubicBezTo>
                    <a:cubicBezTo>
                      <a:pt x="6903" y="2877"/>
                      <a:pt x="7297" y="993"/>
                      <a:pt x="6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5" name="Google Shape;595;p41"/>
            <p:cNvSpPr/>
            <p:nvPr/>
          </p:nvSpPr>
          <p:spPr>
            <a:xfrm>
              <a:off x="1687186" y="1528800"/>
              <a:ext cx="1108458" cy="511159"/>
            </a:xfrm>
            <a:custGeom>
              <a:avLst/>
              <a:gdLst/>
              <a:ahLst/>
              <a:cxnLst/>
              <a:rect l="l" t="t" r="r" b="b"/>
              <a:pathLst>
                <a:path w="24218" h="11168" extrusionOk="0">
                  <a:moveTo>
                    <a:pt x="3009" y="0"/>
                  </a:moveTo>
                  <a:cubicBezTo>
                    <a:pt x="3005" y="0"/>
                    <a:pt x="3001" y="0"/>
                    <a:pt x="2997" y="0"/>
                  </a:cubicBezTo>
                  <a:cubicBezTo>
                    <a:pt x="1559" y="35"/>
                    <a:pt x="0" y="685"/>
                    <a:pt x="0" y="685"/>
                  </a:cubicBezTo>
                  <a:lnTo>
                    <a:pt x="12982" y="11047"/>
                  </a:lnTo>
                  <a:cubicBezTo>
                    <a:pt x="13460" y="11130"/>
                    <a:pt x="13946" y="11168"/>
                    <a:pt x="14434" y="11168"/>
                  </a:cubicBezTo>
                  <a:cubicBezTo>
                    <a:pt x="19190" y="11168"/>
                    <a:pt x="24218" y="7605"/>
                    <a:pt x="24218" y="7605"/>
                  </a:cubicBezTo>
                  <a:cubicBezTo>
                    <a:pt x="22749" y="6614"/>
                    <a:pt x="4530" y="0"/>
                    <a:pt x="30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1058504" y="2165124"/>
              <a:ext cx="420992" cy="233839"/>
            </a:xfrm>
            <a:custGeom>
              <a:avLst/>
              <a:gdLst/>
              <a:ahLst/>
              <a:cxnLst/>
              <a:rect l="l" t="t" r="r" b="b"/>
              <a:pathLst>
                <a:path w="9198" h="5109" extrusionOk="0">
                  <a:moveTo>
                    <a:pt x="3889" y="0"/>
                  </a:moveTo>
                  <a:cubicBezTo>
                    <a:pt x="2571" y="0"/>
                    <a:pt x="1257" y="174"/>
                    <a:pt x="0" y="535"/>
                  </a:cubicBezTo>
                  <a:lnTo>
                    <a:pt x="6217" y="5108"/>
                  </a:lnTo>
                  <a:lnTo>
                    <a:pt x="9197" y="4166"/>
                  </a:lnTo>
                  <a:lnTo>
                    <a:pt x="4248" y="5"/>
                  </a:lnTo>
                  <a:cubicBezTo>
                    <a:pt x="4128" y="2"/>
                    <a:pt x="4009" y="0"/>
                    <a:pt x="38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1"/>
            <p:cNvSpPr/>
            <p:nvPr/>
          </p:nvSpPr>
          <p:spPr>
            <a:xfrm>
              <a:off x="1252884" y="1680203"/>
              <a:ext cx="2709218" cy="791684"/>
            </a:xfrm>
            <a:custGeom>
              <a:avLst/>
              <a:gdLst/>
              <a:ahLst/>
              <a:cxnLst/>
              <a:rect l="l" t="t" r="r" b="b"/>
              <a:pathLst>
                <a:path w="59192" h="17297" extrusionOk="0">
                  <a:moveTo>
                    <a:pt x="50350" y="0"/>
                  </a:moveTo>
                  <a:cubicBezTo>
                    <a:pt x="48288" y="0"/>
                    <a:pt x="45535" y="396"/>
                    <a:pt x="41979" y="1642"/>
                  </a:cubicBezTo>
                  <a:cubicBezTo>
                    <a:pt x="32200" y="5085"/>
                    <a:pt x="8958" y="11165"/>
                    <a:pt x="121" y="16063"/>
                  </a:cubicBezTo>
                  <a:cubicBezTo>
                    <a:pt x="1" y="16525"/>
                    <a:pt x="189" y="17022"/>
                    <a:pt x="583" y="17296"/>
                  </a:cubicBezTo>
                  <a:cubicBezTo>
                    <a:pt x="583" y="17296"/>
                    <a:pt x="22386" y="16731"/>
                    <a:pt x="33536" y="12449"/>
                  </a:cubicBezTo>
                  <a:cubicBezTo>
                    <a:pt x="45268" y="7962"/>
                    <a:pt x="51279" y="6420"/>
                    <a:pt x="55801" y="3937"/>
                  </a:cubicBezTo>
                  <a:cubicBezTo>
                    <a:pt x="57325" y="3098"/>
                    <a:pt x="59192" y="1437"/>
                    <a:pt x="55458" y="1214"/>
                  </a:cubicBezTo>
                  <a:cubicBezTo>
                    <a:pt x="55458" y="1214"/>
                    <a:pt x="53960" y="0"/>
                    <a:pt x="503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1"/>
            <p:cNvSpPr/>
            <p:nvPr/>
          </p:nvSpPr>
          <p:spPr>
            <a:xfrm>
              <a:off x="1010675" y="1906530"/>
              <a:ext cx="780012" cy="454038"/>
            </a:xfrm>
            <a:custGeom>
              <a:avLst/>
              <a:gdLst/>
              <a:ahLst/>
              <a:cxnLst/>
              <a:rect l="l" t="t" r="r" b="b"/>
              <a:pathLst>
                <a:path w="17042" h="9920" extrusionOk="0">
                  <a:moveTo>
                    <a:pt x="3336" y="1"/>
                  </a:moveTo>
                  <a:cubicBezTo>
                    <a:pt x="1746" y="1"/>
                    <a:pt x="0" y="910"/>
                    <a:pt x="0" y="910"/>
                  </a:cubicBezTo>
                  <a:lnTo>
                    <a:pt x="8564" y="9919"/>
                  </a:lnTo>
                  <a:cubicBezTo>
                    <a:pt x="11441" y="8960"/>
                    <a:pt x="14267" y="7864"/>
                    <a:pt x="17042" y="6631"/>
                  </a:cubicBezTo>
                  <a:cubicBezTo>
                    <a:pt x="15569" y="5980"/>
                    <a:pt x="5395" y="174"/>
                    <a:pt x="3717" y="20"/>
                  </a:cubicBezTo>
                  <a:cubicBezTo>
                    <a:pt x="3592" y="7"/>
                    <a:pt x="3465" y="1"/>
                    <a:pt x="3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1"/>
            <p:cNvSpPr/>
            <p:nvPr/>
          </p:nvSpPr>
          <p:spPr>
            <a:xfrm>
              <a:off x="1272473" y="1743593"/>
              <a:ext cx="2599507" cy="716529"/>
            </a:xfrm>
            <a:custGeom>
              <a:avLst/>
              <a:gdLst/>
              <a:ahLst/>
              <a:cxnLst/>
              <a:rect l="l" t="t" r="r" b="b"/>
              <a:pathLst>
                <a:path w="56795" h="15655" extrusionOk="0">
                  <a:moveTo>
                    <a:pt x="52975" y="0"/>
                  </a:moveTo>
                  <a:lnTo>
                    <a:pt x="87" y="14986"/>
                  </a:lnTo>
                  <a:cubicBezTo>
                    <a:pt x="1" y="15483"/>
                    <a:pt x="326" y="15654"/>
                    <a:pt x="326" y="15654"/>
                  </a:cubicBezTo>
                  <a:cubicBezTo>
                    <a:pt x="31737" y="12811"/>
                    <a:pt x="28192" y="11235"/>
                    <a:pt x="37235" y="8478"/>
                  </a:cubicBezTo>
                  <a:cubicBezTo>
                    <a:pt x="46450" y="5669"/>
                    <a:pt x="56794" y="1970"/>
                    <a:pt x="56452" y="1148"/>
                  </a:cubicBezTo>
                  <a:cubicBezTo>
                    <a:pt x="56264" y="672"/>
                    <a:pt x="55445" y="608"/>
                    <a:pt x="55018" y="608"/>
                  </a:cubicBezTo>
                  <a:cubicBezTo>
                    <a:pt x="54860" y="608"/>
                    <a:pt x="54756" y="617"/>
                    <a:pt x="54756" y="617"/>
                  </a:cubicBezTo>
                  <a:cubicBezTo>
                    <a:pt x="54259" y="206"/>
                    <a:pt x="52975" y="0"/>
                    <a:pt x="529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1"/>
            <p:cNvSpPr/>
            <p:nvPr/>
          </p:nvSpPr>
          <p:spPr>
            <a:xfrm>
              <a:off x="1259155" y="2390261"/>
              <a:ext cx="416324" cy="279151"/>
            </a:xfrm>
            <a:custGeom>
              <a:avLst/>
              <a:gdLst/>
              <a:ahLst/>
              <a:cxnLst/>
              <a:rect l="l" t="t" r="r" b="b"/>
              <a:pathLst>
                <a:path w="9096" h="6099" extrusionOk="0">
                  <a:moveTo>
                    <a:pt x="9095" y="1"/>
                  </a:moveTo>
                  <a:lnTo>
                    <a:pt x="9095" y="1"/>
                  </a:lnTo>
                  <a:cubicBezTo>
                    <a:pt x="6783" y="344"/>
                    <a:pt x="4505" y="806"/>
                    <a:pt x="2262" y="1405"/>
                  </a:cubicBezTo>
                  <a:cubicBezTo>
                    <a:pt x="1970" y="2125"/>
                    <a:pt x="1" y="6098"/>
                    <a:pt x="1" y="6098"/>
                  </a:cubicBezTo>
                  <a:cubicBezTo>
                    <a:pt x="1" y="6098"/>
                    <a:pt x="2638" y="5139"/>
                    <a:pt x="3529" y="4745"/>
                  </a:cubicBezTo>
                  <a:cubicBezTo>
                    <a:pt x="4437" y="4351"/>
                    <a:pt x="9095" y="1"/>
                    <a:pt x="9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2138696" y="2064982"/>
              <a:ext cx="1063786" cy="885512"/>
            </a:xfrm>
            <a:custGeom>
              <a:avLst/>
              <a:gdLst/>
              <a:ahLst/>
              <a:cxnLst/>
              <a:rect l="l" t="t" r="r" b="b"/>
              <a:pathLst>
                <a:path w="23242" h="19347" extrusionOk="0">
                  <a:moveTo>
                    <a:pt x="22128" y="0"/>
                  </a:moveTo>
                  <a:cubicBezTo>
                    <a:pt x="16596" y="857"/>
                    <a:pt x="9746" y="4676"/>
                    <a:pt x="9746" y="4676"/>
                  </a:cubicBezTo>
                  <a:lnTo>
                    <a:pt x="0" y="19200"/>
                  </a:lnTo>
                  <a:cubicBezTo>
                    <a:pt x="0" y="19200"/>
                    <a:pt x="403" y="19346"/>
                    <a:pt x="1058" y="19346"/>
                  </a:cubicBezTo>
                  <a:cubicBezTo>
                    <a:pt x="1820" y="19346"/>
                    <a:pt x="2922" y="19148"/>
                    <a:pt x="4128" y="18292"/>
                  </a:cubicBezTo>
                  <a:cubicBezTo>
                    <a:pt x="8821" y="14849"/>
                    <a:pt x="23242" y="0"/>
                    <a:pt x="221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1"/>
            <p:cNvSpPr/>
            <p:nvPr/>
          </p:nvSpPr>
          <p:spPr>
            <a:xfrm>
              <a:off x="3682161" y="1710639"/>
              <a:ext cx="95705" cy="76116"/>
            </a:xfrm>
            <a:custGeom>
              <a:avLst/>
              <a:gdLst/>
              <a:ahLst/>
              <a:cxnLst/>
              <a:rect l="l" t="t" r="r" b="b"/>
              <a:pathLst>
                <a:path w="2091" h="1663" extrusionOk="0">
                  <a:moveTo>
                    <a:pt x="1354" y="1"/>
                  </a:moveTo>
                  <a:cubicBezTo>
                    <a:pt x="1354" y="1"/>
                    <a:pt x="1217" y="652"/>
                    <a:pt x="35" y="1131"/>
                  </a:cubicBezTo>
                  <a:lnTo>
                    <a:pt x="1" y="1662"/>
                  </a:lnTo>
                  <a:cubicBezTo>
                    <a:pt x="1" y="1662"/>
                    <a:pt x="1473" y="1371"/>
                    <a:pt x="2090" y="360"/>
                  </a:cubicBezTo>
                  <a:cubicBezTo>
                    <a:pt x="1850" y="223"/>
                    <a:pt x="1610" y="104"/>
                    <a:pt x="13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63" name="Google Shape;363;p48"/>
          <p:cNvPicPr preferRelativeResize="0"/>
          <p:nvPr/>
        </p:nvPicPr>
        <p:blipFill rotWithShape="1">
          <a:blip r:embed="rId3">
            <a:alphaModFix/>
          </a:blip>
          <a:srcRect t="5572" b="5563"/>
          <a:stretch/>
        </p:blipFill>
        <p:spPr>
          <a:xfrm>
            <a:off x="6241929" y="1238927"/>
            <a:ext cx="2085642" cy="20131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7" name="Google Shape;7097;p62"/>
          <p:cNvSpPr txBox="1">
            <a:spLocks noGrp="1"/>
          </p:cNvSpPr>
          <p:nvPr>
            <p:ph type="title"/>
          </p:nvPr>
        </p:nvSpPr>
        <p:spPr>
          <a:xfrm>
            <a:off x="576066" y="109325"/>
            <a:ext cx="7704000" cy="7792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i="0" dirty="0"/>
              <a:t>AI-Based Flight Booking</a:t>
            </a:r>
            <a:endParaRPr sz="4000" i="0" dirty="0"/>
          </a:p>
        </p:txBody>
      </p:sp>
      <p:sp>
        <p:nvSpPr>
          <p:cNvPr id="4" name="Subtitle 1">
            <a:extLst>
              <a:ext uri="{FF2B5EF4-FFF2-40B4-BE49-F238E27FC236}">
                <a16:creationId xmlns:a16="http://schemas.microsoft.com/office/drawing/2014/main" id="{B41BD05E-C378-635B-ECDC-10BD9208D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4969"/>
            <a:ext cx="457200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 PLUS 1p"/>
              <a:buNone/>
              <a:defRPr sz="1400" b="0" i="0" u="none" strike="noStrike" cap="none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pPr marL="596900" indent="-457200" algn="l">
              <a:buFont typeface="+mj-lt"/>
              <a:buAutoNum type="arabicPeriod"/>
            </a:pPr>
            <a:r>
              <a:rPr lang="en-US" sz="2000" dirty="0">
                <a:latin typeface="+mn-lt"/>
              </a:rPr>
              <a:t>User gives command instead of manual search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US" sz="2000" dirty="0">
                <a:latin typeface="+mn-lt"/>
              </a:rPr>
              <a:t>AI understands destination and details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US" sz="2000" dirty="0">
                <a:latin typeface="+mn-lt"/>
              </a:rPr>
              <a:t>Suggests suitable flights automatically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US" sz="2000" dirty="0">
                <a:latin typeface="+mn-lt"/>
              </a:rPr>
              <a:t>Reduces user effort </a:t>
            </a:r>
          </a:p>
          <a:p>
            <a:pPr marL="596900" indent="-457200" algn="l">
              <a:buFont typeface="+mj-lt"/>
              <a:buAutoNum type="arabicPeriod"/>
            </a:pPr>
            <a:r>
              <a:rPr lang="en-US" sz="2000" dirty="0">
                <a:latin typeface="+mn-lt"/>
              </a:rPr>
              <a:t>Makes booking faster and smarter </a:t>
            </a:r>
          </a:p>
        </p:txBody>
      </p:sp>
      <p:grpSp>
        <p:nvGrpSpPr>
          <p:cNvPr id="204" name="Google Shape;204;p15"/>
          <p:cNvGrpSpPr/>
          <p:nvPr/>
        </p:nvGrpSpPr>
        <p:grpSpPr>
          <a:xfrm>
            <a:off x="3422175" y="3624204"/>
            <a:ext cx="5037667" cy="1700856"/>
            <a:chOff x="6057744" y="-333363"/>
            <a:chExt cx="9580331" cy="2631366"/>
          </a:xfrm>
        </p:grpSpPr>
        <p:grpSp>
          <p:nvGrpSpPr>
            <p:cNvPr id="205" name="Google Shape;205;p15"/>
            <p:cNvGrpSpPr/>
            <p:nvPr/>
          </p:nvGrpSpPr>
          <p:grpSpPr>
            <a:xfrm rot="-7355672">
              <a:off x="6288600" y="146026"/>
              <a:ext cx="2053828" cy="1672589"/>
              <a:chOff x="3394530" y="930105"/>
              <a:chExt cx="4611828" cy="3755764"/>
            </a:xfrm>
          </p:grpSpPr>
          <p:sp>
            <p:nvSpPr>
              <p:cNvPr id="206" name="Google Shape;206;p15"/>
              <p:cNvSpPr/>
              <p:nvPr/>
            </p:nvSpPr>
            <p:spPr>
              <a:xfrm>
                <a:off x="3394530" y="1214097"/>
                <a:ext cx="2187893" cy="2136822"/>
              </a:xfrm>
              <a:custGeom>
                <a:avLst/>
                <a:gdLst/>
                <a:ahLst/>
                <a:cxnLst/>
                <a:rect l="l" t="t" r="r" b="b"/>
                <a:pathLst>
                  <a:path w="101444" h="99076" extrusionOk="0">
                    <a:moveTo>
                      <a:pt x="14196" y="0"/>
                    </a:moveTo>
                    <a:lnTo>
                      <a:pt x="13949" y="247"/>
                    </a:lnTo>
                    <a:cubicBezTo>
                      <a:pt x="13167" y="1029"/>
                      <a:pt x="14217" y="2900"/>
                      <a:pt x="15657" y="4361"/>
                    </a:cubicBezTo>
                    <a:lnTo>
                      <a:pt x="47276" y="36103"/>
                    </a:lnTo>
                    <a:lnTo>
                      <a:pt x="49374" y="38223"/>
                    </a:lnTo>
                    <a:cubicBezTo>
                      <a:pt x="38492" y="44025"/>
                      <a:pt x="28062" y="50051"/>
                      <a:pt x="19956" y="55257"/>
                    </a:cubicBezTo>
                    <a:lnTo>
                      <a:pt x="640" y="54413"/>
                    </a:lnTo>
                    <a:lnTo>
                      <a:pt x="495" y="54577"/>
                    </a:lnTo>
                    <a:cubicBezTo>
                      <a:pt x="1" y="55194"/>
                      <a:pt x="105" y="56080"/>
                      <a:pt x="722" y="56574"/>
                    </a:cubicBezTo>
                    <a:lnTo>
                      <a:pt x="8806" y="63012"/>
                    </a:lnTo>
                    <a:cubicBezTo>
                      <a:pt x="3808" y="66983"/>
                      <a:pt x="3602" y="68320"/>
                      <a:pt x="3972" y="69060"/>
                    </a:cubicBezTo>
                    <a:cubicBezTo>
                      <a:pt x="4166" y="69418"/>
                      <a:pt x="4567" y="69740"/>
                      <a:pt x="5666" y="69740"/>
                    </a:cubicBezTo>
                    <a:cubicBezTo>
                      <a:pt x="6782" y="69740"/>
                      <a:pt x="8617" y="69408"/>
                      <a:pt x="11686" y="68443"/>
                    </a:cubicBezTo>
                    <a:lnTo>
                      <a:pt x="12489" y="78729"/>
                    </a:lnTo>
                    <a:cubicBezTo>
                      <a:pt x="12530" y="79121"/>
                      <a:pt x="12695" y="79470"/>
                      <a:pt x="12983" y="79717"/>
                    </a:cubicBezTo>
                    <a:cubicBezTo>
                      <a:pt x="13234" y="79932"/>
                      <a:pt x="13548" y="80054"/>
                      <a:pt x="13884" y="80054"/>
                    </a:cubicBezTo>
                    <a:cubicBezTo>
                      <a:pt x="13932" y="80054"/>
                      <a:pt x="13982" y="80051"/>
                      <a:pt x="14031" y="80046"/>
                    </a:cubicBezTo>
                    <a:lnTo>
                      <a:pt x="14237" y="80026"/>
                    </a:lnTo>
                    <a:lnTo>
                      <a:pt x="14258" y="79985"/>
                    </a:lnTo>
                    <a:lnTo>
                      <a:pt x="14319" y="79985"/>
                    </a:lnTo>
                    <a:lnTo>
                      <a:pt x="21561" y="68176"/>
                    </a:lnTo>
                    <a:lnTo>
                      <a:pt x="21582" y="68176"/>
                    </a:lnTo>
                    <a:lnTo>
                      <a:pt x="24421" y="63527"/>
                    </a:lnTo>
                    <a:cubicBezTo>
                      <a:pt x="33163" y="59762"/>
                      <a:pt x="43902" y="54558"/>
                      <a:pt x="54703" y="48838"/>
                    </a:cubicBezTo>
                    <a:lnTo>
                      <a:pt x="55505" y="52007"/>
                    </a:lnTo>
                    <a:lnTo>
                      <a:pt x="63981" y="95351"/>
                    </a:lnTo>
                    <a:cubicBezTo>
                      <a:pt x="64351" y="97244"/>
                      <a:pt x="65236" y="99076"/>
                      <a:pt x="66265" y="99076"/>
                    </a:cubicBezTo>
                    <a:lnTo>
                      <a:pt x="66430" y="99076"/>
                    </a:lnTo>
                    <a:lnTo>
                      <a:pt x="66759" y="99013"/>
                    </a:lnTo>
                    <a:lnTo>
                      <a:pt x="66759" y="98994"/>
                    </a:lnTo>
                    <a:lnTo>
                      <a:pt x="66800" y="98994"/>
                    </a:lnTo>
                    <a:lnTo>
                      <a:pt x="68322" y="70645"/>
                    </a:lnTo>
                    <a:cubicBezTo>
                      <a:pt x="68671" y="70480"/>
                      <a:pt x="69000" y="70294"/>
                      <a:pt x="69351" y="70110"/>
                    </a:cubicBezTo>
                    <a:cubicBezTo>
                      <a:pt x="69433" y="70069"/>
                      <a:pt x="69515" y="70028"/>
                      <a:pt x="69576" y="69987"/>
                    </a:cubicBezTo>
                    <a:cubicBezTo>
                      <a:pt x="71614" y="68917"/>
                      <a:pt x="73444" y="67785"/>
                      <a:pt x="74760" y="66797"/>
                    </a:cubicBezTo>
                    <a:cubicBezTo>
                      <a:pt x="76777" y="65296"/>
                      <a:pt x="76839" y="64679"/>
                      <a:pt x="76633" y="64287"/>
                    </a:cubicBezTo>
                    <a:cubicBezTo>
                      <a:pt x="76511" y="64078"/>
                      <a:pt x="76301" y="63892"/>
                      <a:pt x="75762" y="63892"/>
                    </a:cubicBezTo>
                    <a:cubicBezTo>
                      <a:pt x="75297" y="63892"/>
                      <a:pt x="74590" y="64030"/>
                      <a:pt x="73485" y="64411"/>
                    </a:cubicBezTo>
                    <a:cubicBezTo>
                      <a:pt x="72107" y="64905"/>
                      <a:pt x="70379" y="65667"/>
                      <a:pt x="68548" y="66613"/>
                    </a:cubicBezTo>
                    <a:lnTo>
                      <a:pt x="68753" y="62910"/>
                    </a:lnTo>
                    <a:lnTo>
                      <a:pt x="68816" y="62888"/>
                    </a:lnTo>
                    <a:lnTo>
                      <a:pt x="68816" y="62024"/>
                    </a:lnTo>
                    <a:cubicBezTo>
                      <a:pt x="68877" y="61983"/>
                      <a:pt x="68939" y="61964"/>
                      <a:pt x="69022" y="61922"/>
                    </a:cubicBezTo>
                    <a:cubicBezTo>
                      <a:pt x="69617" y="61634"/>
                      <a:pt x="70235" y="61325"/>
                      <a:pt x="70852" y="60996"/>
                    </a:cubicBezTo>
                    <a:cubicBezTo>
                      <a:pt x="71263" y="60770"/>
                      <a:pt x="71655" y="60565"/>
                      <a:pt x="72045" y="60338"/>
                    </a:cubicBezTo>
                    <a:cubicBezTo>
                      <a:pt x="73589" y="59474"/>
                      <a:pt x="74966" y="58590"/>
                      <a:pt x="76016" y="57808"/>
                    </a:cubicBezTo>
                    <a:cubicBezTo>
                      <a:pt x="76345" y="57561"/>
                      <a:pt x="76592" y="57355"/>
                      <a:pt x="76818" y="57169"/>
                    </a:cubicBezTo>
                    <a:cubicBezTo>
                      <a:pt x="78052" y="56100"/>
                      <a:pt x="78073" y="55606"/>
                      <a:pt x="77909" y="55277"/>
                    </a:cubicBezTo>
                    <a:cubicBezTo>
                      <a:pt x="77789" y="55071"/>
                      <a:pt x="77583" y="54893"/>
                      <a:pt x="77062" y="54893"/>
                    </a:cubicBezTo>
                    <a:cubicBezTo>
                      <a:pt x="76598" y="54893"/>
                      <a:pt x="75885" y="55034"/>
                      <a:pt x="74760" y="55422"/>
                    </a:cubicBezTo>
                    <a:cubicBezTo>
                      <a:pt x="74472" y="55524"/>
                      <a:pt x="74143" y="55647"/>
                      <a:pt x="73814" y="55771"/>
                    </a:cubicBezTo>
                    <a:cubicBezTo>
                      <a:pt x="72437" y="56305"/>
                      <a:pt x="70852" y="57046"/>
                      <a:pt x="69227" y="57910"/>
                    </a:cubicBezTo>
                    <a:cubicBezTo>
                      <a:pt x="69145" y="57951"/>
                      <a:pt x="69083" y="57992"/>
                      <a:pt x="69000" y="58033"/>
                    </a:cubicBezTo>
                    <a:lnTo>
                      <a:pt x="69186" y="54906"/>
                    </a:lnTo>
                    <a:cubicBezTo>
                      <a:pt x="69741" y="54618"/>
                      <a:pt x="70297" y="54330"/>
                      <a:pt x="70873" y="54023"/>
                    </a:cubicBezTo>
                    <a:cubicBezTo>
                      <a:pt x="70975" y="53982"/>
                      <a:pt x="71531" y="53672"/>
                      <a:pt x="72333" y="53220"/>
                    </a:cubicBezTo>
                    <a:cubicBezTo>
                      <a:pt x="75501" y="51431"/>
                      <a:pt x="82578" y="47212"/>
                      <a:pt x="81673" y="45506"/>
                    </a:cubicBezTo>
                    <a:cubicBezTo>
                      <a:pt x="81501" y="45181"/>
                      <a:pt x="81095" y="45043"/>
                      <a:pt x="80528" y="45043"/>
                    </a:cubicBezTo>
                    <a:cubicBezTo>
                      <a:pt x="79873" y="45043"/>
                      <a:pt x="79003" y="45228"/>
                      <a:pt x="78032" y="45526"/>
                    </a:cubicBezTo>
                    <a:cubicBezTo>
                      <a:pt x="75029" y="46431"/>
                      <a:pt x="71038" y="48386"/>
                      <a:pt x="69494" y="49187"/>
                    </a:cubicBezTo>
                    <a:lnTo>
                      <a:pt x="69535" y="48323"/>
                    </a:lnTo>
                    <a:lnTo>
                      <a:pt x="69659" y="45917"/>
                    </a:lnTo>
                    <a:lnTo>
                      <a:pt x="69968" y="40424"/>
                    </a:lnTo>
                    <a:cubicBezTo>
                      <a:pt x="70009" y="40404"/>
                      <a:pt x="70029" y="40382"/>
                      <a:pt x="70070" y="40363"/>
                    </a:cubicBezTo>
                    <a:cubicBezTo>
                      <a:pt x="70379" y="40198"/>
                      <a:pt x="70709" y="39992"/>
                      <a:pt x="71038" y="39806"/>
                    </a:cubicBezTo>
                    <a:cubicBezTo>
                      <a:pt x="71222" y="39683"/>
                      <a:pt x="71428" y="39581"/>
                      <a:pt x="71614" y="39477"/>
                    </a:cubicBezTo>
                    <a:cubicBezTo>
                      <a:pt x="71675" y="39436"/>
                      <a:pt x="71757" y="39395"/>
                      <a:pt x="71839" y="39334"/>
                    </a:cubicBezTo>
                    <a:cubicBezTo>
                      <a:pt x="74020" y="38059"/>
                      <a:pt x="76222" y="36762"/>
                      <a:pt x="78381" y="35467"/>
                    </a:cubicBezTo>
                    <a:cubicBezTo>
                      <a:pt x="88338" y="29418"/>
                      <a:pt x="101443" y="20860"/>
                      <a:pt x="100826" y="17898"/>
                    </a:cubicBezTo>
                    <a:lnTo>
                      <a:pt x="100846" y="17528"/>
                    </a:lnTo>
                    <a:lnTo>
                      <a:pt x="100703" y="17610"/>
                    </a:lnTo>
                    <a:cubicBezTo>
                      <a:pt x="100440" y="17209"/>
                      <a:pt x="99845" y="17029"/>
                      <a:pt x="98986" y="17029"/>
                    </a:cubicBezTo>
                    <a:cubicBezTo>
                      <a:pt x="92656" y="17029"/>
                      <a:pt x="72016" y="26829"/>
                      <a:pt x="64825" y="30343"/>
                    </a:cubicBezTo>
                    <a:lnTo>
                      <a:pt x="58406" y="26497"/>
                    </a:lnTo>
                    <a:lnTo>
                      <a:pt x="57748" y="26105"/>
                    </a:lnTo>
                    <a:cubicBezTo>
                      <a:pt x="60258" y="24706"/>
                      <a:pt x="68177" y="20098"/>
                      <a:pt x="67231" y="18309"/>
                    </a:cubicBezTo>
                    <a:cubicBezTo>
                      <a:pt x="67094" y="18044"/>
                      <a:pt x="66825" y="17807"/>
                      <a:pt x="66112" y="17807"/>
                    </a:cubicBezTo>
                    <a:cubicBezTo>
                      <a:pt x="65440" y="17807"/>
                      <a:pt x="64371" y="18018"/>
                      <a:pt x="62644" y="18617"/>
                    </a:cubicBezTo>
                    <a:cubicBezTo>
                      <a:pt x="60258" y="19440"/>
                      <a:pt x="57233" y="20819"/>
                      <a:pt x="54106" y="22465"/>
                    </a:cubicBezTo>
                    <a:cubicBezTo>
                      <a:pt x="53675" y="22690"/>
                      <a:pt x="53263" y="22937"/>
                      <a:pt x="52830" y="23164"/>
                    </a:cubicBezTo>
                    <a:lnTo>
                      <a:pt x="51061" y="22095"/>
                    </a:lnTo>
                    <a:lnTo>
                      <a:pt x="50156" y="21560"/>
                    </a:lnTo>
                    <a:cubicBezTo>
                      <a:pt x="52111" y="20510"/>
                      <a:pt x="53859" y="19420"/>
                      <a:pt x="55135" y="18474"/>
                    </a:cubicBezTo>
                    <a:cubicBezTo>
                      <a:pt x="57172" y="16952"/>
                      <a:pt x="57233" y="16334"/>
                      <a:pt x="57007" y="15943"/>
                    </a:cubicBezTo>
                    <a:cubicBezTo>
                      <a:pt x="56872" y="15689"/>
                      <a:pt x="56560" y="15582"/>
                      <a:pt x="56131" y="15582"/>
                    </a:cubicBezTo>
                    <a:cubicBezTo>
                      <a:pt x="54095" y="15582"/>
                      <a:pt x="49414" y="17998"/>
                      <a:pt x="48326" y="18576"/>
                    </a:cubicBezTo>
                    <a:cubicBezTo>
                      <a:pt x="47770" y="18885"/>
                      <a:pt x="47215" y="19193"/>
                      <a:pt x="46700" y="19481"/>
                    </a:cubicBezTo>
                    <a:lnTo>
                      <a:pt x="43120" y="17342"/>
                    </a:lnTo>
                    <a:lnTo>
                      <a:pt x="42771" y="17136"/>
                    </a:lnTo>
                    <a:cubicBezTo>
                      <a:pt x="44972" y="15902"/>
                      <a:pt x="49498" y="13186"/>
                      <a:pt x="48839" y="11952"/>
                    </a:cubicBezTo>
                    <a:cubicBezTo>
                      <a:pt x="48704" y="11699"/>
                      <a:pt x="48395" y="11592"/>
                      <a:pt x="47970" y="11592"/>
                    </a:cubicBezTo>
                    <a:cubicBezTo>
                      <a:pt x="45937" y="11592"/>
                      <a:pt x="41247" y="14028"/>
                      <a:pt x="40158" y="14606"/>
                    </a:cubicBezTo>
                    <a:cubicBezTo>
                      <a:pt x="39870" y="14750"/>
                      <a:pt x="39582" y="14894"/>
                      <a:pt x="39315" y="15059"/>
                    </a:cubicBezTo>
                    <a:lnTo>
                      <a:pt x="14196" y="0"/>
                    </a:lnTo>
                    <a:close/>
                  </a:path>
                </a:pathLst>
              </a:custGeom>
              <a:solidFill>
                <a:srgbClr val="13394F">
                  <a:alpha val="34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7" name="Google Shape;207;p15"/>
              <p:cNvGrpSpPr/>
              <p:nvPr/>
            </p:nvGrpSpPr>
            <p:grpSpPr>
              <a:xfrm>
                <a:off x="4138184" y="930105"/>
                <a:ext cx="3868174" cy="3755764"/>
                <a:chOff x="4138184" y="930105"/>
                <a:chExt cx="3868174" cy="3755764"/>
              </a:xfrm>
            </p:grpSpPr>
            <p:sp>
              <p:nvSpPr>
                <p:cNvPr id="208" name="Google Shape;208;p15"/>
                <p:cNvSpPr/>
                <p:nvPr/>
              </p:nvSpPr>
              <p:spPr>
                <a:xfrm>
                  <a:off x="4138184" y="930105"/>
                  <a:ext cx="3868174" cy="3755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52" h="174140" extrusionOk="0">
                      <a:moveTo>
                        <a:pt x="24442" y="1"/>
                      </a:moveTo>
                      <a:lnTo>
                        <a:pt x="24442" y="1"/>
                      </a:lnTo>
                      <a:cubicBezTo>
                        <a:pt x="23537" y="886"/>
                        <a:pt x="24915" y="3704"/>
                        <a:pt x="27466" y="6276"/>
                      </a:cubicBezTo>
                      <a:lnTo>
                        <a:pt x="88011" y="67066"/>
                      </a:lnTo>
                      <a:cubicBezTo>
                        <a:pt x="87846" y="67170"/>
                        <a:pt x="87660" y="67252"/>
                        <a:pt x="87495" y="67354"/>
                      </a:cubicBezTo>
                      <a:cubicBezTo>
                        <a:pt x="67109" y="78175"/>
                        <a:pt x="48778" y="88832"/>
                        <a:pt x="34748" y="97842"/>
                      </a:cubicBezTo>
                      <a:lnTo>
                        <a:pt x="598" y="96361"/>
                      </a:lnTo>
                      <a:lnTo>
                        <a:pt x="598" y="96361"/>
                      </a:lnTo>
                      <a:cubicBezTo>
                        <a:pt x="1" y="97123"/>
                        <a:pt x="124" y="98254"/>
                        <a:pt x="886" y="98871"/>
                      </a:cubicBezTo>
                      <a:lnTo>
                        <a:pt x="15967" y="110885"/>
                      </a:lnTo>
                      <a:cubicBezTo>
                        <a:pt x="9403" y="115987"/>
                        <a:pt x="6029" y="119670"/>
                        <a:pt x="6852" y="121253"/>
                      </a:cubicBezTo>
                      <a:cubicBezTo>
                        <a:pt x="7150" y="121805"/>
                        <a:pt x="7957" y="122070"/>
                        <a:pt x="9222" y="122070"/>
                      </a:cubicBezTo>
                      <a:cubicBezTo>
                        <a:pt x="11547" y="122070"/>
                        <a:pt x="15419" y="121177"/>
                        <a:pt x="20534" y="119525"/>
                      </a:cubicBezTo>
                      <a:lnTo>
                        <a:pt x="22056" y="138720"/>
                      </a:lnTo>
                      <a:cubicBezTo>
                        <a:pt x="22114" y="139657"/>
                        <a:pt x="22914" y="140372"/>
                        <a:pt x="23840" y="140372"/>
                      </a:cubicBezTo>
                      <a:cubicBezTo>
                        <a:pt x="23889" y="140372"/>
                        <a:pt x="23939" y="140370"/>
                        <a:pt x="23990" y="140366"/>
                      </a:cubicBezTo>
                      <a:lnTo>
                        <a:pt x="41866" y="111255"/>
                      </a:lnTo>
                      <a:cubicBezTo>
                        <a:pt x="57172" y="104672"/>
                        <a:pt x="76284" y="95477"/>
                        <a:pt x="96671" y="84635"/>
                      </a:cubicBezTo>
                      <a:lnTo>
                        <a:pt x="97041" y="84451"/>
                      </a:lnTo>
                      <a:lnTo>
                        <a:pt x="113397" y="168117"/>
                      </a:lnTo>
                      <a:cubicBezTo>
                        <a:pt x="114067" y="171506"/>
                        <a:pt x="115529" y="174140"/>
                        <a:pt x="116736" y="174140"/>
                      </a:cubicBezTo>
                      <a:cubicBezTo>
                        <a:pt x="116789" y="174140"/>
                        <a:pt x="116842" y="174134"/>
                        <a:pt x="116894" y="174124"/>
                      </a:cubicBezTo>
                      <a:lnTo>
                        <a:pt x="119651" y="123949"/>
                      </a:lnTo>
                      <a:cubicBezTo>
                        <a:pt x="120493" y="123538"/>
                        <a:pt x="121379" y="123085"/>
                        <a:pt x="122263" y="122633"/>
                      </a:cubicBezTo>
                      <a:cubicBezTo>
                        <a:pt x="129608" y="118724"/>
                        <a:pt x="135080" y="114629"/>
                        <a:pt x="134463" y="113477"/>
                      </a:cubicBezTo>
                      <a:cubicBezTo>
                        <a:pt x="134356" y="113272"/>
                        <a:pt x="134065" y="113175"/>
                        <a:pt x="133616" y="113175"/>
                      </a:cubicBezTo>
                      <a:cubicBezTo>
                        <a:pt x="131540" y="113175"/>
                        <a:pt x="126100" y="115259"/>
                        <a:pt x="120062" y="118456"/>
                      </a:cubicBezTo>
                      <a:cubicBezTo>
                        <a:pt x="120021" y="118477"/>
                        <a:pt x="119980" y="118497"/>
                        <a:pt x="119958" y="118518"/>
                      </a:cubicBezTo>
                      <a:lnTo>
                        <a:pt x="120493" y="108663"/>
                      </a:lnTo>
                      <a:cubicBezTo>
                        <a:pt x="121790" y="108046"/>
                        <a:pt x="123148" y="107388"/>
                        <a:pt x="124525" y="106647"/>
                      </a:cubicBezTo>
                      <a:cubicBezTo>
                        <a:pt x="131871" y="102738"/>
                        <a:pt x="137343" y="98645"/>
                        <a:pt x="136726" y="97493"/>
                      </a:cubicBezTo>
                      <a:cubicBezTo>
                        <a:pt x="136619" y="97288"/>
                        <a:pt x="136328" y="97191"/>
                        <a:pt x="135878" y="97191"/>
                      </a:cubicBezTo>
                      <a:cubicBezTo>
                        <a:pt x="133802" y="97191"/>
                        <a:pt x="128362" y="99275"/>
                        <a:pt x="122325" y="102472"/>
                      </a:cubicBezTo>
                      <a:cubicBezTo>
                        <a:pt x="121790" y="102760"/>
                        <a:pt x="121296" y="103026"/>
                        <a:pt x="120781" y="103314"/>
                      </a:cubicBezTo>
                      <a:lnTo>
                        <a:pt x="121193" y="96012"/>
                      </a:lnTo>
                      <a:cubicBezTo>
                        <a:pt x="122304" y="95456"/>
                        <a:pt x="123415" y="94880"/>
                        <a:pt x="124567" y="94284"/>
                      </a:cubicBezTo>
                      <a:cubicBezTo>
                        <a:pt x="135922" y="88256"/>
                        <a:pt x="144357" y="81919"/>
                        <a:pt x="143411" y="80150"/>
                      </a:cubicBezTo>
                      <a:cubicBezTo>
                        <a:pt x="143244" y="79835"/>
                        <a:pt x="142793" y="79685"/>
                        <a:pt x="142100" y="79685"/>
                      </a:cubicBezTo>
                      <a:cubicBezTo>
                        <a:pt x="138947" y="79685"/>
                        <a:pt x="130787" y="82791"/>
                        <a:pt x="121645" y="87597"/>
                      </a:cubicBezTo>
                      <a:lnTo>
                        <a:pt x="122592" y="70338"/>
                      </a:lnTo>
                      <a:cubicBezTo>
                        <a:pt x="156269" y="51020"/>
                        <a:pt x="179351" y="34583"/>
                        <a:pt x="177314" y="30736"/>
                      </a:cubicBezTo>
                      <a:cubicBezTo>
                        <a:pt x="177018" y="30181"/>
                        <a:pt x="176211" y="29913"/>
                        <a:pt x="174939" y="29913"/>
                      </a:cubicBezTo>
                      <a:cubicBezTo>
                        <a:pt x="167445" y="29913"/>
                        <a:pt x="143845" y="39208"/>
                        <a:pt x="114157" y="53735"/>
                      </a:cubicBezTo>
                      <a:lnTo>
                        <a:pt x="100148" y="45342"/>
                      </a:lnTo>
                      <a:cubicBezTo>
                        <a:pt x="110887" y="39521"/>
                        <a:pt x="118704" y="33575"/>
                        <a:pt x="117778" y="31868"/>
                      </a:cubicBezTo>
                      <a:cubicBezTo>
                        <a:pt x="117614" y="31554"/>
                        <a:pt x="117165" y="31405"/>
                        <a:pt x="116475" y="31405"/>
                      </a:cubicBezTo>
                      <a:cubicBezTo>
                        <a:pt x="113272" y="31405"/>
                        <a:pt x="104861" y="34623"/>
                        <a:pt x="95519" y="39582"/>
                      </a:cubicBezTo>
                      <a:cubicBezTo>
                        <a:pt x="94635" y="40056"/>
                        <a:pt x="93749" y="40528"/>
                        <a:pt x="92885" y="41002"/>
                      </a:cubicBezTo>
                      <a:lnTo>
                        <a:pt x="86653" y="37258"/>
                      </a:lnTo>
                      <a:cubicBezTo>
                        <a:pt x="86919" y="37134"/>
                        <a:pt x="87188" y="36990"/>
                        <a:pt x="87476" y="36846"/>
                      </a:cubicBezTo>
                      <a:cubicBezTo>
                        <a:pt x="94819" y="32938"/>
                        <a:pt x="100272" y="28843"/>
                        <a:pt x="99674" y="27691"/>
                      </a:cubicBezTo>
                      <a:cubicBezTo>
                        <a:pt x="99564" y="27486"/>
                        <a:pt x="99270" y="27389"/>
                        <a:pt x="98819" y="27389"/>
                      </a:cubicBezTo>
                      <a:cubicBezTo>
                        <a:pt x="96732" y="27389"/>
                        <a:pt x="91292" y="29473"/>
                        <a:pt x="85254" y="32669"/>
                      </a:cubicBezTo>
                      <a:cubicBezTo>
                        <a:pt x="84122" y="33287"/>
                        <a:pt x="83032" y="33884"/>
                        <a:pt x="82003" y="34480"/>
                      </a:cubicBezTo>
                      <a:lnTo>
                        <a:pt x="73569" y="29440"/>
                      </a:lnTo>
                      <a:cubicBezTo>
                        <a:pt x="80605" y="25634"/>
                        <a:pt x="85748" y="21725"/>
                        <a:pt x="85150" y="20614"/>
                      </a:cubicBezTo>
                      <a:cubicBezTo>
                        <a:pt x="85044" y="20409"/>
                        <a:pt x="84753" y="20312"/>
                        <a:pt x="84305" y="20312"/>
                      </a:cubicBezTo>
                      <a:cubicBezTo>
                        <a:pt x="82231" y="20312"/>
                        <a:pt x="76790" y="22400"/>
                        <a:pt x="70750" y="25614"/>
                      </a:cubicBezTo>
                      <a:cubicBezTo>
                        <a:pt x="70113" y="25943"/>
                        <a:pt x="69496" y="26292"/>
                        <a:pt x="68878" y="26621"/>
                      </a:cubicBezTo>
                      <a:lnTo>
                        <a:pt x="68878" y="26621"/>
                      </a:lnTo>
                      <a:lnTo>
                        <a:pt x="2444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" name="Google Shape;209;p15"/>
                <p:cNvSpPr/>
                <p:nvPr/>
              </p:nvSpPr>
              <p:spPr>
                <a:xfrm>
                  <a:off x="4286848" y="1607173"/>
                  <a:ext cx="3675555" cy="3078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21" h="142725" extrusionOk="0">
                      <a:moveTo>
                        <a:pt x="170421" y="1"/>
                      </a:moveTo>
                      <a:lnTo>
                        <a:pt x="63" y="88914"/>
                      </a:lnTo>
                      <a:lnTo>
                        <a:pt x="63" y="88914"/>
                      </a:lnTo>
                      <a:cubicBezTo>
                        <a:pt x="0" y="89243"/>
                        <a:pt x="0" y="89531"/>
                        <a:pt x="124" y="89758"/>
                      </a:cubicBezTo>
                      <a:cubicBezTo>
                        <a:pt x="423" y="90320"/>
                        <a:pt x="1237" y="90589"/>
                        <a:pt x="2515" y="90589"/>
                      </a:cubicBezTo>
                      <a:cubicBezTo>
                        <a:pt x="4841" y="90589"/>
                        <a:pt x="8706" y="89697"/>
                        <a:pt x="13805" y="88050"/>
                      </a:cubicBezTo>
                      <a:lnTo>
                        <a:pt x="15306" y="107245"/>
                      </a:lnTo>
                      <a:cubicBezTo>
                        <a:pt x="15384" y="108182"/>
                        <a:pt x="16167" y="108897"/>
                        <a:pt x="17090" y="108897"/>
                      </a:cubicBezTo>
                      <a:cubicBezTo>
                        <a:pt x="17140" y="108897"/>
                        <a:pt x="17190" y="108895"/>
                        <a:pt x="17240" y="108891"/>
                      </a:cubicBezTo>
                      <a:lnTo>
                        <a:pt x="35097" y="79801"/>
                      </a:lnTo>
                      <a:cubicBezTo>
                        <a:pt x="50383" y="73238"/>
                        <a:pt x="69452" y="64043"/>
                        <a:pt x="89819" y="53222"/>
                      </a:cubicBezTo>
                      <a:lnTo>
                        <a:pt x="90189" y="53036"/>
                      </a:lnTo>
                      <a:lnTo>
                        <a:pt x="106565" y="136683"/>
                      </a:lnTo>
                      <a:cubicBezTo>
                        <a:pt x="107237" y="140103"/>
                        <a:pt x="108726" y="142724"/>
                        <a:pt x="109918" y="142724"/>
                      </a:cubicBezTo>
                      <a:cubicBezTo>
                        <a:pt x="109966" y="142724"/>
                        <a:pt x="110014" y="142720"/>
                        <a:pt x="110062" y="142711"/>
                      </a:cubicBezTo>
                      <a:lnTo>
                        <a:pt x="112799" y="92556"/>
                      </a:lnTo>
                      <a:cubicBezTo>
                        <a:pt x="113641" y="92123"/>
                        <a:pt x="114505" y="91692"/>
                        <a:pt x="115391" y="91218"/>
                      </a:cubicBezTo>
                      <a:cubicBezTo>
                        <a:pt x="122734" y="87331"/>
                        <a:pt x="128187" y="83236"/>
                        <a:pt x="127570" y="82084"/>
                      </a:cubicBezTo>
                      <a:cubicBezTo>
                        <a:pt x="127463" y="81878"/>
                        <a:pt x="127170" y="81780"/>
                        <a:pt x="126718" y="81780"/>
                      </a:cubicBezTo>
                      <a:cubicBezTo>
                        <a:pt x="124642" y="81780"/>
                        <a:pt x="119221" y="83852"/>
                        <a:pt x="113189" y="87063"/>
                      </a:cubicBezTo>
                      <a:cubicBezTo>
                        <a:pt x="113148" y="87084"/>
                        <a:pt x="113128" y="87104"/>
                        <a:pt x="113087" y="87104"/>
                      </a:cubicBezTo>
                      <a:lnTo>
                        <a:pt x="113622" y="77250"/>
                      </a:lnTo>
                      <a:cubicBezTo>
                        <a:pt x="114917" y="76653"/>
                        <a:pt x="116255" y="75975"/>
                        <a:pt x="117654" y="75234"/>
                      </a:cubicBezTo>
                      <a:cubicBezTo>
                        <a:pt x="124997" y="71345"/>
                        <a:pt x="130450" y="67252"/>
                        <a:pt x="129833" y="66100"/>
                      </a:cubicBezTo>
                      <a:cubicBezTo>
                        <a:pt x="129723" y="65895"/>
                        <a:pt x="129429" y="65798"/>
                        <a:pt x="128978" y="65798"/>
                      </a:cubicBezTo>
                      <a:cubicBezTo>
                        <a:pt x="126896" y="65798"/>
                        <a:pt x="121469" y="67882"/>
                        <a:pt x="115432" y="71079"/>
                      </a:cubicBezTo>
                      <a:cubicBezTo>
                        <a:pt x="114917" y="71367"/>
                        <a:pt x="114403" y="71633"/>
                        <a:pt x="113910" y="71921"/>
                      </a:cubicBezTo>
                      <a:lnTo>
                        <a:pt x="114300" y="64619"/>
                      </a:lnTo>
                      <a:cubicBezTo>
                        <a:pt x="115411" y="64063"/>
                        <a:pt x="116543" y="63487"/>
                        <a:pt x="117674" y="62870"/>
                      </a:cubicBezTo>
                      <a:cubicBezTo>
                        <a:pt x="129010" y="56863"/>
                        <a:pt x="137444" y="50548"/>
                        <a:pt x="136498" y="48757"/>
                      </a:cubicBezTo>
                      <a:cubicBezTo>
                        <a:pt x="136331" y="48442"/>
                        <a:pt x="135880" y="48292"/>
                        <a:pt x="135187" y="48292"/>
                      </a:cubicBezTo>
                      <a:cubicBezTo>
                        <a:pt x="132034" y="48292"/>
                        <a:pt x="123877" y="51398"/>
                        <a:pt x="114752" y="56204"/>
                      </a:cubicBezTo>
                      <a:lnTo>
                        <a:pt x="114752" y="56204"/>
                      </a:lnTo>
                      <a:lnTo>
                        <a:pt x="115699" y="38965"/>
                      </a:lnTo>
                      <a:cubicBezTo>
                        <a:pt x="147791" y="20532"/>
                        <a:pt x="170236" y="4754"/>
                        <a:pt x="1704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15"/>
                <p:cNvSpPr/>
                <p:nvPr/>
              </p:nvSpPr>
              <p:spPr>
                <a:xfrm>
                  <a:off x="7647367" y="1641789"/>
                  <a:ext cx="157982" cy="168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5" h="7819" extrusionOk="0">
                      <a:moveTo>
                        <a:pt x="3498" y="1"/>
                      </a:moveTo>
                      <a:lnTo>
                        <a:pt x="1" y="1421"/>
                      </a:lnTo>
                      <a:cubicBezTo>
                        <a:pt x="3498" y="3128"/>
                        <a:pt x="3684" y="7818"/>
                        <a:pt x="3684" y="7818"/>
                      </a:cubicBezTo>
                      <a:lnTo>
                        <a:pt x="7016" y="5226"/>
                      </a:lnTo>
                      <a:cubicBezTo>
                        <a:pt x="7324" y="680"/>
                        <a:pt x="3498" y="1"/>
                        <a:pt x="34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" name="Google Shape;211;p15"/>
                <p:cNvSpPr/>
                <p:nvPr/>
              </p:nvSpPr>
              <p:spPr>
                <a:xfrm>
                  <a:off x="7647367" y="1641789"/>
                  <a:ext cx="157982" cy="113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5" h="5248" extrusionOk="0">
                      <a:moveTo>
                        <a:pt x="3498" y="1"/>
                      </a:moveTo>
                      <a:lnTo>
                        <a:pt x="1" y="1421"/>
                      </a:lnTo>
                      <a:cubicBezTo>
                        <a:pt x="195" y="1419"/>
                        <a:pt x="390" y="1418"/>
                        <a:pt x="585" y="1418"/>
                      </a:cubicBezTo>
                      <a:cubicBezTo>
                        <a:pt x="2807" y="1418"/>
                        <a:pt x="5034" y="1605"/>
                        <a:pt x="6358" y="3704"/>
                      </a:cubicBezTo>
                      <a:cubicBezTo>
                        <a:pt x="6666" y="4197"/>
                        <a:pt x="6872" y="4712"/>
                        <a:pt x="6995" y="5247"/>
                      </a:cubicBezTo>
                      <a:lnTo>
                        <a:pt x="7016" y="5226"/>
                      </a:lnTo>
                      <a:cubicBezTo>
                        <a:pt x="7324" y="680"/>
                        <a:pt x="3498" y="1"/>
                        <a:pt x="349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15"/>
                <p:cNvSpPr/>
                <p:nvPr/>
              </p:nvSpPr>
              <p:spPr>
                <a:xfrm>
                  <a:off x="5940040" y="2183564"/>
                  <a:ext cx="524047" cy="193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8" h="8949" extrusionOk="0">
                      <a:moveTo>
                        <a:pt x="1" y="4485"/>
                      </a:moveTo>
                      <a:cubicBezTo>
                        <a:pt x="3" y="4488"/>
                        <a:pt x="6" y="4491"/>
                        <a:pt x="9" y="4493"/>
                      </a:cubicBezTo>
                      <a:lnTo>
                        <a:pt x="9" y="4493"/>
                      </a:lnTo>
                      <a:lnTo>
                        <a:pt x="1" y="4485"/>
                      </a:lnTo>
                      <a:close/>
                      <a:moveTo>
                        <a:pt x="24297" y="0"/>
                      </a:moveTo>
                      <a:cubicBezTo>
                        <a:pt x="24296" y="1"/>
                        <a:pt x="10841" y="5515"/>
                        <a:pt x="3703" y="5515"/>
                      </a:cubicBezTo>
                      <a:cubicBezTo>
                        <a:pt x="2052" y="5515"/>
                        <a:pt x="740" y="5220"/>
                        <a:pt x="9" y="4493"/>
                      </a:cubicBezTo>
                      <a:lnTo>
                        <a:pt x="9" y="4493"/>
                      </a:lnTo>
                      <a:lnTo>
                        <a:pt x="4466" y="8948"/>
                      </a:lnTo>
                      <a:lnTo>
                        <a:pt x="2429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15"/>
                <p:cNvSpPr/>
                <p:nvPr/>
              </p:nvSpPr>
              <p:spPr>
                <a:xfrm>
                  <a:off x="6223998" y="2751480"/>
                  <a:ext cx="35975" cy="145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8" h="6749" extrusionOk="0">
                      <a:moveTo>
                        <a:pt x="330" y="1"/>
                      </a:moveTo>
                      <a:cubicBezTo>
                        <a:pt x="228" y="61"/>
                        <a:pt x="104" y="103"/>
                        <a:pt x="1" y="165"/>
                      </a:cubicBezTo>
                      <a:lnTo>
                        <a:pt x="1668" y="6748"/>
                      </a:lnTo>
                      <a:lnTo>
                        <a:pt x="330" y="1"/>
                      </a:ln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15"/>
                <p:cNvSpPr/>
                <p:nvPr/>
              </p:nvSpPr>
              <p:spPr>
                <a:xfrm>
                  <a:off x="6231094" y="2751027"/>
                  <a:ext cx="32438" cy="161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4" h="7469" extrusionOk="0">
                      <a:moveTo>
                        <a:pt x="42" y="0"/>
                      </a:moveTo>
                      <a:cubicBezTo>
                        <a:pt x="22" y="0"/>
                        <a:pt x="22" y="0"/>
                        <a:pt x="1" y="22"/>
                      </a:cubicBezTo>
                      <a:lnTo>
                        <a:pt x="1339" y="6769"/>
                      </a:lnTo>
                      <a:lnTo>
                        <a:pt x="1504" y="7469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CEBF9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15"/>
                <p:cNvSpPr/>
                <p:nvPr/>
              </p:nvSpPr>
              <p:spPr>
                <a:xfrm>
                  <a:off x="6223998" y="2502116"/>
                  <a:ext cx="436612" cy="409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4" h="19010" extrusionOk="0">
                      <a:moveTo>
                        <a:pt x="26" y="11713"/>
                      </a:moveTo>
                      <a:lnTo>
                        <a:pt x="26" y="11713"/>
                      </a:lnTo>
                      <a:cubicBezTo>
                        <a:pt x="17" y="11717"/>
                        <a:pt x="9" y="11722"/>
                        <a:pt x="1" y="11727"/>
                      </a:cubicBezTo>
                      <a:lnTo>
                        <a:pt x="26" y="11713"/>
                      </a:lnTo>
                      <a:close/>
                      <a:moveTo>
                        <a:pt x="20244" y="1"/>
                      </a:moveTo>
                      <a:lnTo>
                        <a:pt x="26" y="11713"/>
                      </a:lnTo>
                      <a:lnTo>
                        <a:pt x="26" y="11713"/>
                      </a:lnTo>
                      <a:cubicBezTo>
                        <a:pt x="124" y="11658"/>
                        <a:pt x="236" y="11619"/>
                        <a:pt x="330" y="11563"/>
                      </a:cubicBezTo>
                      <a:cubicBezTo>
                        <a:pt x="351" y="11541"/>
                        <a:pt x="351" y="11541"/>
                        <a:pt x="371" y="11541"/>
                      </a:cubicBezTo>
                      <a:lnTo>
                        <a:pt x="1833" y="19010"/>
                      </a:lnTo>
                      <a:cubicBezTo>
                        <a:pt x="3355" y="11151"/>
                        <a:pt x="20242" y="2"/>
                        <a:pt x="202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15"/>
                <p:cNvSpPr/>
                <p:nvPr/>
              </p:nvSpPr>
              <p:spPr>
                <a:xfrm>
                  <a:off x="5976878" y="1907997"/>
                  <a:ext cx="347884" cy="119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0" h="5552" extrusionOk="0">
                      <a:moveTo>
                        <a:pt x="14895" y="1"/>
                      </a:moveTo>
                      <a:cubicBezTo>
                        <a:pt x="14895" y="1"/>
                        <a:pt x="7966" y="4736"/>
                        <a:pt x="3060" y="4736"/>
                      </a:cubicBezTo>
                      <a:cubicBezTo>
                        <a:pt x="1883" y="4736"/>
                        <a:pt x="821" y="4463"/>
                        <a:pt x="1" y="3786"/>
                      </a:cubicBezTo>
                      <a:lnTo>
                        <a:pt x="1" y="3786"/>
                      </a:lnTo>
                      <a:cubicBezTo>
                        <a:pt x="1" y="3786"/>
                        <a:pt x="739" y="5551"/>
                        <a:pt x="3856" y="5551"/>
                      </a:cubicBezTo>
                      <a:cubicBezTo>
                        <a:pt x="6268" y="5551"/>
                        <a:pt x="10106" y="4494"/>
                        <a:pt x="16130" y="742"/>
                      </a:cubicBezTo>
                      <a:lnTo>
                        <a:pt x="1489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15"/>
                <p:cNvSpPr/>
                <p:nvPr/>
              </p:nvSpPr>
              <p:spPr>
                <a:xfrm>
                  <a:off x="4550856" y="3032785"/>
                  <a:ext cx="336777" cy="231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15" h="10740" extrusionOk="0">
                      <a:moveTo>
                        <a:pt x="7797" y="0"/>
                      </a:moveTo>
                      <a:lnTo>
                        <a:pt x="7797" y="0"/>
                      </a:lnTo>
                      <a:cubicBezTo>
                        <a:pt x="11357" y="2406"/>
                        <a:pt x="1" y="10739"/>
                        <a:pt x="1" y="10739"/>
                      </a:cubicBezTo>
                      <a:lnTo>
                        <a:pt x="15614" y="349"/>
                      </a:lnTo>
                      <a:lnTo>
                        <a:pt x="779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15"/>
                <p:cNvSpPr/>
                <p:nvPr/>
              </p:nvSpPr>
              <p:spPr>
                <a:xfrm>
                  <a:off x="4630268" y="3328281"/>
                  <a:ext cx="413535" cy="15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74" h="7325" extrusionOk="0">
                      <a:moveTo>
                        <a:pt x="19174" y="0"/>
                      </a:moveTo>
                      <a:lnTo>
                        <a:pt x="0" y="7324"/>
                      </a:lnTo>
                      <a:cubicBezTo>
                        <a:pt x="4260" y="6008"/>
                        <a:pt x="7304" y="5555"/>
                        <a:pt x="9485" y="5555"/>
                      </a:cubicBezTo>
                      <a:cubicBezTo>
                        <a:pt x="13825" y="5555"/>
                        <a:pt x="14689" y="7324"/>
                        <a:pt x="14689" y="7324"/>
                      </a:cubicBezTo>
                      <a:lnTo>
                        <a:pt x="1917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15"/>
                <p:cNvSpPr/>
                <p:nvPr/>
              </p:nvSpPr>
              <p:spPr>
                <a:xfrm>
                  <a:off x="5741727" y="1733645"/>
                  <a:ext cx="300845" cy="110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49" h="5110" extrusionOk="0">
                      <a:moveTo>
                        <a:pt x="12303" y="1"/>
                      </a:moveTo>
                      <a:cubicBezTo>
                        <a:pt x="12303" y="1"/>
                        <a:pt x="5931" y="4197"/>
                        <a:pt x="2044" y="4197"/>
                      </a:cubicBezTo>
                      <a:cubicBezTo>
                        <a:pt x="1225" y="4197"/>
                        <a:pt x="516" y="4010"/>
                        <a:pt x="1" y="3559"/>
                      </a:cubicBezTo>
                      <a:lnTo>
                        <a:pt x="1" y="3559"/>
                      </a:lnTo>
                      <a:cubicBezTo>
                        <a:pt x="1" y="3559"/>
                        <a:pt x="291" y="5110"/>
                        <a:pt x="2911" y="5110"/>
                      </a:cubicBezTo>
                      <a:cubicBezTo>
                        <a:pt x="4918" y="5110"/>
                        <a:pt x="8292" y="4200"/>
                        <a:pt x="13949" y="988"/>
                      </a:cubicBezTo>
                      <a:lnTo>
                        <a:pt x="1230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15"/>
                <p:cNvSpPr/>
                <p:nvPr/>
              </p:nvSpPr>
              <p:spPr>
                <a:xfrm>
                  <a:off x="5495038" y="1565052"/>
                  <a:ext cx="246711" cy="82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9" h="3809" extrusionOk="0">
                      <a:moveTo>
                        <a:pt x="10657" y="0"/>
                      </a:moveTo>
                      <a:cubicBezTo>
                        <a:pt x="10657" y="0"/>
                        <a:pt x="6835" y="3289"/>
                        <a:pt x="3293" y="3289"/>
                      </a:cubicBezTo>
                      <a:cubicBezTo>
                        <a:pt x="2114" y="3289"/>
                        <a:pt x="966" y="2925"/>
                        <a:pt x="0" y="1954"/>
                      </a:cubicBezTo>
                      <a:lnTo>
                        <a:pt x="0" y="1954"/>
                      </a:lnTo>
                      <a:cubicBezTo>
                        <a:pt x="1" y="1954"/>
                        <a:pt x="1007" y="3808"/>
                        <a:pt x="3740" y="3808"/>
                      </a:cubicBezTo>
                      <a:cubicBezTo>
                        <a:pt x="5513" y="3808"/>
                        <a:pt x="8014" y="3027"/>
                        <a:pt x="11439" y="453"/>
                      </a:cubicBezTo>
                      <a:lnTo>
                        <a:pt x="1065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15"/>
                <p:cNvSpPr/>
                <p:nvPr/>
              </p:nvSpPr>
              <p:spPr>
                <a:xfrm>
                  <a:off x="6415259" y="3000843"/>
                  <a:ext cx="336755" cy="98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14" h="4587" extrusionOk="0">
                      <a:moveTo>
                        <a:pt x="0" y="2798"/>
                      </a:moveTo>
                      <a:cubicBezTo>
                        <a:pt x="596" y="3517"/>
                        <a:pt x="1440" y="3929"/>
                        <a:pt x="2448" y="4073"/>
                      </a:cubicBezTo>
                      <a:cubicBezTo>
                        <a:pt x="823" y="3558"/>
                        <a:pt x="0" y="2798"/>
                        <a:pt x="0" y="2798"/>
                      </a:cubicBezTo>
                      <a:close/>
                      <a:moveTo>
                        <a:pt x="15614" y="0"/>
                      </a:moveTo>
                      <a:cubicBezTo>
                        <a:pt x="15613" y="0"/>
                        <a:pt x="8454" y="4156"/>
                        <a:pt x="3558" y="4156"/>
                      </a:cubicBezTo>
                      <a:cubicBezTo>
                        <a:pt x="3168" y="4156"/>
                        <a:pt x="2798" y="4134"/>
                        <a:pt x="2448" y="4073"/>
                      </a:cubicBezTo>
                      <a:lnTo>
                        <a:pt x="2448" y="4073"/>
                      </a:lnTo>
                      <a:cubicBezTo>
                        <a:pt x="3333" y="4361"/>
                        <a:pt x="4444" y="4587"/>
                        <a:pt x="5802" y="4587"/>
                      </a:cubicBezTo>
                      <a:cubicBezTo>
                        <a:pt x="8270" y="4587"/>
                        <a:pt x="11499" y="3868"/>
                        <a:pt x="15531" y="1481"/>
                      </a:cubicBezTo>
                      <a:lnTo>
                        <a:pt x="1561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15"/>
                <p:cNvSpPr/>
                <p:nvPr/>
              </p:nvSpPr>
              <p:spPr>
                <a:xfrm>
                  <a:off x="6761762" y="2786096"/>
                  <a:ext cx="1790" cy="3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1543" extrusionOk="0">
                      <a:moveTo>
                        <a:pt x="83" y="0"/>
                      </a:moveTo>
                      <a:lnTo>
                        <a:pt x="83" y="0"/>
                      </a:lnTo>
                      <a:lnTo>
                        <a:pt x="0" y="1542"/>
                      </a:lnTo>
                      <a:lnTo>
                        <a:pt x="0" y="1542"/>
                      </a:ln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15"/>
                <p:cNvSpPr/>
                <p:nvPr/>
              </p:nvSpPr>
              <p:spPr>
                <a:xfrm>
                  <a:off x="6486669" y="2786096"/>
                  <a:ext cx="276884" cy="147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38" h="6850" extrusionOk="0">
                      <a:moveTo>
                        <a:pt x="12838" y="0"/>
                      </a:moveTo>
                      <a:lnTo>
                        <a:pt x="1" y="6850"/>
                      </a:lnTo>
                      <a:cubicBezTo>
                        <a:pt x="3149" y="5739"/>
                        <a:pt x="12755" y="1542"/>
                        <a:pt x="12755" y="1542"/>
                      </a:cubicBezTo>
                      <a:lnTo>
                        <a:pt x="1283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" name="Google Shape;224;p15"/>
                <p:cNvSpPr/>
                <p:nvPr/>
              </p:nvSpPr>
              <p:spPr>
                <a:xfrm>
                  <a:off x="6735601" y="3273694"/>
                  <a:ext cx="1790" cy="32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1523" extrusionOk="0">
                      <a:moveTo>
                        <a:pt x="83" y="0"/>
                      </a:moveTo>
                      <a:lnTo>
                        <a:pt x="0" y="1523"/>
                      </a:lnTo>
                      <a:cubicBezTo>
                        <a:pt x="20" y="1503"/>
                        <a:pt x="42" y="1503"/>
                        <a:pt x="83" y="1481"/>
                      </a:cubicBez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5" name="Google Shape;225;p15"/>
                <p:cNvSpPr/>
                <p:nvPr/>
              </p:nvSpPr>
              <p:spPr>
                <a:xfrm>
                  <a:off x="6737369" y="3273262"/>
                  <a:ext cx="22" cy="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20"/>
                      </a:lnTo>
                      <a:lnTo>
                        <a:pt x="1" y="20"/>
                      </a:lnTo>
                      <a:close/>
                    </a:path>
                  </a:pathLst>
                </a:custGeom>
                <a:solidFill>
                  <a:srgbClr val="CEBF9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" name="Google Shape;226;p15"/>
                <p:cNvSpPr/>
                <p:nvPr/>
              </p:nvSpPr>
              <p:spPr>
                <a:xfrm>
                  <a:off x="6463613" y="3273262"/>
                  <a:ext cx="273778" cy="79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4" h="3704" extrusionOk="0">
                      <a:moveTo>
                        <a:pt x="12694" y="0"/>
                      </a:moveTo>
                      <a:cubicBezTo>
                        <a:pt x="12694" y="0"/>
                        <a:pt x="6912" y="3004"/>
                        <a:pt x="3066" y="3004"/>
                      </a:cubicBezTo>
                      <a:cubicBezTo>
                        <a:pt x="1708" y="3004"/>
                        <a:pt x="576" y="2634"/>
                        <a:pt x="21" y="1625"/>
                      </a:cubicBezTo>
                      <a:lnTo>
                        <a:pt x="21" y="1625"/>
                      </a:lnTo>
                      <a:cubicBezTo>
                        <a:pt x="21" y="1625"/>
                        <a:pt x="0" y="3703"/>
                        <a:pt x="3662" y="3703"/>
                      </a:cubicBezTo>
                      <a:cubicBezTo>
                        <a:pt x="5513" y="3703"/>
                        <a:pt x="8332" y="3169"/>
                        <a:pt x="12611" y="1543"/>
                      </a:cubicBezTo>
                      <a:lnTo>
                        <a:pt x="12694" y="20"/>
                      </a:lnTo>
                      <a:lnTo>
                        <a:pt x="1269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15"/>
                <p:cNvSpPr/>
                <p:nvPr/>
              </p:nvSpPr>
              <p:spPr>
                <a:xfrm>
                  <a:off x="6510630" y="3603375"/>
                  <a:ext cx="209011" cy="79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1" h="3704" extrusionOk="0">
                      <a:moveTo>
                        <a:pt x="9691" y="0"/>
                      </a:moveTo>
                      <a:lnTo>
                        <a:pt x="9691" y="0"/>
                      </a:lnTo>
                      <a:cubicBezTo>
                        <a:pt x="9691" y="0"/>
                        <a:pt x="5124" y="3292"/>
                        <a:pt x="1709" y="3292"/>
                      </a:cubicBezTo>
                      <a:cubicBezTo>
                        <a:pt x="1092" y="3292"/>
                        <a:pt x="516" y="3188"/>
                        <a:pt x="0" y="2941"/>
                      </a:cubicBezTo>
                      <a:lnTo>
                        <a:pt x="0" y="2941"/>
                      </a:lnTo>
                      <a:cubicBezTo>
                        <a:pt x="1" y="2941"/>
                        <a:pt x="1029" y="3703"/>
                        <a:pt x="3086" y="3703"/>
                      </a:cubicBezTo>
                      <a:cubicBezTo>
                        <a:pt x="4650" y="3703"/>
                        <a:pt x="6811" y="3251"/>
                        <a:pt x="9567" y="1646"/>
                      </a:cubicBezTo>
                      <a:lnTo>
                        <a:pt x="969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15"/>
                <p:cNvSpPr/>
                <p:nvPr/>
              </p:nvSpPr>
              <p:spPr>
                <a:xfrm>
                  <a:off x="4908898" y="1244710"/>
                  <a:ext cx="1177154" cy="96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80" h="44950" extrusionOk="0">
                      <a:moveTo>
                        <a:pt x="187" y="0"/>
                      </a:moveTo>
                      <a:cubicBezTo>
                        <a:pt x="83" y="0"/>
                        <a:pt x="1" y="83"/>
                        <a:pt x="1" y="185"/>
                      </a:cubicBezTo>
                      <a:cubicBezTo>
                        <a:pt x="1" y="288"/>
                        <a:pt x="83" y="371"/>
                        <a:pt x="187" y="371"/>
                      </a:cubicBezTo>
                      <a:lnTo>
                        <a:pt x="3333" y="371"/>
                      </a:lnTo>
                      <a:lnTo>
                        <a:pt x="54270" y="44889"/>
                      </a:lnTo>
                      <a:cubicBezTo>
                        <a:pt x="54292" y="44930"/>
                        <a:pt x="54333" y="44950"/>
                        <a:pt x="54374" y="44950"/>
                      </a:cubicBezTo>
                      <a:cubicBezTo>
                        <a:pt x="54435" y="44950"/>
                        <a:pt x="54476" y="44930"/>
                        <a:pt x="54517" y="44889"/>
                      </a:cubicBezTo>
                      <a:cubicBezTo>
                        <a:pt x="54580" y="44807"/>
                        <a:pt x="54580" y="44683"/>
                        <a:pt x="54497" y="44621"/>
                      </a:cubicBezTo>
                      <a:lnTo>
                        <a:pt x="3519" y="41"/>
                      </a:lnTo>
                      <a:cubicBezTo>
                        <a:pt x="3498" y="20"/>
                        <a:pt x="3457" y="0"/>
                        <a:pt x="33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15"/>
                <p:cNvSpPr/>
                <p:nvPr/>
              </p:nvSpPr>
              <p:spPr>
                <a:xfrm>
                  <a:off x="5215933" y="1521658"/>
                  <a:ext cx="87456" cy="39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5" h="1848" extrusionOk="0">
                      <a:moveTo>
                        <a:pt x="3856" y="0"/>
                      </a:moveTo>
                      <a:cubicBezTo>
                        <a:pt x="3831" y="0"/>
                        <a:pt x="3807" y="5"/>
                        <a:pt x="3786" y="16"/>
                      </a:cubicBezTo>
                      <a:lnTo>
                        <a:pt x="145" y="1497"/>
                      </a:lnTo>
                      <a:cubicBezTo>
                        <a:pt x="63" y="1519"/>
                        <a:pt x="1" y="1642"/>
                        <a:pt x="42" y="1724"/>
                      </a:cubicBezTo>
                      <a:cubicBezTo>
                        <a:pt x="83" y="1807"/>
                        <a:pt x="145" y="1848"/>
                        <a:pt x="228" y="1848"/>
                      </a:cubicBezTo>
                      <a:cubicBezTo>
                        <a:pt x="248" y="1848"/>
                        <a:pt x="269" y="1848"/>
                        <a:pt x="289" y="1826"/>
                      </a:cubicBezTo>
                      <a:lnTo>
                        <a:pt x="3931" y="345"/>
                      </a:lnTo>
                      <a:cubicBezTo>
                        <a:pt x="4013" y="326"/>
                        <a:pt x="4054" y="202"/>
                        <a:pt x="4033" y="120"/>
                      </a:cubicBezTo>
                      <a:cubicBezTo>
                        <a:pt x="4002" y="43"/>
                        <a:pt x="3926" y="0"/>
                        <a:pt x="385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15"/>
                <p:cNvSpPr/>
                <p:nvPr/>
              </p:nvSpPr>
              <p:spPr>
                <a:xfrm>
                  <a:off x="5533191" y="1806500"/>
                  <a:ext cx="89656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1910" extrusionOk="0">
                      <a:moveTo>
                        <a:pt x="3957" y="0"/>
                      </a:moveTo>
                      <a:cubicBezTo>
                        <a:pt x="3934" y="0"/>
                        <a:pt x="3910" y="5"/>
                        <a:pt x="3888" y="16"/>
                      </a:cubicBezTo>
                      <a:lnTo>
                        <a:pt x="144" y="1560"/>
                      </a:lnTo>
                      <a:cubicBezTo>
                        <a:pt x="42" y="1601"/>
                        <a:pt x="1" y="1703"/>
                        <a:pt x="42" y="1807"/>
                      </a:cubicBezTo>
                      <a:cubicBezTo>
                        <a:pt x="62" y="1868"/>
                        <a:pt x="144" y="1909"/>
                        <a:pt x="206" y="1909"/>
                      </a:cubicBezTo>
                      <a:lnTo>
                        <a:pt x="289" y="1909"/>
                      </a:lnTo>
                      <a:lnTo>
                        <a:pt x="4011" y="346"/>
                      </a:lnTo>
                      <a:cubicBezTo>
                        <a:pt x="4115" y="304"/>
                        <a:pt x="4156" y="202"/>
                        <a:pt x="4115" y="99"/>
                      </a:cubicBezTo>
                      <a:cubicBezTo>
                        <a:pt x="4085" y="39"/>
                        <a:pt x="4021" y="0"/>
                        <a:pt x="395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15"/>
                <p:cNvSpPr/>
                <p:nvPr/>
              </p:nvSpPr>
              <p:spPr>
                <a:xfrm>
                  <a:off x="5887696" y="2114419"/>
                  <a:ext cx="93646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2" h="1910" extrusionOk="0">
                      <a:moveTo>
                        <a:pt x="4143" y="1"/>
                      </a:moveTo>
                      <a:cubicBezTo>
                        <a:pt x="4119" y="1"/>
                        <a:pt x="4095" y="6"/>
                        <a:pt x="4073" y="17"/>
                      </a:cubicBezTo>
                      <a:lnTo>
                        <a:pt x="145" y="1560"/>
                      </a:lnTo>
                      <a:cubicBezTo>
                        <a:pt x="41" y="1580"/>
                        <a:pt x="0" y="1704"/>
                        <a:pt x="41" y="1786"/>
                      </a:cubicBezTo>
                      <a:cubicBezTo>
                        <a:pt x="63" y="1868"/>
                        <a:pt x="123" y="1909"/>
                        <a:pt x="206" y="1909"/>
                      </a:cubicBezTo>
                      <a:cubicBezTo>
                        <a:pt x="227" y="1909"/>
                        <a:pt x="247" y="1909"/>
                        <a:pt x="268" y="1889"/>
                      </a:cubicBezTo>
                      <a:lnTo>
                        <a:pt x="4197" y="346"/>
                      </a:lnTo>
                      <a:cubicBezTo>
                        <a:pt x="4300" y="305"/>
                        <a:pt x="4342" y="203"/>
                        <a:pt x="4300" y="120"/>
                      </a:cubicBezTo>
                      <a:cubicBezTo>
                        <a:pt x="4285" y="43"/>
                        <a:pt x="4213" y="1"/>
                        <a:pt x="41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15"/>
                <p:cNvSpPr/>
                <p:nvPr/>
              </p:nvSpPr>
              <p:spPr>
                <a:xfrm>
                  <a:off x="6347343" y="2848641"/>
                  <a:ext cx="278242" cy="150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01" h="69699" extrusionOk="0">
                      <a:moveTo>
                        <a:pt x="165" y="0"/>
                      </a:moveTo>
                      <a:cubicBezTo>
                        <a:pt x="63" y="21"/>
                        <a:pt x="1" y="123"/>
                        <a:pt x="22" y="227"/>
                      </a:cubicBezTo>
                      <a:lnTo>
                        <a:pt x="1194" y="6460"/>
                      </a:lnTo>
                      <a:lnTo>
                        <a:pt x="1276" y="6399"/>
                      </a:lnTo>
                      <a:cubicBezTo>
                        <a:pt x="1317" y="6358"/>
                        <a:pt x="1359" y="6358"/>
                        <a:pt x="1400" y="6358"/>
                      </a:cubicBezTo>
                      <a:cubicBezTo>
                        <a:pt x="1441" y="6358"/>
                        <a:pt x="1503" y="6377"/>
                        <a:pt x="1545" y="6419"/>
                      </a:cubicBezTo>
                      <a:cubicBezTo>
                        <a:pt x="1606" y="6501"/>
                        <a:pt x="1586" y="6624"/>
                        <a:pt x="1503" y="6687"/>
                      </a:cubicBezTo>
                      <a:lnTo>
                        <a:pt x="1276" y="6871"/>
                      </a:lnTo>
                      <a:lnTo>
                        <a:pt x="5226" y="27917"/>
                      </a:lnTo>
                      <a:lnTo>
                        <a:pt x="5248" y="27917"/>
                      </a:lnTo>
                      <a:cubicBezTo>
                        <a:pt x="5309" y="27917"/>
                        <a:pt x="5371" y="27937"/>
                        <a:pt x="5391" y="28000"/>
                      </a:cubicBezTo>
                      <a:cubicBezTo>
                        <a:pt x="5453" y="28082"/>
                        <a:pt x="5453" y="28184"/>
                        <a:pt x="5371" y="28247"/>
                      </a:cubicBezTo>
                      <a:lnTo>
                        <a:pt x="5289" y="28307"/>
                      </a:lnTo>
                      <a:lnTo>
                        <a:pt x="8909" y="47481"/>
                      </a:lnTo>
                      <a:lnTo>
                        <a:pt x="8992" y="47420"/>
                      </a:lnTo>
                      <a:cubicBezTo>
                        <a:pt x="9033" y="47398"/>
                        <a:pt x="9074" y="47379"/>
                        <a:pt x="9094" y="47379"/>
                      </a:cubicBezTo>
                      <a:cubicBezTo>
                        <a:pt x="9156" y="47379"/>
                        <a:pt x="9217" y="47398"/>
                        <a:pt x="9258" y="47461"/>
                      </a:cubicBezTo>
                      <a:cubicBezTo>
                        <a:pt x="9265" y="47470"/>
                        <a:pt x="9270" y="47478"/>
                        <a:pt x="9275" y="47487"/>
                      </a:cubicBezTo>
                      <a:lnTo>
                        <a:pt x="9275" y="47487"/>
                      </a:lnTo>
                      <a:lnTo>
                        <a:pt x="393" y="145"/>
                      </a:lnTo>
                      <a:cubicBezTo>
                        <a:pt x="371" y="63"/>
                        <a:pt x="289" y="0"/>
                        <a:pt x="207" y="0"/>
                      </a:cubicBezTo>
                      <a:close/>
                      <a:moveTo>
                        <a:pt x="9275" y="47487"/>
                      </a:moveTo>
                      <a:lnTo>
                        <a:pt x="9293" y="47584"/>
                      </a:lnTo>
                      <a:lnTo>
                        <a:pt x="9293" y="47584"/>
                      </a:lnTo>
                      <a:cubicBezTo>
                        <a:pt x="9297" y="47552"/>
                        <a:pt x="9292" y="47519"/>
                        <a:pt x="9275" y="47487"/>
                      </a:cubicBezTo>
                      <a:close/>
                      <a:moveTo>
                        <a:pt x="9293" y="47584"/>
                      </a:moveTo>
                      <a:lnTo>
                        <a:pt x="9293" y="47584"/>
                      </a:lnTo>
                      <a:cubicBezTo>
                        <a:pt x="9287" y="47630"/>
                        <a:pt x="9261" y="47675"/>
                        <a:pt x="9217" y="47708"/>
                      </a:cubicBezTo>
                      <a:lnTo>
                        <a:pt x="8970" y="47892"/>
                      </a:lnTo>
                      <a:lnTo>
                        <a:pt x="12509" y="66695"/>
                      </a:lnTo>
                      <a:lnTo>
                        <a:pt x="10904" y="69411"/>
                      </a:lnTo>
                      <a:cubicBezTo>
                        <a:pt x="10863" y="69493"/>
                        <a:pt x="10884" y="69616"/>
                        <a:pt x="10986" y="69658"/>
                      </a:cubicBezTo>
                      <a:cubicBezTo>
                        <a:pt x="11008" y="69679"/>
                        <a:pt x="11049" y="69699"/>
                        <a:pt x="11069" y="69699"/>
                      </a:cubicBezTo>
                      <a:cubicBezTo>
                        <a:pt x="11131" y="69699"/>
                        <a:pt x="11192" y="69658"/>
                        <a:pt x="11233" y="69597"/>
                      </a:cubicBezTo>
                      <a:lnTo>
                        <a:pt x="12859" y="66840"/>
                      </a:lnTo>
                      <a:cubicBezTo>
                        <a:pt x="12879" y="66799"/>
                        <a:pt x="12900" y="66758"/>
                        <a:pt x="12879" y="66695"/>
                      </a:cubicBezTo>
                      <a:lnTo>
                        <a:pt x="9293" y="4758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15"/>
                <p:cNvSpPr/>
                <p:nvPr/>
              </p:nvSpPr>
              <p:spPr>
                <a:xfrm>
                  <a:off x="6472046" y="3870466"/>
                  <a:ext cx="76327" cy="59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" h="2758" extrusionOk="0">
                      <a:moveTo>
                        <a:pt x="3312" y="1"/>
                      </a:moveTo>
                      <a:cubicBezTo>
                        <a:pt x="3292" y="1"/>
                        <a:pt x="3251" y="20"/>
                        <a:pt x="3210" y="42"/>
                      </a:cubicBezTo>
                      <a:lnTo>
                        <a:pt x="3127" y="103"/>
                      </a:lnTo>
                      <a:lnTo>
                        <a:pt x="83" y="2428"/>
                      </a:lnTo>
                      <a:cubicBezTo>
                        <a:pt x="0" y="2489"/>
                        <a:pt x="0" y="2593"/>
                        <a:pt x="61" y="2675"/>
                      </a:cubicBezTo>
                      <a:cubicBezTo>
                        <a:pt x="103" y="2736"/>
                        <a:pt x="144" y="2757"/>
                        <a:pt x="206" y="2757"/>
                      </a:cubicBezTo>
                      <a:cubicBezTo>
                        <a:pt x="247" y="2757"/>
                        <a:pt x="289" y="2736"/>
                        <a:pt x="308" y="2716"/>
                      </a:cubicBezTo>
                      <a:lnTo>
                        <a:pt x="3188" y="514"/>
                      </a:lnTo>
                      <a:lnTo>
                        <a:pt x="3435" y="330"/>
                      </a:lnTo>
                      <a:cubicBezTo>
                        <a:pt x="3518" y="267"/>
                        <a:pt x="3539" y="165"/>
                        <a:pt x="3476" y="83"/>
                      </a:cubicBezTo>
                      <a:cubicBezTo>
                        <a:pt x="3435" y="20"/>
                        <a:pt x="3374" y="1"/>
                        <a:pt x="331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15"/>
                <p:cNvSpPr/>
                <p:nvPr/>
              </p:nvSpPr>
              <p:spPr>
                <a:xfrm>
                  <a:off x="6386401" y="3450741"/>
                  <a:ext cx="78570" cy="60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3" h="2799" extrusionOk="0">
                      <a:moveTo>
                        <a:pt x="3415" y="0"/>
                      </a:moveTo>
                      <a:cubicBezTo>
                        <a:pt x="3395" y="20"/>
                        <a:pt x="3354" y="20"/>
                        <a:pt x="3333" y="42"/>
                      </a:cubicBezTo>
                      <a:lnTo>
                        <a:pt x="83" y="2469"/>
                      </a:lnTo>
                      <a:cubicBezTo>
                        <a:pt x="0" y="2530"/>
                        <a:pt x="0" y="2653"/>
                        <a:pt x="63" y="2736"/>
                      </a:cubicBezTo>
                      <a:cubicBezTo>
                        <a:pt x="83" y="2777"/>
                        <a:pt x="145" y="2798"/>
                        <a:pt x="206" y="2798"/>
                      </a:cubicBezTo>
                      <a:cubicBezTo>
                        <a:pt x="247" y="2798"/>
                        <a:pt x="288" y="2798"/>
                        <a:pt x="310" y="2777"/>
                      </a:cubicBezTo>
                      <a:lnTo>
                        <a:pt x="3478" y="390"/>
                      </a:lnTo>
                      <a:lnTo>
                        <a:pt x="3560" y="330"/>
                      </a:lnTo>
                      <a:cubicBezTo>
                        <a:pt x="3642" y="267"/>
                        <a:pt x="3642" y="165"/>
                        <a:pt x="3580" y="83"/>
                      </a:cubicBezTo>
                      <a:cubicBezTo>
                        <a:pt x="3560" y="20"/>
                        <a:pt x="3498" y="0"/>
                        <a:pt x="343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15"/>
                <p:cNvSpPr/>
                <p:nvPr/>
              </p:nvSpPr>
              <p:spPr>
                <a:xfrm>
                  <a:off x="6301210" y="2985746"/>
                  <a:ext cx="80770" cy="63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5" h="2964" extrusionOk="0">
                      <a:moveTo>
                        <a:pt x="3539" y="1"/>
                      </a:moveTo>
                      <a:cubicBezTo>
                        <a:pt x="3498" y="1"/>
                        <a:pt x="3456" y="1"/>
                        <a:pt x="3415" y="42"/>
                      </a:cubicBezTo>
                      <a:lnTo>
                        <a:pt x="3333" y="103"/>
                      </a:lnTo>
                      <a:lnTo>
                        <a:pt x="104" y="2634"/>
                      </a:lnTo>
                      <a:cubicBezTo>
                        <a:pt x="22" y="2695"/>
                        <a:pt x="0" y="2818"/>
                        <a:pt x="63" y="2901"/>
                      </a:cubicBezTo>
                      <a:cubicBezTo>
                        <a:pt x="104" y="2942"/>
                        <a:pt x="165" y="2963"/>
                        <a:pt x="206" y="2963"/>
                      </a:cubicBezTo>
                      <a:cubicBezTo>
                        <a:pt x="247" y="2963"/>
                        <a:pt x="288" y="2942"/>
                        <a:pt x="330" y="2922"/>
                      </a:cubicBezTo>
                      <a:lnTo>
                        <a:pt x="3415" y="514"/>
                      </a:lnTo>
                      <a:lnTo>
                        <a:pt x="3642" y="330"/>
                      </a:lnTo>
                      <a:cubicBezTo>
                        <a:pt x="3725" y="267"/>
                        <a:pt x="3745" y="144"/>
                        <a:pt x="3684" y="62"/>
                      </a:cubicBezTo>
                      <a:cubicBezTo>
                        <a:pt x="3642" y="20"/>
                        <a:pt x="3580" y="1"/>
                        <a:pt x="353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15"/>
                <p:cNvSpPr/>
                <p:nvPr/>
              </p:nvSpPr>
              <p:spPr>
                <a:xfrm>
                  <a:off x="4197688" y="3077149"/>
                  <a:ext cx="357632" cy="145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2" h="6768" extrusionOk="0">
                      <a:moveTo>
                        <a:pt x="185" y="1"/>
                      </a:moveTo>
                      <a:cubicBezTo>
                        <a:pt x="82" y="1"/>
                        <a:pt x="0" y="83"/>
                        <a:pt x="0" y="185"/>
                      </a:cubicBezTo>
                      <a:cubicBezTo>
                        <a:pt x="0" y="289"/>
                        <a:pt x="82" y="371"/>
                        <a:pt x="185" y="371"/>
                      </a:cubicBezTo>
                      <a:lnTo>
                        <a:pt x="4115" y="371"/>
                      </a:lnTo>
                      <a:lnTo>
                        <a:pt x="16293" y="6748"/>
                      </a:lnTo>
                      <a:cubicBezTo>
                        <a:pt x="16313" y="6768"/>
                        <a:pt x="16335" y="6768"/>
                        <a:pt x="16376" y="6768"/>
                      </a:cubicBezTo>
                      <a:cubicBezTo>
                        <a:pt x="16437" y="6768"/>
                        <a:pt x="16499" y="6727"/>
                        <a:pt x="16540" y="6666"/>
                      </a:cubicBezTo>
                      <a:cubicBezTo>
                        <a:pt x="16581" y="6584"/>
                        <a:pt x="16540" y="6460"/>
                        <a:pt x="16458" y="6419"/>
                      </a:cubicBezTo>
                      <a:lnTo>
                        <a:pt x="4238" y="20"/>
                      </a:lnTo>
                      <a:cubicBezTo>
                        <a:pt x="4217" y="1"/>
                        <a:pt x="4197" y="1"/>
                        <a:pt x="41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15"/>
                <p:cNvSpPr/>
                <p:nvPr/>
              </p:nvSpPr>
              <p:spPr>
                <a:xfrm>
                  <a:off x="4625825" y="3528363"/>
                  <a:ext cx="57693" cy="350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5" h="16233" extrusionOk="0">
                      <a:moveTo>
                        <a:pt x="2491" y="1"/>
                      </a:moveTo>
                      <a:cubicBezTo>
                        <a:pt x="2387" y="1"/>
                        <a:pt x="2305" y="83"/>
                        <a:pt x="2305" y="187"/>
                      </a:cubicBezTo>
                      <a:lnTo>
                        <a:pt x="2305" y="11974"/>
                      </a:lnTo>
                      <a:lnTo>
                        <a:pt x="63" y="15965"/>
                      </a:lnTo>
                      <a:cubicBezTo>
                        <a:pt x="1" y="16047"/>
                        <a:pt x="42" y="16170"/>
                        <a:pt x="124" y="16212"/>
                      </a:cubicBezTo>
                      <a:cubicBezTo>
                        <a:pt x="145" y="16233"/>
                        <a:pt x="187" y="16233"/>
                        <a:pt x="206" y="16233"/>
                      </a:cubicBezTo>
                      <a:cubicBezTo>
                        <a:pt x="269" y="16233"/>
                        <a:pt x="351" y="16192"/>
                        <a:pt x="371" y="16151"/>
                      </a:cubicBezTo>
                      <a:lnTo>
                        <a:pt x="2655" y="12097"/>
                      </a:lnTo>
                      <a:cubicBezTo>
                        <a:pt x="2675" y="12077"/>
                        <a:pt x="2675" y="12056"/>
                        <a:pt x="2675" y="12015"/>
                      </a:cubicBezTo>
                      <a:lnTo>
                        <a:pt x="2675" y="187"/>
                      </a:lnTo>
                      <a:cubicBezTo>
                        <a:pt x="2675" y="83"/>
                        <a:pt x="2593" y="1"/>
                        <a:pt x="249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15"/>
                <p:cNvSpPr/>
                <p:nvPr/>
              </p:nvSpPr>
              <p:spPr>
                <a:xfrm>
                  <a:off x="6430766" y="1678087"/>
                  <a:ext cx="91425" cy="102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9" h="4758" extrusionOk="0">
                      <a:moveTo>
                        <a:pt x="203" y="1"/>
                      </a:moveTo>
                      <a:cubicBezTo>
                        <a:pt x="191" y="1"/>
                        <a:pt x="178" y="2"/>
                        <a:pt x="165" y="5"/>
                      </a:cubicBezTo>
                      <a:cubicBezTo>
                        <a:pt x="63" y="26"/>
                        <a:pt x="0" y="108"/>
                        <a:pt x="0" y="210"/>
                      </a:cubicBezTo>
                      <a:cubicBezTo>
                        <a:pt x="762" y="4511"/>
                        <a:pt x="3374" y="4758"/>
                        <a:pt x="3950" y="4758"/>
                      </a:cubicBezTo>
                      <a:lnTo>
                        <a:pt x="4054" y="4758"/>
                      </a:lnTo>
                      <a:cubicBezTo>
                        <a:pt x="4156" y="4736"/>
                        <a:pt x="4238" y="4654"/>
                        <a:pt x="4219" y="4552"/>
                      </a:cubicBezTo>
                      <a:cubicBezTo>
                        <a:pt x="4219" y="4459"/>
                        <a:pt x="4153" y="4384"/>
                        <a:pt x="4065" y="4384"/>
                      </a:cubicBezTo>
                      <a:cubicBezTo>
                        <a:pt x="4055" y="4384"/>
                        <a:pt x="4044" y="4385"/>
                        <a:pt x="4033" y="4387"/>
                      </a:cubicBezTo>
                      <a:cubicBezTo>
                        <a:pt x="4021" y="4387"/>
                        <a:pt x="3988" y="4389"/>
                        <a:pt x="3936" y="4389"/>
                      </a:cubicBezTo>
                      <a:cubicBezTo>
                        <a:pt x="3420" y="4389"/>
                        <a:pt x="1081" y="4203"/>
                        <a:pt x="371" y="149"/>
                      </a:cubicBezTo>
                      <a:cubicBezTo>
                        <a:pt x="353" y="59"/>
                        <a:pt x="288" y="1"/>
                        <a:pt x="20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15"/>
                <p:cNvSpPr/>
                <p:nvPr/>
              </p:nvSpPr>
              <p:spPr>
                <a:xfrm>
                  <a:off x="6077167" y="1579243"/>
                  <a:ext cx="77643" cy="66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0" h="3087" extrusionOk="0">
                      <a:moveTo>
                        <a:pt x="210" y="1"/>
                      </a:moveTo>
                      <a:cubicBezTo>
                        <a:pt x="179" y="1"/>
                        <a:pt x="150" y="8"/>
                        <a:pt x="124" y="21"/>
                      </a:cubicBezTo>
                      <a:cubicBezTo>
                        <a:pt x="41" y="62"/>
                        <a:pt x="0" y="185"/>
                        <a:pt x="61" y="267"/>
                      </a:cubicBezTo>
                      <a:cubicBezTo>
                        <a:pt x="1378" y="2716"/>
                        <a:pt x="3292" y="3065"/>
                        <a:pt x="3374" y="3087"/>
                      </a:cubicBezTo>
                      <a:lnTo>
                        <a:pt x="3415" y="3087"/>
                      </a:lnTo>
                      <a:cubicBezTo>
                        <a:pt x="3497" y="3087"/>
                        <a:pt x="3580" y="3024"/>
                        <a:pt x="3600" y="2922"/>
                      </a:cubicBezTo>
                      <a:cubicBezTo>
                        <a:pt x="3600" y="2818"/>
                        <a:pt x="3539" y="2736"/>
                        <a:pt x="3435" y="2716"/>
                      </a:cubicBezTo>
                      <a:cubicBezTo>
                        <a:pt x="3415" y="2716"/>
                        <a:pt x="1605" y="2366"/>
                        <a:pt x="371" y="103"/>
                      </a:cubicBezTo>
                      <a:cubicBezTo>
                        <a:pt x="342" y="33"/>
                        <a:pt x="275" y="1"/>
                        <a:pt x="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" name="Google Shape;240;p15"/>
                <p:cNvSpPr/>
                <p:nvPr/>
              </p:nvSpPr>
              <p:spPr>
                <a:xfrm>
                  <a:off x="5802504" y="1408580"/>
                  <a:ext cx="76780" cy="69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0" h="3224" extrusionOk="0">
                      <a:moveTo>
                        <a:pt x="335" y="1"/>
                      </a:moveTo>
                      <a:cubicBezTo>
                        <a:pt x="267" y="1"/>
                        <a:pt x="197" y="52"/>
                        <a:pt x="165" y="116"/>
                      </a:cubicBezTo>
                      <a:cubicBezTo>
                        <a:pt x="0" y="590"/>
                        <a:pt x="22" y="1043"/>
                        <a:pt x="268" y="1454"/>
                      </a:cubicBezTo>
                      <a:cubicBezTo>
                        <a:pt x="968" y="2708"/>
                        <a:pt x="3231" y="3202"/>
                        <a:pt x="3333" y="3223"/>
                      </a:cubicBezTo>
                      <a:lnTo>
                        <a:pt x="3374" y="3223"/>
                      </a:lnTo>
                      <a:cubicBezTo>
                        <a:pt x="3456" y="3223"/>
                        <a:pt x="3519" y="3182"/>
                        <a:pt x="3539" y="3078"/>
                      </a:cubicBezTo>
                      <a:cubicBezTo>
                        <a:pt x="3560" y="2996"/>
                        <a:pt x="3497" y="2894"/>
                        <a:pt x="3395" y="2873"/>
                      </a:cubicBezTo>
                      <a:cubicBezTo>
                        <a:pt x="3374" y="2853"/>
                        <a:pt x="1193" y="2379"/>
                        <a:pt x="576" y="1289"/>
                      </a:cubicBezTo>
                      <a:cubicBezTo>
                        <a:pt x="412" y="960"/>
                        <a:pt x="392" y="610"/>
                        <a:pt x="515" y="239"/>
                      </a:cubicBezTo>
                      <a:cubicBezTo>
                        <a:pt x="556" y="157"/>
                        <a:pt x="494" y="34"/>
                        <a:pt x="392" y="14"/>
                      </a:cubicBezTo>
                      <a:cubicBezTo>
                        <a:pt x="374" y="5"/>
                        <a:pt x="354" y="1"/>
                        <a:pt x="33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41;p15"/>
                <p:cNvSpPr/>
                <p:nvPr/>
              </p:nvSpPr>
              <p:spPr>
                <a:xfrm>
                  <a:off x="7008020" y="2703104"/>
                  <a:ext cx="72790" cy="86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5" h="4033" extrusionOk="0">
                      <a:moveTo>
                        <a:pt x="185" y="0"/>
                      </a:moveTo>
                      <a:cubicBezTo>
                        <a:pt x="83" y="0"/>
                        <a:pt x="1" y="83"/>
                        <a:pt x="1" y="186"/>
                      </a:cubicBezTo>
                      <a:cubicBezTo>
                        <a:pt x="1" y="227"/>
                        <a:pt x="62" y="3456"/>
                        <a:pt x="3128" y="4033"/>
                      </a:cubicBezTo>
                      <a:lnTo>
                        <a:pt x="3169" y="4033"/>
                      </a:lnTo>
                      <a:cubicBezTo>
                        <a:pt x="3251" y="4033"/>
                        <a:pt x="3333" y="3972"/>
                        <a:pt x="3353" y="3889"/>
                      </a:cubicBezTo>
                      <a:cubicBezTo>
                        <a:pt x="3375" y="3786"/>
                        <a:pt x="3312" y="3684"/>
                        <a:pt x="3210" y="3662"/>
                      </a:cubicBezTo>
                      <a:cubicBezTo>
                        <a:pt x="432" y="3149"/>
                        <a:pt x="371" y="310"/>
                        <a:pt x="371" y="186"/>
                      </a:cubicBezTo>
                      <a:cubicBezTo>
                        <a:pt x="371" y="83"/>
                        <a:pt x="289" y="0"/>
                        <a:pt x="18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" name="Google Shape;242;p15"/>
                <p:cNvSpPr/>
                <p:nvPr/>
              </p:nvSpPr>
              <p:spPr>
                <a:xfrm>
                  <a:off x="6981406" y="3041649"/>
                  <a:ext cx="26636" cy="82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" h="3847" extrusionOk="0">
                      <a:moveTo>
                        <a:pt x="226" y="1"/>
                      </a:moveTo>
                      <a:cubicBezTo>
                        <a:pt x="165" y="1"/>
                        <a:pt x="102" y="42"/>
                        <a:pt x="61" y="103"/>
                      </a:cubicBezTo>
                      <a:cubicBezTo>
                        <a:pt x="61" y="124"/>
                        <a:pt x="42" y="165"/>
                        <a:pt x="0" y="267"/>
                      </a:cubicBezTo>
                      <a:cubicBezTo>
                        <a:pt x="144" y="226"/>
                        <a:pt x="267" y="165"/>
                        <a:pt x="412" y="124"/>
                      </a:cubicBezTo>
                      <a:cubicBezTo>
                        <a:pt x="390" y="83"/>
                        <a:pt x="349" y="42"/>
                        <a:pt x="308" y="21"/>
                      </a:cubicBezTo>
                      <a:cubicBezTo>
                        <a:pt x="288" y="1"/>
                        <a:pt x="267" y="1"/>
                        <a:pt x="226" y="1"/>
                      </a:cubicBezTo>
                      <a:close/>
                      <a:moveTo>
                        <a:pt x="1194" y="3559"/>
                      </a:moveTo>
                      <a:cubicBezTo>
                        <a:pt x="1090" y="3641"/>
                        <a:pt x="988" y="3724"/>
                        <a:pt x="864" y="3786"/>
                      </a:cubicBezTo>
                      <a:cubicBezTo>
                        <a:pt x="906" y="3806"/>
                        <a:pt x="947" y="3827"/>
                        <a:pt x="966" y="3847"/>
                      </a:cubicBezTo>
                      <a:lnTo>
                        <a:pt x="1049" y="3847"/>
                      </a:lnTo>
                      <a:cubicBezTo>
                        <a:pt x="1111" y="3847"/>
                        <a:pt x="1194" y="3806"/>
                        <a:pt x="1213" y="3745"/>
                      </a:cubicBezTo>
                      <a:cubicBezTo>
                        <a:pt x="1235" y="3682"/>
                        <a:pt x="1235" y="3621"/>
                        <a:pt x="1194" y="3559"/>
                      </a:cubicBez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" name="Google Shape;243;p15"/>
                <p:cNvSpPr/>
                <p:nvPr/>
              </p:nvSpPr>
              <p:spPr>
                <a:xfrm>
                  <a:off x="6981406" y="3044323"/>
                  <a:ext cx="25752" cy="74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3435" extrusionOk="0">
                      <a:moveTo>
                        <a:pt x="1194" y="3435"/>
                      </a:moveTo>
                      <a:lnTo>
                        <a:pt x="1194" y="3435"/>
                      </a:lnTo>
                      <a:lnTo>
                        <a:pt x="1194" y="3435"/>
                      </a:lnTo>
                      <a:lnTo>
                        <a:pt x="1194" y="3435"/>
                      </a:lnTo>
                      <a:close/>
                      <a:moveTo>
                        <a:pt x="412" y="0"/>
                      </a:moveTo>
                      <a:cubicBezTo>
                        <a:pt x="267" y="41"/>
                        <a:pt x="144" y="102"/>
                        <a:pt x="0" y="143"/>
                      </a:cubicBezTo>
                      <a:lnTo>
                        <a:pt x="0" y="143"/>
                      </a:lnTo>
                      <a:cubicBezTo>
                        <a:pt x="144" y="102"/>
                        <a:pt x="267" y="41"/>
                        <a:pt x="412" y="0"/>
                      </a:cubicBezTo>
                      <a:close/>
                    </a:path>
                  </a:pathLst>
                </a:custGeom>
                <a:solidFill>
                  <a:srgbClr val="CEBF9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4" name="Google Shape;244;p15"/>
                <p:cNvSpPr/>
                <p:nvPr/>
              </p:nvSpPr>
              <p:spPr>
                <a:xfrm>
                  <a:off x="6969867" y="3044323"/>
                  <a:ext cx="37290" cy="79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3663" extrusionOk="0">
                      <a:moveTo>
                        <a:pt x="947" y="0"/>
                      </a:moveTo>
                      <a:cubicBezTo>
                        <a:pt x="802" y="41"/>
                        <a:pt x="679" y="102"/>
                        <a:pt x="535" y="143"/>
                      </a:cubicBezTo>
                      <a:cubicBezTo>
                        <a:pt x="371" y="555"/>
                        <a:pt x="1" y="1605"/>
                        <a:pt x="349" y="2530"/>
                      </a:cubicBezTo>
                      <a:cubicBezTo>
                        <a:pt x="535" y="3024"/>
                        <a:pt x="884" y="3415"/>
                        <a:pt x="1399" y="3662"/>
                      </a:cubicBezTo>
                      <a:cubicBezTo>
                        <a:pt x="1523" y="3600"/>
                        <a:pt x="1625" y="3517"/>
                        <a:pt x="1729" y="3435"/>
                      </a:cubicBezTo>
                      <a:cubicBezTo>
                        <a:pt x="1707" y="3415"/>
                        <a:pt x="1687" y="3394"/>
                        <a:pt x="1646" y="3374"/>
                      </a:cubicBezTo>
                      <a:cubicBezTo>
                        <a:pt x="1172" y="3168"/>
                        <a:pt x="843" y="2839"/>
                        <a:pt x="700" y="2406"/>
                      </a:cubicBezTo>
                      <a:cubicBezTo>
                        <a:pt x="330" y="1399"/>
                        <a:pt x="925" y="165"/>
                        <a:pt x="925" y="143"/>
                      </a:cubicBezTo>
                      <a:cubicBezTo>
                        <a:pt x="947" y="102"/>
                        <a:pt x="967" y="41"/>
                        <a:pt x="94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15"/>
                <p:cNvSpPr/>
                <p:nvPr/>
              </p:nvSpPr>
              <p:spPr>
                <a:xfrm>
                  <a:off x="6946790" y="3381941"/>
                  <a:ext cx="8023" cy="5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" h="248" extrusionOk="0">
                      <a:moveTo>
                        <a:pt x="185" y="1"/>
                      </a:moveTo>
                      <a:cubicBezTo>
                        <a:pt x="103" y="1"/>
                        <a:pt x="21" y="63"/>
                        <a:pt x="1" y="165"/>
                      </a:cubicBezTo>
                      <a:lnTo>
                        <a:pt x="1" y="248"/>
                      </a:lnTo>
                      <a:lnTo>
                        <a:pt x="371" y="124"/>
                      </a:lnTo>
                      <a:cubicBezTo>
                        <a:pt x="350" y="63"/>
                        <a:pt x="289" y="22"/>
                        <a:pt x="226" y="1"/>
                      </a:cubicBez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15"/>
                <p:cNvSpPr/>
                <p:nvPr/>
              </p:nvSpPr>
              <p:spPr>
                <a:xfrm>
                  <a:off x="6945021" y="3384615"/>
                  <a:ext cx="37722" cy="5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9" h="2367" extrusionOk="0">
                      <a:moveTo>
                        <a:pt x="453" y="0"/>
                      </a:moveTo>
                      <a:lnTo>
                        <a:pt x="83" y="124"/>
                      </a:lnTo>
                      <a:cubicBezTo>
                        <a:pt x="0" y="803"/>
                        <a:pt x="185" y="2058"/>
                        <a:pt x="1501" y="2367"/>
                      </a:cubicBezTo>
                      <a:lnTo>
                        <a:pt x="1543" y="2367"/>
                      </a:lnTo>
                      <a:cubicBezTo>
                        <a:pt x="1625" y="2367"/>
                        <a:pt x="1707" y="2304"/>
                        <a:pt x="1729" y="2222"/>
                      </a:cubicBezTo>
                      <a:cubicBezTo>
                        <a:pt x="1748" y="2120"/>
                        <a:pt x="1687" y="2016"/>
                        <a:pt x="1584" y="1997"/>
                      </a:cubicBezTo>
                      <a:cubicBezTo>
                        <a:pt x="206" y="1667"/>
                        <a:pt x="453" y="165"/>
                        <a:pt x="453" y="83"/>
                      </a:cubicBezTo>
                      <a:lnTo>
                        <a:pt x="45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15"/>
                <p:cNvSpPr/>
                <p:nvPr/>
              </p:nvSpPr>
              <p:spPr>
                <a:xfrm>
                  <a:off x="7266248" y="1803588"/>
                  <a:ext cx="54156" cy="49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" h="2303" extrusionOk="0">
                      <a:moveTo>
                        <a:pt x="1151" y="0"/>
                      </a:moveTo>
                      <a:cubicBezTo>
                        <a:pt x="948" y="0"/>
                        <a:pt x="742" y="55"/>
                        <a:pt x="555" y="173"/>
                      </a:cubicBezTo>
                      <a:cubicBezTo>
                        <a:pt x="1" y="502"/>
                        <a:pt x="248" y="955"/>
                        <a:pt x="577" y="1509"/>
                      </a:cubicBezTo>
                      <a:cubicBezTo>
                        <a:pt x="827" y="1947"/>
                        <a:pt x="1054" y="2303"/>
                        <a:pt x="1392" y="2303"/>
                      </a:cubicBezTo>
                      <a:cubicBezTo>
                        <a:pt x="1499" y="2303"/>
                        <a:pt x="1616" y="2268"/>
                        <a:pt x="1749" y="2189"/>
                      </a:cubicBezTo>
                      <a:cubicBezTo>
                        <a:pt x="2305" y="1860"/>
                        <a:pt x="2511" y="1139"/>
                        <a:pt x="2181" y="584"/>
                      </a:cubicBezTo>
                      <a:cubicBezTo>
                        <a:pt x="1949" y="215"/>
                        <a:pt x="1553" y="0"/>
                        <a:pt x="115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15"/>
                <p:cNvSpPr/>
                <p:nvPr/>
              </p:nvSpPr>
              <p:spPr>
                <a:xfrm>
                  <a:off x="7263120" y="1800871"/>
                  <a:ext cx="51956" cy="47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9" h="2213" extrusionOk="0">
                      <a:moveTo>
                        <a:pt x="1109" y="1"/>
                      </a:moveTo>
                      <a:cubicBezTo>
                        <a:pt x="913" y="1"/>
                        <a:pt x="715" y="51"/>
                        <a:pt x="536" y="154"/>
                      </a:cubicBezTo>
                      <a:cubicBezTo>
                        <a:pt x="1" y="463"/>
                        <a:pt x="248" y="916"/>
                        <a:pt x="557" y="1451"/>
                      </a:cubicBezTo>
                      <a:cubicBezTo>
                        <a:pt x="810" y="1862"/>
                        <a:pt x="1026" y="2212"/>
                        <a:pt x="1356" y="2212"/>
                      </a:cubicBezTo>
                      <a:cubicBezTo>
                        <a:pt x="1455" y="2212"/>
                        <a:pt x="1564" y="2180"/>
                        <a:pt x="1688" y="2109"/>
                      </a:cubicBezTo>
                      <a:cubicBezTo>
                        <a:pt x="2223" y="1780"/>
                        <a:pt x="2409" y="1100"/>
                        <a:pt x="2080" y="565"/>
                      </a:cubicBezTo>
                      <a:cubicBezTo>
                        <a:pt x="1874" y="197"/>
                        <a:pt x="1496" y="1"/>
                        <a:pt x="110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15"/>
                <p:cNvSpPr/>
                <p:nvPr/>
              </p:nvSpPr>
              <p:spPr>
                <a:xfrm>
                  <a:off x="7263120" y="1800828"/>
                  <a:ext cx="44407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" h="2195" extrusionOk="0">
                      <a:moveTo>
                        <a:pt x="1113" y="0"/>
                      </a:moveTo>
                      <a:cubicBezTo>
                        <a:pt x="918" y="0"/>
                        <a:pt x="720" y="50"/>
                        <a:pt x="536" y="156"/>
                      </a:cubicBezTo>
                      <a:cubicBezTo>
                        <a:pt x="1" y="465"/>
                        <a:pt x="248" y="918"/>
                        <a:pt x="557" y="1453"/>
                      </a:cubicBezTo>
                      <a:cubicBezTo>
                        <a:pt x="797" y="1853"/>
                        <a:pt x="1017" y="2194"/>
                        <a:pt x="1332" y="2194"/>
                      </a:cubicBezTo>
                      <a:cubicBezTo>
                        <a:pt x="1341" y="2194"/>
                        <a:pt x="1350" y="2194"/>
                        <a:pt x="1359" y="2194"/>
                      </a:cubicBezTo>
                      <a:cubicBezTo>
                        <a:pt x="681" y="1659"/>
                        <a:pt x="516" y="1349"/>
                        <a:pt x="2058" y="507"/>
                      </a:cubicBezTo>
                      <a:cubicBezTo>
                        <a:pt x="1842" y="183"/>
                        <a:pt x="1484" y="0"/>
                        <a:pt x="111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15"/>
                <p:cNvSpPr/>
                <p:nvPr/>
              </p:nvSpPr>
              <p:spPr>
                <a:xfrm>
                  <a:off x="7150905" y="1856148"/>
                  <a:ext cx="54134" cy="4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0" h="2311" extrusionOk="0">
                      <a:moveTo>
                        <a:pt x="1170" y="0"/>
                      </a:moveTo>
                      <a:cubicBezTo>
                        <a:pt x="968" y="0"/>
                        <a:pt x="762" y="53"/>
                        <a:pt x="576" y="163"/>
                      </a:cubicBezTo>
                      <a:cubicBezTo>
                        <a:pt x="0" y="493"/>
                        <a:pt x="267" y="965"/>
                        <a:pt x="596" y="1521"/>
                      </a:cubicBezTo>
                      <a:cubicBezTo>
                        <a:pt x="848" y="1946"/>
                        <a:pt x="1064" y="2311"/>
                        <a:pt x="1410" y="2311"/>
                      </a:cubicBezTo>
                      <a:cubicBezTo>
                        <a:pt x="1516" y="2311"/>
                        <a:pt x="1634" y="2276"/>
                        <a:pt x="1769" y="2199"/>
                      </a:cubicBezTo>
                      <a:cubicBezTo>
                        <a:pt x="2324" y="1870"/>
                        <a:pt x="2510" y="1151"/>
                        <a:pt x="2181" y="575"/>
                      </a:cubicBezTo>
                      <a:cubicBezTo>
                        <a:pt x="1962" y="206"/>
                        <a:pt x="1571" y="0"/>
                        <a:pt x="117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15"/>
                <p:cNvSpPr/>
                <p:nvPr/>
              </p:nvSpPr>
              <p:spPr>
                <a:xfrm>
                  <a:off x="7148230" y="1853323"/>
                  <a:ext cx="51482" cy="4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" h="2220" extrusionOk="0">
                      <a:moveTo>
                        <a:pt x="1096" y="1"/>
                      </a:moveTo>
                      <a:cubicBezTo>
                        <a:pt x="904" y="1"/>
                        <a:pt x="711" y="49"/>
                        <a:pt x="535" y="150"/>
                      </a:cubicBezTo>
                      <a:cubicBezTo>
                        <a:pt x="1" y="479"/>
                        <a:pt x="247" y="912"/>
                        <a:pt x="555" y="1466"/>
                      </a:cubicBezTo>
                      <a:cubicBezTo>
                        <a:pt x="790" y="1872"/>
                        <a:pt x="1000" y="2219"/>
                        <a:pt x="1322" y="2219"/>
                      </a:cubicBezTo>
                      <a:cubicBezTo>
                        <a:pt x="1424" y="2219"/>
                        <a:pt x="1537" y="2184"/>
                        <a:pt x="1666" y="2105"/>
                      </a:cubicBezTo>
                      <a:cubicBezTo>
                        <a:pt x="2222" y="1795"/>
                        <a:pt x="2387" y="1096"/>
                        <a:pt x="2078" y="561"/>
                      </a:cubicBezTo>
                      <a:cubicBezTo>
                        <a:pt x="1871" y="202"/>
                        <a:pt x="1487" y="1"/>
                        <a:pt x="109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15"/>
                <p:cNvSpPr/>
                <p:nvPr/>
              </p:nvSpPr>
              <p:spPr>
                <a:xfrm>
                  <a:off x="7148230" y="1853474"/>
                  <a:ext cx="43933" cy="47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2200" extrusionOk="0">
                      <a:moveTo>
                        <a:pt x="1080" y="1"/>
                      </a:moveTo>
                      <a:cubicBezTo>
                        <a:pt x="894" y="1"/>
                        <a:pt x="707" y="47"/>
                        <a:pt x="535" y="143"/>
                      </a:cubicBezTo>
                      <a:cubicBezTo>
                        <a:pt x="1" y="472"/>
                        <a:pt x="247" y="905"/>
                        <a:pt x="555" y="1459"/>
                      </a:cubicBezTo>
                      <a:cubicBezTo>
                        <a:pt x="802" y="1871"/>
                        <a:pt x="1008" y="2200"/>
                        <a:pt x="1358" y="2200"/>
                      </a:cubicBezTo>
                      <a:cubicBezTo>
                        <a:pt x="659" y="1645"/>
                        <a:pt x="514" y="1336"/>
                        <a:pt x="2036" y="513"/>
                      </a:cubicBezTo>
                      <a:cubicBezTo>
                        <a:pt x="1817" y="184"/>
                        <a:pt x="1451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15"/>
                <p:cNvSpPr/>
                <p:nvPr/>
              </p:nvSpPr>
              <p:spPr>
                <a:xfrm>
                  <a:off x="7019559" y="1918263"/>
                  <a:ext cx="54156" cy="4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" h="2311" extrusionOk="0">
                      <a:moveTo>
                        <a:pt x="1165" y="0"/>
                      </a:moveTo>
                      <a:cubicBezTo>
                        <a:pt x="959" y="0"/>
                        <a:pt x="749" y="53"/>
                        <a:pt x="555" y="164"/>
                      </a:cubicBezTo>
                      <a:cubicBezTo>
                        <a:pt x="1" y="493"/>
                        <a:pt x="267" y="945"/>
                        <a:pt x="596" y="1500"/>
                      </a:cubicBezTo>
                      <a:cubicBezTo>
                        <a:pt x="849" y="1941"/>
                        <a:pt x="1065" y="2310"/>
                        <a:pt x="1412" y="2310"/>
                      </a:cubicBezTo>
                      <a:cubicBezTo>
                        <a:pt x="1518" y="2310"/>
                        <a:pt x="1635" y="2276"/>
                        <a:pt x="1770" y="2199"/>
                      </a:cubicBezTo>
                      <a:cubicBezTo>
                        <a:pt x="2324" y="1850"/>
                        <a:pt x="2510" y="1130"/>
                        <a:pt x="2181" y="575"/>
                      </a:cubicBezTo>
                      <a:cubicBezTo>
                        <a:pt x="1963" y="206"/>
                        <a:pt x="1572" y="0"/>
                        <a:pt x="11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" name="Google Shape;254;p15"/>
                <p:cNvSpPr/>
                <p:nvPr/>
              </p:nvSpPr>
              <p:spPr>
                <a:xfrm>
                  <a:off x="7016906" y="1915351"/>
                  <a:ext cx="51482" cy="47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" h="2212" extrusionOk="0">
                      <a:moveTo>
                        <a:pt x="1103" y="0"/>
                      </a:moveTo>
                      <a:cubicBezTo>
                        <a:pt x="910" y="0"/>
                        <a:pt x="715" y="50"/>
                        <a:pt x="535" y="154"/>
                      </a:cubicBezTo>
                      <a:cubicBezTo>
                        <a:pt x="0" y="463"/>
                        <a:pt x="226" y="916"/>
                        <a:pt x="555" y="1451"/>
                      </a:cubicBezTo>
                      <a:cubicBezTo>
                        <a:pt x="793" y="1862"/>
                        <a:pt x="1005" y="2212"/>
                        <a:pt x="1334" y="2212"/>
                      </a:cubicBezTo>
                      <a:cubicBezTo>
                        <a:pt x="1433" y="2212"/>
                        <a:pt x="1542" y="2180"/>
                        <a:pt x="1666" y="2109"/>
                      </a:cubicBezTo>
                      <a:cubicBezTo>
                        <a:pt x="2201" y="1780"/>
                        <a:pt x="2387" y="1100"/>
                        <a:pt x="2077" y="565"/>
                      </a:cubicBezTo>
                      <a:cubicBezTo>
                        <a:pt x="1858" y="197"/>
                        <a:pt x="1486" y="0"/>
                        <a:pt x="11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15"/>
                <p:cNvSpPr/>
                <p:nvPr/>
              </p:nvSpPr>
              <p:spPr>
                <a:xfrm>
                  <a:off x="7016906" y="1915308"/>
                  <a:ext cx="43933" cy="47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2194" extrusionOk="0">
                      <a:moveTo>
                        <a:pt x="1092" y="1"/>
                      </a:moveTo>
                      <a:cubicBezTo>
                        <a:pt x="902" y="1"/>
                        <a:pt x="710" y="51"/>
                        <a:pt x="535" y="156"/>
                      </a:cubicBezTo>
                      <a:cubicBezTo>
                        <a:pt x="0" y="465"/>
                        <a:pt x="226" y="918"/>
                        <a:pt x="555" y="1453"/>
                      </a:cubicBezTo>
                      <a:cubicBezTo>
                        <a:pt x="795" y="1853"/>
                        <a:pt x="996" y="2194"/>
                        <a:pt x="1330" y="2194"/>
                      </a:cubicBezTo>
                      <a:cubicBezTo>
                        <a:pt x="1339" y="2194"/>
                        <a:pt x="1348" y="2194"/>
                        <a:pt x="1358" y="2193"/>
                      </a:cubicBezTo>
                      <a:cubicBezTo>
                        <a:pt x="659" y="1658"/>
                        <a:pt x="494" y="1349"/>
                        <a:pt x="2036" y="526"/>
                      </a:cubicBezTo>
                      <a:cubicBezTo>
                        <a:pt x="1819" y="188"/>
                        <a:pt x="1459" y="1"/>
                        <a:pt x="10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15"/>
                <p:cNvSpPr/>
                <p:nvPr/>
              </p:nvSpPr>
              <p:spPr>
                <a:xfrm>
                  <a:off x="7376716" y="1754522"/>
                  <a:ext cx="54156" cy="49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" h="2313" extrusionOk="0">
                      <a:moveTo>
                        <a:pt x="1165" y="1"/>
                      </a:moveTo>
                      <a:cubicBezTo>
                        <a:pt x="959" y="1"/>
                        <a:pt x="750" y="53"/>
                        <a:pt x="557" y="164"/>
                      </a:cubicBezTo>
                      <a:cubicBezTo>
                        <a:pt x="0" y="493"/>
                        <a:pt x="247" y="945"/>
                        <a:pt x="576" y="1521"/>
                      </a:cubicBezTo>
                      <a:cubicBezTo>
                        <a:pt x="829" y="1947"/>
                        <a:pt x="1056" y="2312"/>
                        <a:pt x="1399" y="2312"/>
                      </a:cubicBezTo>
                      <a:cubicBezTo>
                        <a:pt x="1504" y="2312"/>
                        <a:pt x="1620" y="2278"/>
                        <a:pt x="1750" y="2201"/>
                      </a:cubicBezTo>
                      <a:cubicBezTo>
                        <a:pt x="2326" y="1872"/>
                        <a:pt x="2510" y="1131"/>
                        <a:pt x="2181" y="575"/>
                      </a:cubicBezTo>
                      <a:cubicBezTo>
                        <a:pt x="1962" y="206"/>
                        <a:pt x="1571" y="1"/>
                        <a:pt x="11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" name="Google Shape;257;p15"/>
                <p:cNvSpPr/>
                <p:nvPr/>
              </p:nvSpPr>
              <p:spPr>
                <a:xfrm>
                  <a:off x="7373632" y="1751718"/>
                  <a:ext cx="51913" cy="4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208" extrusionOk="0">
                      <a:moveTo>
                        <a:pt x="1111" y="1"/>
                      </a:moveTo>
                      <a:cubicBezTo>
                        <a:pt x="922" y="1"/>
                        <a:pt x="730" y="49"/>
                        <a:pt x="555" y="150"/>
                      </a:cubicBezTo>
                      <a:cubicBezTo>
                        <a:pt x="0" y="480"/>
                        <a:pt x="247" y="911"/>
                        <a:pt x="576" y="1446"/>
                      </a:cubicBezTo>
                      <a:cubicBezTo>
                        <a:pt x="813" y="1857"/>
                        <a:pt x="1026" y="2207"/>
                        <a:pt x="1355" y="2207"/>
                      </a:cubicBezTo>
                      <a:cubicBezTo>
                        <a:pt x="1454" y="2207"/>
                        <a:pt x="1563" y="2176"/>
                        <a:pt x="1687" y="2104"/>
                      </a:cubicBezTo>
                      <a:cubicBezTo>
                        <a:pt x="2222" y="1796"/>
                        <a:pt x="2406" y="1097"/>
                        <a:pt x="2099" y="562"/>
                      </a:cubicBezTo>
                      <a:cubicBezTo>
                        <a:pt x="1878" y="202"/>
                        <a:pt x="1498" y="1"/>
                        <a:pt x="11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15"/>
                <p:cNvSpPr/>
                <p:nvPr/>
              </p:nvSpPr>
              <p:spPr>
                <a:xfrm>
                  <a:off x="7373632" y="1751589"/>
                  <a:ext cx="44386" cy="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214" extrusionOk="0">
                      <a:moveTo>
                        <a:pt x="1114" y="0"/>
                      </a:moveTo>
                      <a:cubicBezTo>
                        <a:pt x="924" y="0"/>
                        <a:pt x="731" y="51"/>
                        <a:pt x="555" y="156"/>
                      </a:cubicBezTo>
                      <a:cubicBezTo>
                        <a:pt x="0" y="486"/>
                        <a:pt x="247" y="917"/>
                        <a:pt x="576" y="1452"/>
                      </a:cubicBezTo>
                      <a:cubicBezTo>
                        <a:pt x="823" y="1884"/>
                        <a:pt x="1029" y="2214"/>
                        <a:pt x="1358" y="2214"/>
                      </a:cubicBezTo>
                      <a:cubicBezTo>
                        <a:pt x="678" y="1657"/>
                        <a:pt x="514" y="1350"/>
                        <a:pt x="2058" y="527"/>
                      </a:cubicBezTo>
                      <a:cubicBezTo>
                        <a:pt x="1841" y="187"/>
                        <a:pt x="1481" y="0"/>
                        <a:pt x="11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15"/>
                <p:cNvSpPr/>
                <p:nvPr/>
              </p:nvSpPr>
              <p:spPr>
                <a:xfrm>
                  <a:off x="6771511" y="2039947"/>
                  <a:ext cx="54630" cy="49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3" h="2309" extrusionOk="0">
                      <a:moveTo>
                        <a:pt x="1173" y="1"/>
                      </a:moveTo>
                      <a:cubicBezTo>
                        <a:pt x="962" y="1"/>
                        <a:pt x="749" y="58"/>
                        <a:pt x="557" y="178"/>
                      </a:cubicBezTo>
                      <a:cubicBezTo>
                        <a:pt x="1" y="529"/>
                        <a:pt x="269" y="981"/>
                        <a:pt x="618" y="1536"/>
                      </a:cubicBezTo>
                      <a:cubicBezTo>
                        <a:pt x="884" y="1958"/>
                        <a:pt x="1114" y="2309"/>
                        <a:pt x="1453" y="2309"/>
                      </a:cubicBezTo>
                      <a:cubicBezTo>
                        <a:pt x="1560" y="2309"/>
                        <a:pt x="1678" y="2273"/>
                        <a:pt x="1811" y="2194"/>
                      </a:cubicBezTo>
                      <a:cubicBezTo>
                        <a:pt x="2368" y="1845"/>
                        <a:pt x="2532" y="1124"/>
                        <a:pt x="2182" y="570"/>
                      </a:cubicBezTo>
                      <a:cubicBezTo>
                        <a:pt x="1966" y="205"/>
                        <a:pt x="1574" y="1"/>
                        <a:pt x="117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15"/>
                <p:cNvSpPr/>
                <p:nvPr/>
              </p:nvSpPr>
              <p:spPr>
                <a:xfrm>
                  <a:off x="6768858" y="2037466"/>
                  <a:ext cx="51956" cy="47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9" h="2202" extrusionOk="0">
                      <a:moveTo>
                        <a:pt x="1112" y="0"/>
                      </a:moveTo>
                      <a:cubicBezTo>
                        <a:pt x="908" y="0"/>
                        <a:pt x="702" y="55"/>
                        <a:pt x="516" y="170"/>
                      </a:cubicBezTo>
                      <a:cubicBezTo>
                        <a:pt x="0" y="499"/>
                        <a:pt x="247" y="932"/>
                        <a:pt x="577" y="1466"/>
                      </a:cubicBezTo>
                      <a:cubicBezTo>
                        <a:pt x="824" y="1869"/>
                        <a:pt x="1048" y="2201"/>
                        <a:pt x="1364" y="2201"/>
                      </a:cubicBezTo>
                      <a:cubicBezTo>
                        <a:pt x="1467" y="2201"/>
                        <a:pt x="1581" y="2165"/>
                        <a:pt x="1709" y="2084"/>
                      </a:cubicBezTo>
                      <a:cubicBezTo>
                        <a:pt x="2244" y="1754"/>
                        <a:pt x="2408" y="1055"/>
                        <a:pt x="2079" y="540"/>
                      </a:cubicBezTo>
                      <a:cubicBezTo>
                        <a:pt x="1865" y="191"/>
                        <a:pt x="1493" y="0"/>
                        <a:pt x="111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15"/>
                <p:cNvSpPr/>
                <p:nvPr/>
              </p:nvSpPr>
              <p:spPr>
                <a:xfrm>
                  <a:off x="6768858" y="2037423"/>
                  <a:ext cx="43955" cy="47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2189" extrusionOk="0">
                      <a:moveTo>
                        <a:pt x="1101" y="0"/>
                      </a:moveTo>
                      <a:cubicBezTo>
                        <a:pt x="900" y="0"/>
                        <a:pt x="698" y="55"/>
                        <a:pt x="516" y="172"/>
                      </a:cubicBezTo>
                      <a:cubicBezTo>
                        <a:pt x="0" y="501"/>
                        <a:pt x="247" y="934"/>
                        <a:pt x="577" y="1468"/>
                      </a:cubicBezTo>
                      <a:cubicBezTo>
                        <a:pt x="816" y="1867"/>
                        <a:pt x="1055" y="2189"/>
                        <a:pt x="1369" y="2189"/>
                      </a:cubicBezTo>
                      <a:cubicBezTo>
                        <a:pt x="1379" y="2189"/>
                        <a:pt x="1389" y="2188"/>
                        <a:pt x="1399" y="2188"/>
                      </a:cubicBezTo>
                      <a:cubicBezTo>
                        <a:pt x="700" y="1653"/>
                        <a:pt x="535" y="1365"/>
                        <a:pt x="2038" y="501"/>
                      </a:cubicBezTo>
                      <a:cubicBezTo>
                        <a:pt x="1825" y="182"/>
                        <a:pt x="1467" y="0"/>
                        <a:pt x="110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15"/>
                <p:cNvSpPr/>
                <p:nvPr/>
              </p:nvSpPr>
              <p:spPr>
                <a:xfrm>
                  <a:off x="6657936" y="2095418"/>
                  <a:ext cx="54609" cy="49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2" h="2309" extrusionOk="0">
                      <a:moveTo>
                        <a:pt x="1169" y="0"/>
                      </a:moveTo>
                      <a:cubicBezTo>
                        <a:pt x="960" y="0"/>
                        <a:pt x="748" y="57"/>
                        <a:pt x="557" y="178"/>
                      </a:cubicBezTo>
                      <a:cubicBezTo>
                        <a:pt x="0" y="527"/>
                        <a:pt x="269" y="980"/>
                        <a:pt x="618" y="1536"/>
                      </a:cubicBezTo>
                      <a:cubicBezTo>
                        <a:pt x="868" y="1958"/>
                        <a:pt x="1106" y="2309"/>
                        <a:pt x="1450" y="2309"/>
                      </a:cubicBezTo>
                      <a:cubicBezTo>
                        <a:pt x="1558" y="2309"/>
                        <a:pt x="1678" y="2274"/>
                        <a:pt x="1811" y="2194"/>
                      </a:cubicBezTo>
                      <a:cubicBezTo>
                        <a:pt x="2346" y="1844"/>
                        <a:pt x="2532" y="1103"/>
                        <a:pt x="2181" y="568"/>
                      </a:cubicBezTo>
                      <a:cubicBezTo>
                        <a:pt x="1953" y="205"/>
                        <a:pt x="1565" y="0"/>
                        <a:pt x="116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15"/>
                <p:cNvSpPr/>
                <p:nvPr/>
              </p:nvSpPr>
              <p:spPr>
                <a:xfrm>
                  <a:off x="6654852" y="2092916"/>
                  <a:ext cx="52366" cy="47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201" extrusionOk="0">
                      <a:moveTo>
                        <a:pt x="1137" y="1"/>
                      </a:moveTo>
                      <a:cubicBezTo>
                        <a:pt x="931" y="1"/>
                        <a:pt x="723" y="55"/>
                        <a:pt x="535" y="171"/>
                      </a:cubicBezTo>
                      <a:cubicBezTo>
                        <a:pt x="0" y="500"/>
                        <a:pt x="267" y="931"/>
                        <a:pt x="596" y="1466"/>
                      </a:cubicBezTo>
                      <a:cubicBezTo>
                        <a:pt x="844" y="1869"/>
                        <a:pt x="1057" y="2201"/>
                        <a:pt x="1375" y="2201"/>
                      </a:cubicBezTo>
                      <a:cubicBezTo>
                        <a:pt x="1480" y="2201"/>
                        <a:pt x="1596" y="2165"/>
                        <a:pt x="1728" y="2083"/>
                      </a:cubicBezTo>
                      <a:cubicBezTo>
                        <a:pt x="2263" y="1754"/>
                        <a:pt x="2428" y="1055"/>
                        <a:pt x="2099" y="520"/>
                      </a:cubicBezTo>
                      <a:cubicBezTo>
                        <a:pt x="1885" y="187"/>
                        <a:pt x="1516" y="1"/>
                        <a:pt x="11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15"/>
                <p:cNvSpPr/>
                <p:nvPr/>
              </p:nvSpPr>
              <p:spPr>
                <a:xfrm>
                  <a:off x="6654852" y="2092873"/>
                  <a:ext cx="44386" cy="47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190" extrusionOk="0">
                      <a:moveTo>
                        <a:pt x="1121" y="1"/>
                      </a:moveTo>
                      <a:cubicBezTo>
                        <a:pt x="921" y="1"/>
                        <a:pt x="719" y="55"/>
                        <a:pt x="535" y="173"/>
                      </a:cubicBezTo>
                      <a:cubicBezTo>
                        <a:pt x="0" y="502"/>
                        <a:pt x="267" y="933"/>
                        <a:pt x="596" y="1468"/>
                      </a:cubicBezTo>
                      <a:cubicBezTo>
                        <a:pt x="836" y="1868"/>
                        <a:pt x="1057" y="2190"/>
                        <a:pt x="1371" y="2190"/>
                      </a:cubicBezTo>
                      <a:cubicBezTo>
                        <a:pt x="1380" y="2190"/>
                        <a:pt x="1390" y="2190"/>
                        <a:pt x="1399" y="2189"/>
                      </a:cubicBezTo>
                      <a:cubicBezTo>
                        <a:pt x="700" y="1654"/>
                        <a:pt x="535" y="1366"/>
                        <a:pt x="2057" y="481"/>
                      </a:cubicBezTo>
                      <a:cubicBezTo>
                        <a:pt x="1832" y="177"/>
                        <a:pt x="1480" y="1"/>
                        <a:pt x="112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15"/>
                <p:cNvSpPr/>
                <p:nvPr/>
              </p:nvSpPr>
              <p:spPr>
                <a:xfrm>
                  <a:off x="6527949" y="2160509"/>
                  <a:ext cx="54587" cy="4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1" h="2306" extrusionOk="0">
                      <a:moveTo>
                        <a:pt x="1190" y="1"/>
                      </a:moveTo>
                      <a:cubicBezTo>
                        <a:pt x="973" y="1"/>
                        <a:pt x="753" y="60"/>
                        <a:pt x="555" y="184"/>
                      </a:cubicBezTo>
                      <a:cubicBezTo>
                        <a:pt x="1" y="534"/>
                        <a:pt x="267" y="987"/>
                        <a:pt x="618" y="1541"/>
                      </a:cubicBezTo>
                      <a:cubicBezTo>
                        <a:pt x="879" y="1959"/>
                        <a:pt x="1107" y="2306"/>
                        <a:pt x="1439" y="2306"/>
                      </a:cubicBezTo>
                      <a:cubicBezTo>
                        <a:pt x="1550" y="2306"/>
                        <a:pt x="1672" y="2267"/>
                        <a:pt x="1811" y="2180"/>
                      </a:cubicBezTo>
                      <a:cubicBezTo>
                        <a:pt x="2366" y="1851"/>
                        <a:pt x="2530" y="1110"/>
                        <a:pt x="2181" y="554"/>
                      </a:cubicBezTo>
                      <a:cubicBezTo>
                        <a:pt x="1969" y="196"/>
                        <a:pt x="1585" y="1"/>
                        <a:pt x="11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15"/>
                <p:cNvSpPr/>
                <p:nvPr/>
              </p:nvSpPr>
              <p:spPr>
                <a:xfrm>
                  <a:off x="6525296" y="2158115"/>
                  <a:ext cx="51913" cy="47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201" extrusionOk="0">
                      <a:moveTo>
                        <a:pt x="1115" y="1"/>
                      </a:moveTo>
                      <a:cubicBezTo>
                        <a:pt x="910" y="1"/>
                        <a:pt x="702" y="56"/>
                        <a:pt x="514" y="171"/>
                      </a:cubicBezTo>
                      <a:cubicBezTo>
                        <a:pt x="0" y="500"/>
                        <a:pt x="247" y="933"/>
                        <a:pt x="576" y="1468"/>
                      </a:cubicBezTo>
                      <a:cubicBezTo>
                        <a:pt x="826" y="1857"/>
                        <a:pt x="1051" y="2200"/>
                        <a:pt x="1370" y="2200"/>
                      </a:cubicBezTo>
                      <a:cubicBezTo>
                        <a:pt x="1471" y="2200"/>
                        <a:pt x="1582" y="2165"/>
                        <a:pt x="1707" y="2085"/>
                      </a:cubicBezTo>
                      <a:cubicBezTo>
                        <a:pt x="2242" y="1756"/>
                        <a:pt x="2406" y="1057"/>
                        <a:pt x="2077" y="522"/>
                      </a:cubicBezTo>
                      <a:cubicBezTo>
                        <a:pt x="1864" y="188"/>
                        <a:pt x="1494" y="1"/>
                        <a:pt x="11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15"/>
                <p:cNvSpPr/>
                <p:nvPr/>
              </p:nvSpPr>
              <p:spPr>
                <a:xfrm>
                  <a:off x="6525296" y="2157985"/>
                  <a:ext cx="43911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" h="2195" extrusionOk="0">
                      <a:moveTo>
                        <a:pt x="1118" y="0"/>
                      </a:moveTo>
                      <a:cubicBezTo>
                        <a:pt x="911" y="0"/>
                        <a:pt x="702" y="57"/>
                        <a:pt x="514" y="177"/>
                      </a:cubicBezTo>
                      <a:cubicBezTo>
                        <a:pt x="0" y="506"/>
                        <a:pt x="247" y="939"/>
                        <a:pt x="576" y="1474"/>
                      </a:cubicBezTo>
                      <a:cubicBezTo>
                        <a:pt x="815" y="1873"/>
                        <a:pt x="1055" y="2194"/>
                        <a:pt x="1369" y="2194"/>
                      </a:cubicBezTo>
                      <a:cubicBezTo>
                        <a:pt x="1379" y="2194"/>
                        <a:pt x="1389" y="2194"/>
                        <a:pt x="1399" y="2193"/>
                      </a:cubicBezTo>
                      <a:cubicBezTo>
                        <a:pt x="700" y="1658"/>
                        <a:pt x="535" y="1351"/>
                        <a:pt x="2036" y="487"/>
                      </a:cubicBezTo>
                      <a:cubicBezTo>
                        <a:pt x="1827" y="173"/>
                        <a:pt x="1477" y="0"/>
                        <a:pt x="111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15"/>
                <p:cNvSpPr/>
                <p:nvPr/>
              </p:nvSpPr>
              <p:spPr>
                <a:xfrm>
                  <a:off x="6881138" y="1988249"/>
                  <a:ext cx="54566" cy="49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300" extrusionOk="0">
                      <a:moveTo>
                        <a:pt x="1168" y="0"/>
                      </a:moveTo>
                      <a:cubicBezTo>
                        <a:pt x="959" y="0"/>
                        <a:pt x="747" y="55"/>
                        <a:pt x="555" y="169"/>
                      </a:cubicBezTo>
                      <a:cubicBezTo>
                        <a:pt x="0" y="518"/>
                        <a:pt x="267" y="970"/>
                        <a:pt x="617" y="1527"/>
                      </a:cubicBezTo>
                      <a:cubicBezTo>
                        <a:pt x="867" y="1948"/>
                        <a:pt x="1094" y="2299"/>
                        <a:pt x="1431" y="2299"/>
                      </a:cubicBezTo>
                      <a:cubicBezTo>
                        <a:pt x="1538" y="2299"/>
                        <a:pt x="1656" y="2264"/>
                        <a:pt x="1789" y="2185"/>
                      </a:cubicBezTo>
                      <a:cubicBezTo>
                        <a:pt x="2345" y="1834"/>
                        <a:pt x="2530" y="1115"/>
                        <a:pt x="2181" y="559"/>
                      </a:cubicBezTo>
                      <a:cubicBezTo>
                        <a:pt x="1951" y="196"/>
                        <a:pt x="1564" y="0"/>
                        <a:pt x="116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15"/>
                <p:cNvSpPr/>
                <p:nvPr/>
              </p:nvSpPr>
              <p:spPr>
                <a:xfrm>
                  <a:off x="6878011" y="1985575"/>
                  <a:ext cx="52366" cy="47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200" extrusionOk="0">
                      <a:moveTo>
                        <a:pt x="1132" y="0"/>
                      </a:moveTo>
                      <a:cubicBezTo>
                        <a:pt x="928" y="0"/>
                        <a:pt x="722" y="55"/>
                        <a:pt x="535" y="169"/>
                      </a:cubicBezTo>
                      <a:cubicBezTo>
                        <a:pt x="0" y="499"/>
                        <a:pt x="269" y="930"/>
                        <a:pt x="598" y="1465"/>
                      </a:cubicBezTo>
                      <a:cubicBezTo>
                        <a:pt x="845" y="1867"/>
                        <a:pt x="1057" y="2200"/>
                        <a:pt x="1375" y="2200"/>
                      </a:cubicBezTo>
                      <a:cubicBezTo>
                        <a:pt x="1480" y="2200"/>
                        <a:pt x="1596" y="2163"/>
                        <a:pt x="1728" y="2082"/>
                      </a:cubicBezTo>
                      <a:cubicBezTo>
                        <a:pt x="2263" y="1753"/>
                        <a:pt x="2428" y="1053"/>
                        <a:pt x="2099" y="540"/>
                      </a:cubicBezTo>
                      <a:cubicBezTo>
                        <a:pt x="1884" y="191"/>
                        <a:pt x="1513" y="0"/>
                        <a:pt x="113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15"/>
                <p:cNvSpPr/>
                <p:nvPr/>
              </p:nvSpPr>
              <p:spPr>
                <a:xfrm>
                  <a:off x="6878011" y="1985532"/>
                  <a:ext cx="44386" cy="47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189" extrusionOk="0">
                      <a:moveTo>
                        <a:pt x="1116" y="0"/>
                      </a:moveTo>
                      <a:cubicBezTo>
                        <a:pt x="918" y="0"/>
                        <a:pt x="718" y="55"/>
                        <a:pt x="535" y="171"/>
                      </a:cubicBezTo>
                      <a:cubicBezTo>
                        <a:pt x="0" y="501"/>
                        <a:pt x="269" y="932"/>
                        <a:pt x="598" y="1467"/>
                      </a:cubicBezTo>
                      <a:cubicBezTo>
                        <a:pt x="837" y="1866"/>
                        <a:pt x="1057" y="2188"/>
                        <a:pt x="1371" y="2188"/>
                      </a:cubicBezTo>
                      <a:cubicBezTo>
                        <a:pt x="1380" y="2188"/>
                        <a:pt x="1390" y="2188"/>
                        <a:pt x="1399" y="2188"/>
                      </a:cubicBezTo>
                      <a:cubicBezTo>
                        <a:pt x="700" y="1672"/>
                        <a:pt x="535" y="1365"/>
                        <a:pt x="2057" y="501"/>
                      </a:cubicBezTo>
                      <a:cubicBezTo>
                        <a:pt x="1832" y="182"/>
                        <a:pt x="1478" y="0"/>
                        <a:pt x="111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15"/>
                <p:cNvSpPr/>
                <p:nvPr/>
              </p:nvSpPr>
              <p:spPr>
                <a:xfrm>
                  <a:off x="6258614" y="2310489"/>
                  <a:ext cx="54609" cy="4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2" h="2306" extrusionOk="0">
                      <a:moveTo>
                        <a:pt x="1171" y="0"/>
                      </a:moveTo>
                      <a:cubicBezTo>
                        <a:pt x="953" y="0"/>
                        <a:pt x="733" y="59"/>
                        <a:pt x="535" y="183"/>
                      </a:cubicBezTo>
                      <a:cubicBezTo>
                        <a:pt x="0" y="534"/>
                        <a:pt x="269" y="986"/>
                        <a:pt x="618" y="1541"/>
                      </a:cubicBezTo>
                      <a:cubicBezTo>
                        <a:pt x="881" y="1958"/>
                        <a:pt x="1108" y="2305"/>
                        <a:pt x="1440" y="2305"/>
                      </a:cubicBezTo>
                      <a:cubicBezTo>
                        <a:pt x="1550" y="2305"/>
                        <a:pt x="1672" y="2267"/>
                        <a:pt x="1811" y="2179"/>
                      </a:cubicBezTo>
                      <a:cubicBezTo>
                        <a:pt x="2367" y="1829"/>
                        <a:pt x="2532" y="1088"/>
                        <a:pt x="2181" y="553"/>
                      </a:cubicBezTo>
                      <a:cubicBezTo>
                        <a:pt x="1956" y="196"/>
                        <a:pt x="1568" y="0"/>
                        <a:pt x="117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5"/>
                <p:cNvSpPr/>
                <p:nvPr/>
              </p:nvSpPr>
              <p:spPr>
                <a:xfrm>
                  <a:off x="6255530" y="2307987"/>
                  <a:ext cx="51913" cy="47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205" extrusionOk="0">
                      <a:moveTo>
                        <a:pt x="1128" y="1"/>
                      </a:moveTo>
                      <a:cubicBezTo>
                        <a:pt x="919" y="1"/>
                        <a:pt x="706" y="58"/>
                        <a:pt x="514" y="176"/>
                      </a:cubicBezTo>
                      <a:cubicBezTo>
                        <a:pt x="0" y="505"/>
                        <a:pt x="247" y="938"/>
                        <a:pt x="596" y="1473"/>
                      </a:cubicBezTo>
                      <a:cubicBezTo>
                        <a:pt x="845" y="1862"/>
                        <a:pt x="1071" y="2204"/>
                        <a:pt x="1390" y="2204"/>
                      </a:cubicBezTo>
                      <a:cubicBezTo>
                        <a:pt x="1492" y="2204"/>
                        <a:pt x="1604" y="2169"/>
                        <a:pt x="1728" y="2090"/>
                      </a:cubicBezTo>
                      <a:cubicBezTo>
                        <a:pt x="2263" y="1739"/>
                        <a:pt x="2406" y="1040"/>
                        <a:pt x="2077" y="526"/>
                      </a:cubicBezTo>
                      <a:cubicBezTo>
                        <a:pt x="1866" y="183"/>
                        <a:pt x="1503" y="1"/>
                        <a:pt x="11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15"/>
                <p:cNvSpPr/>
                <p:nvPr/>
              </p:nvSpPr>
              <p:spPr>
                <a:xfrm>
                  <a:off x="6255530" y="2307944"/>
                  <a:ext cx="43933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2195" extrusionOk="0">
                      <a:moveTo>
                        <a:pt x="1118" y="1"/>
                      </a:moveTo>
                      <a:cubicBezTo>
                        <a:pt x="911" y="1"/>
                        <a:pt x="702" y="58"/>
                        <a:pt x="514" y="178"/>
                      </a:cubicBezTo>
                      <a:cubicBezTo>
                        <a:pt x="0" y="507"/>
                        <a:pt x="247" y="940"/>
                        <a:pt x="596" y="1475"/>
                      </a:cubicBezTo>
                      <a:cubicBezTo>
                        <a:pt x="835" y="1873"/>
                        <a:pt x="1074" y="2195"/>
                        <a:pt x="1389" y="2195"/>
                      </a:cubicBezTo>
                      <a:cubicBezTo>
                        <a:pt x="1399" y="2195"/>
                        <a:pt x="1409" y="2194"/>
                        <a:pt x="1419" y="2194"/>
                      </a:cubicBezTo>
                      <a:cubicBezTo>
                        <a:pt x="700" y="1659"/>
                        <a:pt x="535" y="1371"/>
                        <a:pt x="2036" y="487"/>
                      </a:cubicBezTo>
                      <a:cubicBezTo>
                        <a:pt x="1827" y="173"/>
                        <a:pt x="1477" y="1"/>
                        <a:pt x="111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15"/>
                <p:cNvSpPr/>
                <p:nvPr/>
              </p:nvSpPr>
              <p:spPr>
                <a:xfrm>
                  <a:off x="6145492" y="2366824"/>
                  <a:ext cx="54156" cy="4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" h="2306" extrusionOk="0">
                      <a:moveTo>
                        <a:pt x="1165" y="0"/>
                      </a:moveTo>
                      <a:cubicBezTo>
                        <a:pt x="950" y="0"/>
                        <a:pt x="732" y="60"/>
                        <a:pt x="535" y="185"/>
                      </a:cubicBezTo>
                      <a:cubicBezTo>
                        <a:pt x="0" y="533"/>
                        <a:pt x="267" y="986"/>
                        <a:pt x="617" y="1542"/>
                      </a:cubicBezTo>
                      <a:cubicBezTo>
                        <a:pt x="879" y="1958"/>
                        <a:pt x="1106" y="2306"/>
                        <a:pt x="1438" y="2306"/>
                      </a:cubicBezTo>
                      <a:cubicBezTo>
                        <a:pt x="1549" y="2306"/>
                        <a:pt x="1672" y="2267"/>
                        <a:pt x="1811" y="2179"/>
                      </a:cubicBezTo>
                      <a:cubicBezTo>
                        <a:pt x="2365" y="1830"/>
                        <a:pt x="2510" y="1110"/>
                        <a:pt x="2160" y="555"/>
                      </a:cubicBezTo>
                      <a:cubicBezTo>
                        <a:pt x="1935" y="196"/>
                        <a:pt x="1555" y="0"/>
                        <a:pt x="11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15"/>
                <p:cNvSpPr/>
                <p:nvPr/>
              </p:nvSpPr>
              <p:spPr>
                <a:xfrm>
                  <a:off x="6142365" y="2364343"/>
                  <a:ext cx="51956" cy="47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9" h="2207" extrusionOk="0">
                      <a:moveTo>
                        <a:pt x="1131" y="1"/>
                      </a:moveTo>
                      <a:cubicBezTo>
                        <a:pt x="921" y="1"/>
                        <a:pt x="708" y="58"/>
                        <a:pt x="516" y="176"/>
                      </a:cubicBezTo>
                      <a:cubicBezTo>
                        <a:pt x="0" y="505"/>
                        <a:pt x="247" y="958"/>
                        <a:pt x="598" y="1471"/>
                      </a:cubicBezTo>
                      <a:cubicBezTo>
                        <a:pt x="846" y="1874"/>
                        <a:pt x="1070" y="2206"/>
                        <a:pt x="1384" y="2206"/>
                      </a:cubicBezTo>
                      <a:cubicBezTo>
                        <a:pt x="1488" y="2206"/>
                        <a:pt x="1601" y="2170"/>
                        <a:pt x="1729" y="2089"/>
                      </a:cubicBezTo>
                      <a:cubicBezTo>
                        <a:pt x="2263" y="1759"/>
                        <a:pt x="2408" y="1060"/>
                        <a:pt x="2079" y="525"/>
                      </a:cubicBezTo>
                      <a:cubicBezTo>
                        <a:pt x="1868" y="182"/>
                        <a:pt x="1506" y="1"/>
                        <a:pt x="113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15"/>
                <p:cNvSpPr/>
                <p:nvPr/>
              </p:nvSpPr>
              <p:spPr>
                <a:xfrm>
                  <a:off x="6142365" y="2364300"/>
                  <a:ext cx="43955" cy="47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2196" extrusionOk="0">
                      <a:moveTo>
                        <a:pt x="1115" y="1"/>
                      </a:moveTo>
                      <a:cubicBezTo>
                        <a:pt x="911" y="1"/>
                        <a:pt x="703" y="58"/>
                        <a:pt x="516" y="178"/>
                      </a:cubicBezTo>
                      <a:cubicBezTo>
                        <a:pt x="0" y="507"/>
                        <a:pt x="247" y="960"/>
                        <a:pt x="598" y="1473"/>
                      </a:cubicBezTo>
                      <a:cubicBezTo>
                        <a:pt x="838" y="1873"/>
                        <a:pt x="1057" y="2195"/>
                        <a:pt x="1391" y="2195"/>
                      </a:cubicBezTo>
                      <a:cubicBezTo>
                        <a:pt x="1401" y="2195"/>
                        <a:pt x="1411" y="2195"/>
                        <a:pt x="1421" y="2194"/>
                      </a:cubicBezTo>
                      <a:cubicBezTo>
                        <a:pt x="700" y="1679"/>
                        <a:pt x="535" y="1371"/>
                        <a:pt x="2038" y="486"/>
                      </a:cubicBezTo>
                      <a:cubicBezTo>
                        <a:pt x="1816" y="173"/>
                        <a:pt x="1469" y="1"/>
                        <a:pt x="111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15"/>
                <p:cNvSpPr/>
                <p:nvPr/>
              </p:nvSpPr>
              <p:spPr>
                <a:xfrm>
                  <a:off x="6015936" y="2433381"/>
                  <a:ext cx="54566" cy="4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306" extrusionOk="0">
                      <a:moveTo>
                        <a:pt x="1186" y="0"/>
                      </a:moveTo>
                      <a:cubicBezTo>
                        <a:pt x="971" y="0"/>
                        <a:pt x="753" y="60"/>
                        <a:pt x="555" y="184"/>
                      </a:cubicBezTo>
                      <a:cubicBezTo>
                        <a:pt x="0" y="533"/>
                        <a:pt x="267" y="986"/>
                        <a:pt x="617" y="1542"/>
                      </a:cubicBezTo>
                      <a:cubicBezTo>
                        <a:pt x="879" y="1958"/>
                        <a:pt x="1118" y="2305"/>
                        <a:pt x="1456" y="2305"/>
                      </a:cubicBezTo>
                      <a:cubicBezTo>
                        <a:pt x="1568" y="2305"/>
                        <a:pt x="1692" y="2267"/>
                        <a:pt x="1830" y="2179"/>
                      </a:cubicBezTo>
                      <a:cubicBezTo>
                        <a:pt x="2365" y="1830"/>
                        <a:pt x="2530" y="1109"/>
                        <a:pt x="2181" y="555"/>
                      </a:cubicBezTo>
                      <a:cubicBezTo>
                        <a:pt x="1955" y="196"/>
                        <a:pt x="1576" y="0"/>
                        <a:pt x="118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15"/>
                <p:cNvSpPr/>
                <p:nvPr/>
              </p:nvSpPr>
              <p:spPr>
                <a:xfrm>
                  <a:off x="6013262" y="2430901"/>
                  <a:ext cx="51913" cy="47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204" extrusionOk="0">
                      <a:moveTo>
                        <a:pt x="1130" y="0"/>
                      </a:moveTo>
                      <a:cubicBezTo>
                        <a:pt x="920" y="0"/>
                        <a:pt x="707" y="58"/>
                        <a:pt x="514" y="176"/>
                      </a:cubicBezTo>
                      <a:cubicBezTo>
                        <a:pt x="1" y="505"/>
                        <a:pt x="248" y="936"/>
                        <a:pt x="577" y="1471"/>
                      </a:cubicBezTo>
                      <a:cubicBezTo>
                        <a:pt x="841" y="1861"/>
                        <a:pt x="1059" y="2203"/>
                        <a:pt x="1382" y="2203"/>
                      </a:cubicBezTo>
                      <a:cubicBezTo>
                        <a:pt x="1485" y="2203"/>
                        <a:pt x="1599" y="2168"/>
                        <a:pt x="1729" y="2088"/>
                      </a:cubicBezTo>
                      <a:cubicBezTo>
                        <a:pt x="2264" y="1739"/>
                        <a:pt x="2407" y="1040"/>
                        <a:pt x="2078" y="525"/>
                      </a:cubicBezTo>
                      <a:cubicBezTo>
                        <a:pt x="1867" y="182"/>
                        <a:pt x="1504" y="0"/>
                        <a:pt x="11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15"/>
                <p:cNvSpPr/>
                <p:nvPr/>
              </p:nvSpPr>
              <p:spPr>
                <a:xfrm>
                  <a:off x="6013262" y="2430857"/>
                  <a:ext cx="43933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2195" extrusionOk="0">
                      <a:moveTo>
                        <a:pt x="1115" y="0"/>
                      </a:moveTo>
                      <a:cubicBezTo>
                        <a:pt x="910" y="0"/>
                        <a:pt x="703" y="58"/>
                        <a:pt x="514" y="178"/>
                      </a:cubicBezTo>
                      <a:cubicBezTo>
                        <a:pt x="1" y="507"/>
                        <a:pt x="248" y="938"/>
                        <a:pt x="577" y="1473"/>
                      </a:cubicBezTo>
                      <a:cubicBezTo>
                        <a:pt x="836" y="1873"/>
                        <a:pt x="1058" y="2195"/>
                        <a:pt x="1372" y="2195"/>
                      </a:cubicBezTo>
                      <a:cubicBezTo>
                        <a:pt x="1381" y="2195"/>
                        <a:pt x="1390" y="2195"/>
                        <a:pt x="1400" y="2194"/>
                      </a:cubicBezTo>
                      <a:cubicBezTo>
                        <a:pt x="700" y="1659"/>
                        <a:pt x="536" y="1371"/>
                        <a:pt x="2037" y="486"/>
                      </a:cubicBezTo>
                      <a:cubicBezTo>
                        <a:pt x="1815" y="173"/>
                        <a:pt x="1469" y="0"/>
                        <a:pt x="111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15"/>
                <p:cNvSpPr/>
                <p:nvPr/>
              </p:nvSpPr>
              <p:spPr>
                <a:xfrm>
                  <a:off x="6367336" y="2257670"/>
                  <a:ext cx="54566" cy="49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304" extrusionOk="0">
                      <a:moveTo>
                        <a:pt x="1186" y="1"/>
                      </a:moveTo>
                      <a:cubicBezTo>
                        <a:pt x="971" y="1"/>
                        <a:pt x="753" y="60"/>
                        <a:pt x="555" y="185"/>
                      </a:cubicBezTo>
                      <a:cubicBezTo>
                        <a:pt x="0" y="534"/>
                        <a:pt x="267" y="986"/>
                        <a:pt x="618" y="1543"/>
                      </a:cubicBezTo>
                      <a:cubicBezTo>
                        <a:pt x="881" y="1946"/>
                        <a:pt x="1122" y="2303"/>
                        <a:pt x="1454" y="2303"/>
                      </a:cubicBezTo>
                      <a:cubicBezTo>
                        <a:pt x="1562" y="2303"/>
                        <a:pt x="1680" y="2265"/>
                        <a:pt x="1811" y="2180"/>
                      </a:cubicBezTo>
                      <a:cubicBezTo>
                        <a:pt x="2365" y="1831"/>
                        <a:pt x="2530" y="1090"/>
                        <a:pt x="2181" y="555"/>
                      </a:cubicBezTo>
                      <a:cubicBezTo>
                        <a:pt x="1955" y="197"/>
                        <a:pt x="1576" y="1"/>
                        <a:pt x="118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15"/>
                <p:cNvSpPr/>
                <p:nvPr/>
              </p:nvSpPr>
              <p:spPr>
                <a:xfrm>
                  <a:off x="6364208" y="2254974"/>
                  <a:ext cx="52387" cy="47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206" extrusionOk="0">
                      <a:moveTo>
                        <a:pt x="1140" y="0"/>
                      </a:moveTo>
                      <a:cubicBezTo>
                        <a:pt x="932" y="0"/>
                        <a:pt x="721" y="60"/>
                        <a:pt x="535" y="186"/>
                      </a:cubicBezTo>
                      <a:cubicBezTo>
                        <a:pt x="1" y="516"/>
                        <a:pt x="269" y="947"/>
                        <a:pt x="598" y="1482"/>
                      </a:cubicBezTo>
                      <a:cubicBezTo>
                        <a:pt x="844" y="1867"/>
                        <a:pt x="1067" y="2205"/>
                        <a:pt x="1388" y="2205"/>
                      </a:cubicBezTo>
                      <a:cubicBezTo>
                        <a:pt x="1496" y="2205"/>
                        <a:pt x="1615" y="2167"/>
                        <a:pt x="1750" y="2079"/>
                      </a:cubicBezTo>
                      <a:cubicBezTo>
                        <a:pt x="2264" y="1750"/>
                        <a:pt x="2428" y="1050"/>
                        <a:pt x="2099" y="516"/>
                      </a:cubicBezTo>
                      <a:cubicBezTo>
                        <a:pt x="1876" y="186"/>
                        <a:pt x="1510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15"/>
                <p:cNvSpPr/>
                <p:nvPr/>
              </p:nvSpPr>
              <p:spPr>
                <a:xfrm>
                  <a:off x="6364208" y="2255147"/>
                  <a:ext cx="44386" cy="47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196" extrusionOk="0">
                      <a:moveTo>
                        <a:pt x="1136" y="1"/>
                      </a:moveTo>
                      <a:cubicBezTo>
                        <a:pt x="931" y="1"/>
                        <a:pt x="724" y="58"/>
                        <a:pt x="535" y="178"/>
                      </a:cubicBezTo>
                      <a:cubicBezTo>
                        <a:pt x="1" y="508"/>
                        <a:pt x="269" y="939"/>
                        <a:pt x="598" y="1474"/>
                      </a:cubicBezTo>
                      <a:cubicBezTo>
                        <a:pt x="857" y="1855"/>
                        <a:pt x="1079" y="2195"/>
                        <a:pt x="1394" y="2195"/>
                      </a:cubicBezTo>
                      <a:cubicBezTo>
                        <a:pt x="1403" y="2195"/>
                        <a:pt x="1412" y="2195"/>
                        <a:pt x="1421" y="2194"/>
                      </a:cubicBezTo>
                      <a:cubicBezTo>
                        <a:pt x="721" y="1660"/>
                        <a:pt x="557" y="1350"/>
                        <a:pt x="2058" y="486"/>
                      </a:cubicBezTo>
                      <a:cubicBezTo>
                        <a:pt x="1837" y="173"/>
                        <a:pt x="1491" y="1"/>
                        <a:pt x="113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15"/>
                <p:cNvSpPr/>
                <p:nvPr/>
              </p:nvSpPr>
              <p:spPr>
                <a:xfrm>
                  <a:off x="5772332" y="2563778"/>
                  <a:ext cx="55040" cy="49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2" h="2300" extrusionOk="0">
                      <a:moveTo>
                        <a:pt x="1217" y="1"/>
                      </a:moveTo>
                      <a:cubicBezTo>
                        <a:pt x="989" y="1"/>
                        <a:pt x="758" y="67"/>
                        <a:pt x="557" y="206"/>
                      </a:cubicBezTo>
                      <a:cubicBezTo>
                        <a:pt x="0" y="557"/>
                        <a:pt x="288" y="1010"/>
                        <a:pt x="659" y="1544"/>
                      </a:cubicBezTo>
                      <a:cubicBezTo>
                        <a:pt x="918" y="1955"/>
                        <a:pt x="1155" y="2300"/>
                        <a:pt x="1486" y="2300"/>
                      </a:cubicBezTo>
                      <a:cubicBezTo>
                        <a:pt x="1602" y="2300"/>
                        <a:pt x="1729" y="2257"/>
                        <a:pt x="1873" y="2162"/>
                      </a:cubicBezTo>
                      <a:cubicBezTo>
                        <a:pt x="2408" y="1791"/>
                        <a:pt x="2551" y="1070"/>
                        <a:pt x="2181" y="516"/>
                      </a:cubicBezTo>
                      <a:cubicBezTo>
                        <a:pt x="1963" y="182"/>
                        <a:pt x="1594" y="1"/>
                        <a:pt x="12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15"/>
                <p:cNvSpPr/>
                <p:nvPr/>
              </p:nvSpPr>
              <p:spPr>
                <a:xfrm>
                  <a:off x="5769247" y="2561427"/>
                  <a:ext cx="52797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" h="2195" extrusionOk="0">
                      <a:moveTo>
                        <a:pt x="1157" y="1"/>
                      </a:moveTo>
                      <a:cubicBezTo>
                        <a:pt x="942" y="1"/>
                        <a:pt x="726" y="62"/>
                        <a:pt x="535" y="192"/>
                      </a:cubicBezTo>
                      <a:cubicBezTo>
                        <a:pt x="0" y="543"/>
                        <a:pt x="288" y="954"/>
                        <a:pt x="617" y="1489"/>
                      </a:cubicBezTo>
                      <a:cubicBezTo>
                        <a:pt x="876" y="1870"/>
                        <a:pt x="1113" y="2194"/>
                        <a:pt x="1428" y="2194"/>
                      </a:cubicBezTo>
                      <a:cubicBezTo>
                        <a:pt x="1537" y="2194"/>
                        <a:pt x="1656" y="2155"/>
                        <a:pt x="1789" y="2065"/>
                      </a:cubicBezTo>
                      <a:cubicBezTo>
                        <a:pt x="2304" y="1714"/>
                        <a:pt x="2447" y="1015"/>
                        <a:pt x="2098" y="501"/>
                      </a:cubicBezTo>
                      <a:cubicBezTo>
                        <a:pt x="1878" y="178"/>
                        <a:pt x="1520" y="1"/>
                        <a:pt x="11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15"/>
                <p:cNvSpPr/>
                <p:nvPr/>
              </p:nvSpPr>
              <p:spPr>
                <a:xfrm>
                  <a:off x="5769247" y="2561384"/>
                  <a:ext cx="44386" cy="47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192" extrusionOk="0">
                      <a:moveTo>
                        <a:pt x="1146" y="1"/>
                      </a:moveTo>
                      <a:cubicBezTo>
                        <a:pt x="934" y="1"/>
                        <a:pt x="722" y="62"/>
                        <a:pt x="535" y="194"/>
                      </a:cubicBezTo>
                      <a:cubicBezTo>
                        <a:pt x="0" y="545"/>
                        <a:pt x="288" y="956"/>
                        <a:pt x="617" y="1491"/>
                      </a:cubicBezTo>
                      <a:cubicBezTo>
                        <a:pt x="876" y="1870"/>
                        <a:pt x="1117" y="2191"/>
                        <a:pt x="1432" y="2191"/>
                      </a:cubicBezTo>
                      <a:cubicBezTo>
                        <a:pt x="1441" y="2191"/>
                        <a:pt x="1450" y="2191"/>
                        <a:pt x="1460" y="2190"/>
                      </a:cubicBezTo>
                      <a:cubicBezTo>
                        <a:pt x="741" y="1675"/>
                        <a:pt x="576" y="1367"/>
                        <a:pt x="2057" y="462"/>
                      </a:cubicBezTo>
                      <a:cubicBezTo>
                        <a:pt x="1839" y="167"/>
                        <a:pt x="1494" y="1"/>
                        <a:pt x="114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15"/>
                <p:cNvSpPr/>
                <p:nvPr/>
              </p:nvSpPr>
              <p:spPr>
                <a:xfrm>
                  <a:off x="5660979" y="2623132"/>
                  <a:ext cx="54566" cy="49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293" extrusionOk="0">
                      <a:moveTo>
                        <a:pt x="1180" y="0"/>
                      </a:moveTo>
                      <a:cubicBezTo>
                        <a:pt x="957" y="0"/>
                        <a:pt x="732" y="62"/>
                        <a:pt x="535" y="191"/>
                      </a:cubicBezTo>
                      <a:cubicBezTo>
                        <a:pt x="0" y="562"/>
                        <a:pt x="267" y="1014"/>
                        <a:pt x="637" y="1549"/>
                      </a:cubicBezTo>
                      <a:cubicBezTo>
                        <a:pt x="900" y="1950"/>
                        <a:pt x="1139" y="2292"/>
                        <a:pt x="1476" y="2292"/>
                      </a:cubicBezTo>
                      <a:cubicBezTo>
                        <a:pt x="1588" y="2292"/>
                        <a:pt x="1712" y="2254"/>
                        <a:pt x="1852" y="2166"/>
                      </a:cubicBezTo>
                      <a:cubicBezTo>
                        <a:pt x="2387" y="1796"/>
                        <a:pt x="2530" y="1055"/>
                        <a:pt x="2160" y="520"/>
                      </a:cubicBezTo>
                      <a:cubicBezTo>
                        <a:pt x="1939" y="183"/>
                        <a:pt x="1563" y="0"/>
                        <a:pt x="118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" name="Google Shape;287;p15"/>
                <p:cNvSpPr/>
                <p:nvPr/>
              </p:nvSpPr>
              <p:spPr>
                <a:xfrm>
                  <a:off x="5657851" y="2620436"/>
                  <a:ext cx="52387" cy="47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204" extrusionOk="0">
                      <a:moveTo>
                        <a:pt x="1138" y="1"/>
                      </a:moveTo>
                      <a:cubicBezTo>
                        <a:pt x="923" y="1"/>
                        <a:pt x="706" y="63"/>
                        <a:pt x="516" y="193"/>
                      </a:cubicBezTo>
                      <a:cubicBezTo>
                        <a:pt x="1" y="542"/>
                        <a:pt x="269" y="975"/>
                        <a:pt x="598" y="1488"/>
                      </a:cubicBezTo>
                      <a:cubicBezTo>
                        <a:pt x="860" y="1875"/>
                        <a:pt x="1100" y="2203"/>
                        <a:pt x="1421" y="2203"/>
                      </a:cubicBezTo>
                      <a:cubicBezTo>
                        <a:pt x="1527" y="2203"/>
                        <a:pt x="1642" y="2167"/>
                        <a:pt x="1770" y="2086"/>
                      </a:cubicBezTo>
                      <a:cubicBezTo>
                        <a:pt x="2285" y="1735"/>
                        <a:pt x="2428" y="1036"/>
                        <a:pt x="2079" y="501"/>
                      </a:cubicBezTo>
                      <a:cubicBezTo>
                        <a:pt x="1859" y="178"/>
                        <a:pt x="1501" y="1"/>
                        <a:pt x="113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88;p15"/>
                <p:cNvSpPr/>
                <p:nvPr/>
              </p:nvSpPr>
              <p:spPr>
                <a:xfrm>
                  <a:off x="5657851" y="2620608"/>
                  <a:ext cx="43976" cy="47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2184" extrusionOk="0">
                      <a:moveTo>
                        <a:pt x="1131" y="0"/>
                      </a:moveTo>
                      <a:cubicBezTo>
                        <a:pt x="918" y="0"/>
                        <a:pt x="703" y="60"/>
                        <a:pt x="516" y="185"/>
                      </a:cubicBezTo>
                      <a:cubicBezTo>
                        <a:pt x="1" y="534"/>
                        <a:pt x="269" y="967"/>
                        <a:pt x="598" y="1480"/>
                      </a:cubicBezTo>
                      <a:cubicBezTo>
                        <a:pt x="870" y="1868"/>
                        <a:pt x="1086" y="2183"/>
                        <a:pt x="1386" y="2183"/>
                      </a:cubicBezTo>
                      <a:cubicBezTo>
                        <a:pt x="1404" y="2183"/>
                        <a:pt x="1422" y="2182"/>
                        <a:pt x="1441" y="2180"/>
                      </a:cubicBezTo>
                      <a:cubicBezTo>
                        <a:pt x="721" y="1686"/>
                        <a:pt x="557" y="1378"/>
                        <a:pt x="2038" y="452"/>
                      </a:cubicBezTo>
                      <a:cubicBezTo>
                        <a:pt x="1821" y="159"/>
                        <a:pt x="1478" y="0"/>
                        <a:pt x="113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15"/>
                <p:cNvSpPr/>
                <p:nvPr/>
              </p:nvSpPr>
              <p:spPr>
                <a:xfrm>
                  <a:off x="5533191" y="2692795"/>
                  <a:ext cx="55040" cy="49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2" h="2292" extrusionOk="0">
                      <a:moveTo>
                        <a:pt x="1190" y="0"/>
                      </a:moveTo>
                      <a:cubicBezTo>
                        <a:pt x="967" y="0"/>
                        <a:pt x="740" y="62"/>
                        <a:pt x="536" y="190"/>
                      </a:cubicBezTo>
                      <a:cubicBezTo>
                        <a:pt x="1" y="561"/>
                        <a:pt x="289" y="1013"/>
                        <a:pt x="638" y="1548"/>
                      </a:cubicBezTo>
                      <a:cubicBezTo>
                        <a:pt x="915" y="1949"/>
                        <a:pt x="1158" y="2292"/>
                        <a:pt x="1487" y="2292"/>
                      </a:cubicBezTo>
                      <a:cubicBezTo>
                        <a:pt x="1598" y="2292"/>
                        <a:pt x="1718" y="2253"/>
                        <a:pt x="1852" y="2165"/>
                      </a:cubicBezTo>
                      <a:cubicBezTo>
                        <a:pt x="2407" y="1795"/>
                        <a:pt x="2552" y="1054"/>
                        <a:pt x="2181" y="520"/>
                      </a:cubicBezTo>
                      <a:cubicBezTo>
                        <a:pt x="1947" y="182"/>
                        <a:pt x="1574" y="0"/>
                        <a:pt x="119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15"/>
                <p:cNvSpPr/>
                <p:nvPr/>
              </p:nvSpPr>
              <p:spPr>
                <a:xfrm>
                  <a:off x="5530064" y="2690099"/>
                  <a:ext cx="52387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195" extrusionOk="0">
                      <a:moveTo>
                        <a:pt x="1154" y="1"/>
                      </a:moveTo>
                      <a:cubicBezTo>
                        <a:pt x="936" y="1"/>
                        <a:pt x="715" y="62"/>
                        <a:pt x="516" y="192"/>
                      </a:cubicBezTo>
                      <a:cubicBezTo>
                        <a:pt x="1" y="542"/>
                        <a:pt x="269" y="974"/>
                        <a:pt x="618" y="1489"/>
                      </a:cubicBezTo>
                      <a:cubicBezTo>
                        <a:pt x="878" y="1870"/>
                        <a:pt x="1104" y="2194"/>
                        <a:pt x="1412" y="2194"/>
                      </a:cubicBezTo>
                      <a:cubicBezTo>
                        <a:pt x="1520" y="2194"/>
                        <a:pt x="1637" y="2155"/>
                        <a:pt x="1770" y="2065"/>
                      </a:cubicBezTo>
                      <a:cubicBezTo>
                        <a:pt x="2305" y="1714"/>
                        <a:pt x="2428" y="1015"/>
                        <a:pt x="2099" y="501"/>
                      </a:cubicBezTo>
                      <a:cubicBezTo>
                        <a:pt x="1880" y="177"/>
                        <a:pt x="1522" y="1"/>
                        <a:pt x="115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" name="Google Shape;291;p15"/>
                <p:cNvSpPr/>
                <p:nvPr/>
              </p:nvSpPr>
              <p:spPr>
                <a:xfrm>
                  <a:off x="5530064" y="2690250"/>
                  <a:ext cx="44407" cy="47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" h="2183" extrusionOk="0">
                      <a:moveTo>
                        <a:pt x="1140" y="0"/>
                      </a:moveTo>
                      <a:cubicBezTo>
                        <a:pt x="927" y="0"/>
                        <a:pt x="711" y="60"/>
                        <a:pt x="516" y="185"/>
                      </a:cubicBezTo>
                      <a:cubicBezTo>
                        <a:pt x="1" y="535"/>
                        <a:pt x="269" y="967"/>
                        <a:pt x="618" y="1482"/>
                      </a:cubicBezTo>
                      <a:cubicBezTo>
                        <a:pt x="878" y="1881"/>
                        <a:pt x="1118" y="2182"/>
                        <a:pt x="1432" y="2182"/>
                      </a:cubicBezTo>
                      <a:cubicBezTo>
                        <a:pt x="1442" y="2182"/>
                        <a:pt x="1452" y="2182"/>
                        <a:pt x="1462" y="2181"/>
                      </a:cubicBezTo>
                      <a:cubicBezTo>
                        <a:pt x="741" y="1666"/>
                        <a:pt x="577" y="1378"/>
                        <a:pt x="2058" y="453"/>
                      </a:cubicBezTo>
                      <a:cubicBezTo>
                        <a:pt x="1828" y="159"/>
                        <a:pt x="1488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" name="Google Shape;292;p15"/>
                <p:cNvSpPr/>
                <p:nvPr/>
              </p:nvSpPr>
              <p:spPr>
                <a:xfrm>
                  <a:off x="5880169" y="2508220"/>
                  <a:ext cx="54566" cy="49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292" extrusionOk="0">
                      <a:moveTo>
                        <a:pt x="1181" y="0"/>
                      </a:moveTo>
                      <a:cubicBezTo>
                        <a:pt x="957" y="0"/>
                        <a:pt x="732" y="62"/>
                        <a:pt x="535" y="190"/>
                      </a:cubicBezTo>
                      <a:cubicBezTo>
                        <a:pt x="0" y="561"/>
                        <a:pt x="267" y="1013"/>
                        <a:pt x="637" y="1548"/>
                      </a:cubicBezTo>
                      <a:cubicBezTo>
                        <a:pt x="914" y="1949"/>
                        <a:pt x="1157" y="2292"/>
                        <a:pt x="1487" y="2292"/>
                      </a:cubicBezTo>
                      <a:cubicBezTo>
                        <a:pt x="1597" y="2292"/>
                        <a:pt x="1717" y="2253"/>
                        <a:pt x="1852" y="2165"/>
                      </a:cubicBezTo>
                      <a:cubicBezTo>
                        <a:pt x="2387" y="1795"/>
                        <a:pt x="2530" y="1054"/>
                        <a:pt x="2181" y="519"/>
                      </a:cubicBezTo>
                      <a:cubicBezTo>
                        <a:pt x="1947" y="182"/>
                        <a:pt x="1565" y="0"/>
                        <a:pt x="11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" name="Google Shape;293;p15"/>
                <p:cNvSpPr/>
                <p:nvPr/>
              </p:nvSpPr>
              <p:spPr>
                <a:xfrm>
                  <a:off x="5877042" y="2505718"/>
                  <a:ext cx="52366" cy="47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194" extrusionOk="0">
                      <a:moveTo>
                        <a:pt x="1140" y="0"/>
                      </a:moveTo>
                      <a:cubicBezTo>
                        <a:pt x="924" y="0"/>
                        <a:pt x="707" y="60"/>
                        <a:pt x="515" y="183"/>
                      </a:cubicBezTo>
                      <a:cubicBezTo>
                        <a:pt x="0" y="533"/>
                        <a:pt x="269" y="965"/>
                        <a:pt x="617" y="1480"/>
                      </a:cubicBezTo>
                      <a:cubicBezTo>
                        <a:pt x="881" y="1865"/>
                        <a:pt x="1109" y="2193"/>
                        <a:pt x="1424" y="2193"/>
                      </a:cubicBezTo>
                      <a:cubicBezTo>
                        <a:pt x="1528" y="2193"/>
                        <a:pt x="1642" y="2157"/>
                        <a:pt x="1770" y="2076"/>
                      </a:cubicBezTo>
                      <a:cubicBezTo>
                        <a:pt x="2285" y="1727"/>
                        <a:pt x="2428" y="1027"/>
                        <a:pt x="2079" y="492"/>
                      </a:cubicBezTo>
                      <a:cubicBezTo>
                        <a:pt x="1859" y="169"/>
                        <a:pt x="1502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" name="Google Shape;294;p15"/>
                <p:cNvSpPr/>
                <p:nvPr/>
              </p:nvSpPr>
              <p:spPr>
                <a:xfrm>
                  <a:off x="5877042" y="2505697"/>
                  <a:ext cx="43955" cy="47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2184" extrusionOk="0">
                      <a:moveTo>
                        <a:pt x="1124" y="0"/>
                      </a:moveTo>
                      <a:cubicBezTo>
                        <a:pt x="913" y="0"/>
                        <a:pt x="701" y="60"/>
                        <a:pt x="515" y="184"/>
                      </a:cubicBezTo>
                      <a:cubicBezTo>
                        <a:pt x="0" y="534"/>
                        <a:pt x="269" y="966"/>
                        <a:pt x="617" y="1481"/>
                      </a:cubicBezTo>
                      <a:cubicBezTo>
                        <a:pt x="870" y="1869"/>
                        <a:pt x="1085" y="2184"/>
                        <a:pt x="1403" y="2184"/>
                      </a:cubicBezTo>
                      <a:cubicBezTo>
                        <a:pt x="1422" y="2184"/>
                        <a:pt x="1442" y="2183"/>
                        <a:pt x="1462" y="2180"/>
                      </a:cubicBezTo>
                      <a:cubicBezTo>
                        <a:pt x="741" y="1686"/>
                        <a:pt x="557" y="1377"/>
                        <a:pt x="2038" y="472"/>
                      </a:cubicBezTo>
                      <a:cubicBezTo>
                        <a:pt x="1819" y="164"/>
                        <a:pt x="1473" y="0"/>
                        <a:pt x="112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" name="Google Shape;295;p15"/>
                <p:cNvSpPr/>
                <p:nvPr/>
              </p:nvSpPr>
              <p:spPr>
                <a:xfrm>
                  <a:off x="7394035" y="1958486"/>
                  <a:ext cx="52797" cy="5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" h="2327" extrusionOk="0">
                      <a:moveTo>
                        <a:pt x="1100" y="1"/>
                      </a:moveTo>
                      <a:cubicBezTo>
                        <a:pt x="931" y="1"/>
                        <a:pt x="760" y="35"/>
                        <a:pt x="596" y="109"/>
                      </a:cubicBezTo>
                      <a:cubicBezTo>
                        <a:pt x="1" y="397"/>
                        <a:pt x="226" y="869"/>
                        <a:pt x="514" y="1467"/>
                      </a:cubicBezTo>
                      <a:cubicBezTo>
                        <a:pt x="728" y="1942"/>
                        <a:pt x="929" y="2327"/>
                        <a:pt x="1304" y="2327"/>
                      </a:cubicBezTo>
                      <a:cubicBezTo>
                        <a:pt x="1399" y="2327"/>
                        <a:pt x="1505" y="2302"/>
                        <a:pt x="1625" y="2248"/>
                      </a:cubicBezTo>
                      <a:cubicBezTo>
                        <a:pt x="2201" y="1960"/>
                        <a:pt x="2448" y="1261"/>
                        <a:pt x="2181" y="663"/>
                      </a:cubicBezTo>
                      <a:cubicBezTo>
                        <a:pt x="1972" y="245"/>
                        <a:pt x="1546" y="1"/>
                        <a:pt x="110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96;p15"/>
                <p:cNvSpPr/>
                <p:nvPr/>
              </p:nvSpPr>
              <p:spPr>
                <a:xfrm>
                  <a:off x="7396235" y="1965064"/>
                  <a:ext cx="50597" cy="48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" h="2228" extrusionOk="0">
                      <a:moveTo>
                        <a:pt x="1054" y="0"/>
                      </a:moveTo>
                      <a:cubicBezTo>
                        <a:pt x="889" y="0"/>
                        <a:pt x="720" y="36"/>
                        <a:pt x="557" y="112"/>
                      </a:cubicBezTo>
                      <a:cubicBezTo>
                        <a:pt x="1" y="380"/>
                        <a:pt x="206" y="832"/>
                        <a:pt x="475" y="1408"/>
                      </a:cubicBezTo>
                      <a:cubicBezTo>
                        <a:pt x="687" y="1851"/>
                        <a:pt x="875" y="2228"/>
                        <a:pt x="1233" y="2228"/>
                      </a:cubicBezTo>
                      <a:cubicBezTo>
                        <a:pt x="1325" y="2228"/>
                        <a:pt x="1427" y="2203"/>
                        <a:pt x="1544" y="2149"/>
                      </a:cubicBezTo>
                      <a:cubicBezTo>
                        <a:pt x="2099" y="1881"/>
                        <a:pt x="2346" y="1203"/>
                        <a:pt x="2058" y="646"/>
                      </a:cubicBezTo>
                      <a:cubicBezTo>
                        <a:pt x="1867" y="233"/>
                        <a:pt x="1473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5"/>
                <p:cNvSpPr/>
                <p:nvPr/>
              </p:nvSpPr>
              <p:spPr>
                <a:xfrm>
                  <a:off x="7398478" y="1971901"/>
                  <a:ext cx="47470" cy="41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1" h="1911" extrusionOk="0">
                      <a:moveTo>
                        <a:pt x="185" y="0"/>
                      </a:moveTo>
                      <a:lnTo>
                        <a:pt x="185" y="0"/>
                      </a:lnTo>
                      <a:cubicBezTo>
                        <a:pt x="0" y="269"/>
                        <a:pt x="165" y="659"/>
                        <a:pt x="371" y="1091"/>
                      </a:cubicBezTo>
                      <a:cubicBezTo>
                        <a:pt x="583" y="1534"/>
                        <a:pt x="771" y="1911"/>
                        <a:pt x="1129" y="1911"/>
                      </a:cubicBezTo>
                      <a:cubicBezTo>
                        <a:pt x="1221" y="1911"/>
                        <a:pt x="1323" y="1886"/>
                        <a:pt x="1440" y="1832"/>
                      </a:cubicBezTo>
                      <a:cubicBezTo>
                        <a:pt x="1975" y="1564"/>
                        <a:pt x="2201" y="927"/>
                        <a:pt x="1975" y="371"/>
                      </a:cubicBezTo>
                      <a:lnTo>
                        <a:pt x="1975" y="371"/>
                      </a:lnTo>
                      <a:cubicBezTo>
                        <a:pt x="1352" y="703"/>
                        <a:pt x="953" y="851"/>
                        <a:pt x="694" y="851"/>
                      </a:cubicBezTo>
                      <a:cubicBezTo>
                        <a:pt x="312" y="851"/>
                        <a:pt x="234" y="528"/>
                        <a:pt x="1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" name="Google Shape;298;p15"/>
                <p:cNvSpPr/>
                <p:nvPr/>
              </p:nvSpPr>
              <p:spPr>
                <a:xfrm>
                  <a:off x="7286198" y="2024590"/>
                  <a:ext cx="52840" cy="5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" h="2327" extrusionOk="0">
                      <a:moveTo>
                        <a:pt x="1090" y="1"/>
                      </a:moveTo>
                      <a:cubicBezTo>
                        <a:pt x="923" y="1"/>
                        <a:pt x="755" y="36"/>
                        <a:pt x="598" y="108"/>
                      </a:cubicBezTo>
                      <a:cubicBezTo>
                        <a:pt x="1" y="396"/>
                        <a:pt x="228" y="870"/>
                        <a:pt x="494" y="1466"/>
                      </a:cubicBezTo>
                      <a:cubicBezTo>
                        <a:pt x="724" y="1943"/>
                        <a:pt x="928" y="2327"/>
                        <a:pt x="1293" y="2327"/>
                      </a:cubicBezTo>
                      <a:cubicBezTo>
                        <a:pt x="1386" y="2327"/>
                        <a:pt x="1489" y="2302"/>
                        <a:pt x="1605" y="2248"/>
                      </a:cubicBezTo>
                      <a:cubicBezTo>
                        <a:pt x="2203" y="1960"/>
                        <a:pt x="2450" y="1260"/>
                        <a:pt x="2162" y="665"/>
                      </a:cubicBezTo>
                      <a:cubicBezTo>
                        <a:pt x="1967" y="246"/>
                        <a:pt x="1533" y="1"/>
                        <a:pt x="10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" name="Google Shape;299;p15"/>
                <p:cNvSpPr/>
                <p:nvPr/>
              </p:nvSpPr>
              <p:spPr>
                <a:xfrm>
                  <a:off x="7288441" y="2031169"/>
                  <a:ext cx="50144" cy="48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28" extrusionOk="0">
                      <a:moveTo>
                        <a:pt x="1044" y="1"/>
                      </a:moveTo>
                      <a:cubicBezTo>
                        <a:pt x="879" y="1"/>
                        <a:pt x="712" y="37"/>
                        <a:pt x="555" y="113"/>
                      </a:cubicBezTo>
                      <a:cubicBezTo>
                        <a:pt x="0" y="379"/>
                        <a:pt x="206" y="832"/>
                        <a:pt x="473" y="1408"/>
                      </a:cubicBezTo>
                      <a:cubicBezTo>
                        <a:pt x="686" y="1851"/>
                        <a:pt x="873" y="2228"/>
                        <a:pt x="1231" y="2228"/>
                      </a:cubicBezTo>
                      <a:cubicBezTo>
                        <a:pt x="1322" y="2228"/>
                        <a:pt x="1425" y="2203"/>
                        <a:pt x="1543" y="2149"/>
                      </a:cubicBezTo>
                      <a:cubicBezTo>
                        <a:pt x="2099" y="1882"/>
                        <a:pt x="2324" y="1202"/>
                        <a:pt x="2058" y="648"/>
                      </a:cubicBezTo>
                      <a:cubicBezTo>
                        <a:pt x="1865" y="234"/>
                        <a:pt x="1462" y="1"/>
                        <a:pt x="104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" name="Google Shape;300;p15"/>
                <p:cNvSpPr/>
                <p:nvPr/>
              </p:nvSpPr>
              <p:spPr>
                <a:xfrm>
                  <a:off x="7290640" y="2038027"/>
                  <a:ext cx="47513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3" h="1910" extrusionOk="0">
                      <a:moveTo>
                        <a:pt x="186" y="0"/>
                      </a:moveTo>
                      <a:cubicBezTo>
                        <a:pt x="0" y="267"/>
                        <a:pt x="165" y="659"/>
                        <a:pt x="371" y="1090"/>
                      </a:cubicBezTo>
                      <a:cubicBezTo>
                        <a:pt x="584" y="1533"/>
                        <a:pt x="771" y="1910"/>
                        <a:pt x="1129" y="1910"/>
                      </a:cubicBezTo>
                      <a:cubicBezTo>
                        <a:pt x="1220" y="1910"/>
                        <a:pt x="1323" y="1885"/>
                        <a:pt x="1441" y="1831"/>
                      </a:cubicBezTo>
                      <a:cubicBezTo>
                        <a:pt x="1975" y="1564"/>
                        <a:pt x="2203" y="925"/>
                        <a:pt x="1975" y="371"/>
                      </a:cubicBezTo>
                      <a:lnTo>
                        <a:pt x="1975" y="371"/>
                      </a:lnTo>
                      <a:cubicBezTo>
                        <a:pt x="1353" y="703"/>
                        <a:pt x="955" y="850"/>
                        <a:pt x="696" y="850"/>
                      </a:cubicBezTo>
                      <a:cubicBezTo>
                        <a:pt x="314" y="850"/>
                        <a:pt x="236" y="528"/>
                        <a:pt x="1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" name="Google Shape;301;p15"/>
                <p:cNvSpPr/>
                <p:nvPr/>
              </p:nvSpPr>
              <p:spPr>
                <a:xfrm>
                  <a:off x="7161537" y="2098869"/>
                  <a:ext cx="52819" cy="50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9" h="2337" extrusionOk="0">
                      <a:moveTo>
                        <a:pt x="1107" y="0"/>
                      </a:moveTo>
                      <a:cubicBezTo>
                        <a:pt x="934" y="0"/>
                        <a:pt x="760" y="39"/>
                        <a:pt x="597" y="120"/>
                      </a:cubicBezTo>
                      <a:cubicBezTo>
                        <a:pt x="1" y="408"/>
                        <a:pt x="226" y="882"/>
                        <a:pt x="494" y="1478"/>
                      </a:cubicBezTo>
                      <a:cubicBezTo>
                        <a:pt x="726" y="1940"/>
                        <a:pt x="930" y="2337"/>
                        <a:pt x="1300" y="2337"/>
                      </a:cubicBezTo>
                      <a:cubicBezTo>
                        <a:pt x="1391" y="2337"/>
                        <a:pt x="1492" y="2313"/>
                        <a:pt x="1605" y="2260"/>
                      </a:cubicBezTo>
                      <a:cubicBezTo>
                        <a:pt x="2201" y="1972"/>
                        <a:pt x="2448" y="1272"/>
                        <a:pt x="2160" y="677"/>
                      </a:cubicBezTo>
                      <a:cubicBezTo>
                        <a:pt x="1969" y="248"/>
                        <a:pt x="1544" y="0"/>
                        <a:pt x="11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" name="Google Shape;302;p15"/>
                <p:cNvSpPr/>
                <p:nvPr/>
              </p:nvSpPr>
              <p:spPr>
                <a:xfrm>
                  <a:off x="7163737" y="2105512"/>
                  <a:ext cx="50188" cy="48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7" h="2237" extrusionOk="0">
                      <a:moveTo>
                        <a:pt x="1052" y="1"/>
                      </a:moveTo>
                      <a:cubicBezTo>
                        <a:pt x="885" y="1"/>
                        <a:pt x="716" y="39"/>
                        <a:pt x="557" y="122"/>
                      </a:cubicBezTo>
                      <a:cubicBezTo>
                        <a:pt x="1" y="388"/>
                        <a:pt x="207" y="841"/>
                        <a:pt x="475" y="1397"/>
                      </a:cubicBezTo>
                      <a:cubicBezTo>
                        <a:pt x="687" y="1856"/>
                        <a:pt x="875" y="2237"/>
                        <a:pt x="1223" y="2237"/>
                      </a:cubicBezTo>
                      <a:cubicBezTo>
                        <a:pt x="1311" y="2237"/>
                        <a:pt x="1410" y="2212"/>
                        <a:pt x="1523" y="2158"/>
                      </a:cubicBezTo>
                      <a:cubicBezTo>
                        <a:pt x="2099" y="1870"/>
                        <a:pt x="2326" y="1211"/>
                        <a:pt x="2058" y="635"/>
                      </a:cubicBezTo>
                      <a:cubicBezTo>
                        <a:pt x="1868" y="240"/>
                        <a:pt x="1467" y="1"/>
                        <a:pt x="105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303;p15"/>
                <p:cNvSpPr/>
                <p:nvPr/>
              </p:nvSpPr>
              <p:spPr>
                <a:xfrm>
                  <a:off x="7165980" y="2112564"/>
                  <a:ext cx="47470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1" h="1910" extrusionOk="0">
                      <a:moveTo>
                        <a:pt x="185" y="1"/>
                      </a:moveTo>
                      <a:cubicBezTo>
                        <a:pt x="0" y="267"/>
                        <a:pt x="165" y="637"/>
                        <a:pt x="371" y="1070"/>
                      </a:cubicBezTo>
                      <a:cubicBezTo>
                        <a:pt x="583" y="1529"/>
                        <a:pt x="771" y="1910"/>
                        <a:pt x="1119" y="1910"/>
                      </a:cubicBezTo>
                      <a:cubicBezTo>
                        <a:pt x="1207" y="1910"/>
                        <a:pt x="1306" y="1885"/>
                        <a:pt x="1419" y="1831"/>
                      </a:cubicBezTo>
                      <a:cubicBezTo>
                        <a:pt x="1975" y="1564"/>
                        <a:pt x="2201" y="925"/>
                        <a:pt x="1975" y="371"/>
                      </a:cubicBezTo>
                      <a:lnTo>
                        <a:pt x="1975" y="371"/>
                      </a:lnTo>
                      <a:cubicBezTo>
                        <a:pt x="1350" y="695"/>
                        <a:pt x="951" y="841"/>
                        <a:pt x="692" y="841"/>
                      </a:cubicBezTo>
                      <a:cubicBezTo>
                        <a:pt x="312" y="841"/>
                        <a:pt x="234" y="526"/>
                        <a:pt x="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304;p15"/>
                <p:cNvSpPr/>
                <p:nvPr/>
              </p:nvSpPr>
              <p:spPr>
                <a:xfrm>
                  <a:off x="7496977" y="1894150"/>
                  <a:ext cx="52366" cy="5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27" extrusionOk="0">
                      <a:moveTo>
                        <a:pt x="1077" y="1"/>
                      </a:moveTo>
                      <a:cubicBezTo>
                        <a:pt x="909" y="1"/>
                        <a:pt x="739" y="35"/>
                        <a:pt x="576" y="108"/>
                      </a:cubicBezTo>
                      <a:cubicBezTo>
                        <a:pt x="0" y="396"/>
                        <a:pt x="206" y="870"/>
                        <a:pt x="494" y="1466"/>
                      </a:cubicBezTo>
                      <a:cubicBezTo>
                        <a:pt x="707" y="1942"/>
                        <a:pt x="907" y="2327"/>
                        <a:pt x="1282" y="2327"/>
                      </a:cubicBezTo>
                      <a:cubicBezTo>
                        <a:pt x="1377" y="2327"/>
                        <a:pt x="1484" y="2302"/>
                        <a:pt x="1605" y="2248"/>
                      </a:cubicBezTo>
                      <a:cubicBezTo>
                        <a:pt x="2181" y="1960"/>
                        <a:pt x="2428" y="1260"/>
                        <a:pt x="2160" y="664"/>
                      </a:cubicBezTo>
                      <a:cubicBezTo>
                        <a:pt x="1950" y="246"/>
                        <a:pt x="1523" y="1"/>
                        <a:pt x="107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5" name="Google Shape;305;p15"/>
                <p:cNvSpPr/>
                <p:nvPr/>
              </p:nvSpPr>
              <p:spPr>
                <a:xfrm>
                  <a:off x="7498745" y="1900728"/>
                  <a:ext cx="50597" cy="48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" h="2228" extrusionOk="0">
                      <a:moveTo>
                        <a:pt x="1053" y="0"/>
                      </a:moveTo>
                      <a:cubicBezTo>
                        <a:pt x="887" y="0"/>
                        <a:pt x="718" y="37"/>
                        <a:pt x="555" y="112"/>
                      </a:cubicBezTo>
                      <a:cubicBezTo>
                        <a:pt x="1" y="379"/>
                        <a:pt x="206" y="832"/>
                        <a:pt x="473" y="1408"/>
                      </a:cubicBezTo>
                      <a:cubicBezTo>
                        <a:pt x="687" y="1851"/>
                        <a:pt x="873" y="2228"/>
                        <a:pt x="1231" y="2228"/>
                      </a:cubicBezTo>
                      <a:cubicBezTo>
                        <a:pt x="1322" y="2228"/>
                        <a:pt x="1425" y="2203"/>
                        <a:pt x="1543" y="2148"/>
                      </a:cubicBezTo>
                      <a:cubicBezTo>
                        <a:pt x="2099" y="1882"/>
                        <a:pt x="2346" y="1202"/>
                        <a:pt x="2078" y="647"/>
                      </a:cubicBezTo>
                      <a:cubicBezTo>
                        <a:pt x="1871" y="234"/>
                        <a:pt x="1474" y="0"/>
                        <a:pt x="10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6" name="Google Shape;306;p15"/>
                <p:cNvSpPr/>
                <p:nvPr/>
              </p:nvSpPr>
              <p:spPr>
                <a:xfrm>
                  <a:off x="7500945" y="1907587"/>
                  <a:ext cx="47513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3" h="1910" extrusionOk="0">
                      <a:moveTo>
                        <a:pt x="206" y="0"/>
                      </a:moveTo>
                      <a:lnTo>
                        <a:pt x="206" y="0"/>
                      </a:lnTo>
                      <a:cubicBezTo>
                        <a:pt x="1" y="267"/>
                        <a:pt x="165" y="659"/>
                        <a:pt x="371" y="1090"/>
                      </a:cubicBezTo>
                      <a:cubicBezTo>
                        <a:pt x="585" y="1533"/>
                        <a:pt x="771" y="1910"/>
                        <a:pt x="1129" y="1910"/>
                      </a:cubicBezTo>
                      <a:cubicBezTo>
                        <a:pt x="1220" y="1910"/>
                        <a:pt x="1323" y="1885"/>
                        <a:pt x="1441" y="1830"/>
                      </a:cubicBezTo>
                      <a:cubicBezTo>
                        <a:pt x="1976" y="1564"/>
                        <a:pt x="2203" y="925"/>
                        <a:pt x="1976" y="370"/>
                      </a:cubicBezTo>
                      <a:lnTo>
                        <a:pt x="1976" y="370"/>
                      </a:lnTo>
                      <a:cubicBezTo>
                        <a:pt x="1353" y="703"/>
                        <a:pt x="955" y="850"/>
                        <a:pt x="698" y="850"/>
                      </a:cubicBezTo>
                      <a:cubicBezTo>
                        <a:pt x="317" y="850"/>
                        <a:pt x="244" y="527"/>
                        <a:pt x="2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15"/>
                <p:cNvSpPr/>
                <p:nvPr/>
              </p:nvSpPr>
              <p:spPr>
                <a:xfrm>
                  <a:off x="6922828" y="2236319"/>
                  <a:ext cx="51935" cy="50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" h="2321" extrusionOk="0">
                      <a:moveTo>
                        <a:pt x="1060" y="1"/>
                      </a:moveTo>
                      <a:cubicBezTo>
                        <a:pt x="898" y="1"/>
                        <a:pt x="734" y="34"/>
                        <a:pt x="577" y="105"/>
                      </a:cubicBezTo>
                      <a:cubicBezTo>
                        <a:pt x="1" y="372"/>
                        <a:pt x="185" y="865"/>
                        <a:pt x="453" y="1441"/>
                      </a:cubicBezTo>
                      <a:cubicBezTo>
                        <a:pt x="668" y="1922"/>
                        <a:pt x="869" y="2321"/>
                        <a:pt x="1239" y="2321"/>
                      </a:cubicBezTo>
                      <a:cubicBezTo>
                        <a:pt x="1329" y="2321"/>
                        <a:pt x="1430" y="2297"/>
                        <a:pt x="1543" y="2245"/>
                      </a:cubicBezTo>
                      <a:cubicBezTo>
                        <a:pt x="2140" y="1976"/>
                        <a:pt x="2407" y="1298"/>
                        <a:pt x="2140" y="701"/>
                      </a:cubicBezTo>
                      <a:cubicBezTo>
                        <a:pt x="1943" y="262"/>
                        <a:pt x="1511" y="1"/>
                        <a:pt x="10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15"/>
                <p:cNvSpPr/>
                <p:nvPr/>
              </p:nvSpPr>
              <p:spPr>
                <a:xfrm>
                  <a:off x="6924618" y="2242724"/>
                  <a:ext cx="49713" cy="4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2242" extrusionOk="0">
                      <a:moveTo>
                        <a:pt x="1015" y="1"/>
                      </a:moveTo>
                      <a:cubicBezTo>
                        <a:pt x="862" y="1"/>
                        <a:pt x="705" y="32"/>
                        <a:pt x="555" y="96"/>
                      </a:cubicBezTo>
                      <a:cubicBezTo>
                        <a:pt x="0" y="363"/>
                        <a:pt x="185" y="837"/>
                        <a:pt x="431" y="1391"/>
                      </a:cubicBezTo>
                      <a:cubicBezTo>
                        <a:pt x="648" y="1857"/>
                        <a:pt x="837" y="2242"/>
                        <a:pt x="1195" y="2242"/>
                      </a:cubicBezTo>
                      <a:cubicBezTo>
                        <a:pt x="1280" y="2242"/>
                        <a:pt x="1375" y="2220"/>
                        <a:pt x="1481" y="2173"/>
                      </a:cubicBezTo>
                      <a:cubicBezTo>
                        <a:pt x="2057" y="1906"/>
                        <a:pt x="2304" y="1248"/>
                        <a:pt x="2057" y="672"/>
                      </a:cubicBezTo>
                      <a:cubicBezTo>
                        <a:pt x="1859" y="247"/>
                        <a:pt x="1448" y="1"/>
                        <a:pt x="10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15"/>
                <p:cNvSpPr/>
                <p:nvPr/>
              </p:nvSpPr>
              <p:spPr>
                <a:xfrm>
                  <a:off x="6926818" y="2249216"/>
                  <a:ext cx="47039" cy="4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1" h="1941" extrusionOk="0">
                      <a:moveTo>
                        <a:pt x="186" y="1"/>
                      </a:moveTo>
                      <a:cubicBezTo>
                        <a:pt x="0" y="267"/>
                        <a:pt x="145" y="659"/>
                        <a:pt x="329" y="1090"/>
                      </a:cubicBezTo>
                      <a:cubicBezTo>
                        <a:pt x="546" y="1556"/>
                        <a:pt x="735" y="1941"/>
                        <a:pt x="1093" y="1941"/>
                      </a:cubicBezTo>
                      <a:cubicBezTo>
                        <a:pt x="1178" y="1941"/>
                        <a:pt x="1273" y="1919"/>
                        <a:pt x="1379" y="1872"/>
                      </a:cubicBezTo>
                      <a:cubicBezTo>
                        <a:pt x="1934" y="1625"/>
                        <a:pt x="2181" y="988"/>
                        <a:pt x="1955" y="432"/>
                      </a:cubicBezTo>
                      <a:lnTo>
                        <a:pt x="1955" y="432"/>
                      </a:lnTo>
                      <a:cubicBezTo>
                        <a:pt x="1344" y="730"/>
                        <a:pt x="949" y="864"/>
                        <a:pt x="692" y="864"/>
                      </a:cubicBezTo>
                      <a:cubicBezTo>
                        <a:pt x="291" y="864"/>
                        <a:pt x="223" y="539"/>
                        <a:pt x="1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15"/>
                <p:cNvSpPr/>
                <p:nvPr/>
              </p:nvSpPr>
              <p:spPr>
                <a:xfrm>
                  <a:off x="6813222" y="2299770"/>
                  <a:ext cx="52387" cy="50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21" extrusionOk="0">
                      <a:moveTo>
                        <a:pt x="1080" y="1"/>
                      </a:moveTo>
                      <a:cubicBezTo>
                        <a:pt x="919" y="1"/>
                        <a:pt x="755" y="34"/>
                        <a:pt x="598" y="104"/>
                      </a:cubicBezTo>
                      <a:cubicBezTo>
                        <a:pt x="1" y="372"/>
                        <a:pt x="206" y="845"/>
                        <a:pt x="475" y="1442"/>
                      </a:cubicBezTo>
                      <a:cubicBezTo>
                        <a:pt x="689" y="1921"/>
                        <a:pt x="877" y="2320"/>
                        <a:pt x="1252" y="2320"/>
                      </a:cubicBezTo>
                      <a:cubicBezTo>
                        <a:pt x="1344" y="2320"/>
                        <a:pt x="1447" y="2296"/>
                        <a:pt x="1564" y="2244"/>
                      </a:cubicBezTo>
                      <a:cubicBezTo>
                        <a:pt x="2162" y="1977"/>
                        <a:pt x="2428" y="1278"/>
                        <a:pt x="2162" y="701"/>
                      </a:cubicBezTo>
                      <a:cubicBezTo>
                        <a:pt x="1964" y="261"/>
                        <a:pt x="1532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15"/>
                <p:cNvSpPr/>
                <p:nvPr/>
              </p:nvSpPr>
              <p:spPr>
                <a:xfrm>
                  <a:off x="6815012" y="2306154"/>
                  <a:ext cx="50166" cy="48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" h="2233" extrusionOk="0">
                      <a:moveTo>
                        <a:pt x="1027" y="1"/>
                      </a:moveTo>
                      <a:cubicBezTo>
                        <a:pt x="875" y="1"/>
                        <a:pt x="721" y="32"/>
                        <a:pt x="576" y="96"/>
                      </a:cubicBezTo>
                      <a:cubicBezTo>
                        <a:pt x="0" y="364"/>
                        <a:pt x="186" y="817"/>
                        <a:pt x="453" y="1393"/>
                      </a:cubicBezTo>
                      <a:cubicBezTo>
                        <a:pt x="649" y="1852"/>
                        <a:pt x="833" y="2233"/>
                        <a:pt x="1192" y="2233"/>
                      </a:cubicBezTo>
                      <a:cubicBezTo>
                        <a:pt x="1283" y="2233"/>
                        <a:pt x="1386" y="2208"/>
                        <a:pt x="1503" y="2153"/>
                      </a:cubicBezTo>
                      <a:cubicBezTo>
                        <a:pt x="2057" y="1906"/>
                        <a:pt x="2325" y="1248"/>
                        <a:pt x="2057" y="672"/>
                      </a:cubicBezTo>
                      <a:cubicBezTo>
                        <a:pt x="1875" y="247"/>
                        <a:pt x="1457" y="1"/>
                        <a:pt x="10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15"/>
                <p:cNvSpPr/>
                <p:nvPr/>
              </p:nvSpPr>
              <p:spPr>
                <a:xfrm>
                  <a:off x="6817234" y="2312646"/>
                  <a:ext cx="47060" cy="41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32" extrusionOk="0">
                      <a:moveTo>
                        <a:pt x="206" y="1"/>
                      </a:moveTo>
                      <a:cubicBezTo>
                        <a:pt x="1" y="269"/>
                        <a:pt x="144" y="659"/>
                        <a:pt x="350" y="1092"/>
                      </a:cubicBezTo>
                      <a:cubicBezTo>
                        <a:pt x="546" y="1551"/>
                        <a:pt x="730" y="1932"/>
                        <a:pt x="1089" y="1932"/>
                      </a:cubicBezTo>
                      <a:cubicBezTo>
                        <a:pt x="1180" y="1932"/>
                        <a:pt x="1283" y="1907"/>
                        <a:pt x="1400" y="1852"/>
                      </a:cubicBezTo>
                      <a:cubicBezTo>
                        <a:pt x="1934" y="1605"/>
                        <a:pt x="2181" y="988"/>
                        <a:pt x="1976" y="434"/>
                      </a:cubicBezTo>
                      <a:lnTo>
                        <a:pt x="1976" y="434"/>
                      </a:lnTo>
                      <a:cubicBezTo>
                        <a:pt x="1364" y="731"/>
                        <a:pt x="967" y="865"/>
                        <a:pt x="707" y="865"/>
                      </a:cubicBezTo>
                      <a:cubicBezTo>
                        <a:pt x="302" y="865"/>
                        <a:pt x="231" y="540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5"/>
                <p:cNvSpPr/>
                <p:nvPr/>
              </p:nvSpPr>
              <p:spPr>
                <a:xfrm>
                  <a:off x="6686794" y="2370770"/>
                  <a:ext cx="51913" cy="5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341" extrusionOk="0">
                      <a:moveTo>
                        <a:pt x="1059" y="0"/>
                      </a:moveTo>
                      <a:cubicBezTo>
                        <a:pt x="897" y="0"/>
                        <a:pt x="733" y="33"/>
                        <a:pt x="576" y="104"/>
                      </a:cubicBezTo>
                      <a:cubicBezTo>
                        <a:pt x="0" y="372"/>
                        <a:pt x="185" y="866"/>
                        <a:pt x="453" y="1461"/>
                      </a:cubicBezTo>
                      <a:cubicBezTo>
                        <a:pt x="667" y="1941"/>
                        <a:pt x="869" y="2341"/>
                        <a:pt x="1239" y="2341"/>
                      </a:cubicBezTo>
                      <a:cubicBezTo>
                        <a:pt x="1329" y="2341"/>
                        <a:pt x="1429" y="2317"/>
                        <a:pt x="1543" y="2265"/>
                      </a:cubicBezTo>
                      <a:cubicBezTo>
                        <a:pt x="2140" y="1996"/>
                        <a:pt x="2407" y="1297"/>
                        <a:pt x="2140" y="701"/>
                      </a:cubicBezTo>
                      <a:cubicBezTo>
                        <a:pt x="1942" y="261"/>
                        <a:pt x="1511" y="0"/>
                        <a:pt x="105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" name="Google Shape;314;p15"/>
                <p:cNvSpPr/>
                <p:nvPr/>
              </p:nvSpPr>
              <p:spPr>
                <a:xfrm>
                  <a:off x="6688562" y="2377607"/>
                  <a:ext cx="49713" cy="48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2232" extrusionOk="0">
                      <a:moveTo>
                        <a:pt x="1015" y="1"/>
                      </a:moveTo>
                      <a:cubicBezTo>
                        <a:pt x="862" y="1"/>
                        <a:pt x="706" y="32"/>
                        <a:pt x="555" y="96"/>
                      </a:cubicBezTo>
                      <a:cubicBezTo>
                        <a:pt x="1" y="343"/>
                        <a:pt x="185" y="815"/>
                        <a:pt x="432" y="1391"/>
                      </a:cubicBezTo>
                      <a:cubicBezTo>
                        <a:pt x="646" y="1851"/>
                        <a:pt x="833" y="2232"/>
                        <a:pt x="1182" y="2232"/>
                      </a:cubicBezTo>
                      <a:cubicBezTo>
                        <a:pt x="1270" y="2232"/>
                        <a:pt x="1369" y="2207"/>
                        <a:pt x="1482" y="2153"/>
                      </a:cubicBezTo>
                      <a:cubicBezTo>
                        <a:pt x="2058" y="1906"/>
                        <a:pt x="2305" y="1227"/>
                        <a:pt x="2058" y="672"/>
                      </a:cubicBezTo>
                      <a:cubicBezTo>
                        <a:pt x="1860" y="247"/>
                        <a:pt x="1449" y="1"/>
                        <a:pt x="10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5" name="Google Shape;315;p15"/>
                <p:cNvSpPr/>
                <p:nvPr/>
              </p:nvSpPr>
              <p:spPr>
                <a:xfrm>
                  <a:off x="6690762" y="2384099"/>
                  <a:ext cx="47060" cy="41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31" extrusionOk="0">
                      <a:moveTo>
                        <a:pt x="187" y="1"/>
                      </a:moveTo>
                      <a:cubicBezTo>
                        <a:pt x="1" y="267"/>
                        <a:pt x="146" y="638"/>
                        <a:pt x="330" y="1090"/>
                      </a:cubicBezTo>
                      <a:cubicBezTo>
                        <a:pt x="544" y="1550"/>
                        <a:pt x="731" y="1931"/>
                        <a:pt x="1080" y="1931"/>
                      </a:cubicBezTo>
                      <a:cubicBezTo>
                        <a:pt x="1168" y="1931"/>
                        <a:pt x="1267" y="1906"/>
                        <a:pt x="1380" y="1852"/>
                      </a:cubicBezTo>
                      <a:cubicBezTo>
                        <a:pt x="1935" y="1605"/>
                        <a:pt x="2181" y="967"/>
                        <a:pt x="1956" y="412"/>
                      </a:cubicBezTo>
                      <a:lnTo>
                        <a:pt x="1956" y="412"/>
                      </a:lnTo>
                      <a:cubicBezTo>
                        <a:pt x="1338" y="721"/>
                        <a:pt x="942" y="860"/>
                        <a:pt x="685" y="860"/>
                      </a:cubicBezTo>
                      <a:cubicBezTo>
                        <a:pt x="291" y="860"/>
                        <a:pt x="224" y="535"/>
                        <a:pt x="1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" name="Google Shape;316;p15"/>
                <p:cNvSpPr/>
                <p:nvPr/>
              </p:nvSpPr>
              <p:spPr>
                <a:xfrm>
                  <a:off x="7026654" y="2174571"/>
                  <a:ext cx="52387" cy="50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25" extrusionOk="0">
                      <a:moveTo>
                        <a:pt x="1095" y="1"/>
                      </a:moveTo>
                      <a:cubicBezTo>
                        <a:pt x="928" y="1"/>
                        <a:pt x="759" y="35"/>
                        <a:pt x="597" y="108"/>
                      </a:cubicBezTo>
                      <a:cubicBezTo>
                        <a:pt x="1" y="376"/>
                        <a:pt x="207" y="848"/>
                        <a:pt x="473" y="1446"/>
                      </a:cubicBezTo>
                      <a:cubicBezTo>
                        <a:pt x="689" y="1924"/>
                        <a:pt x="876" y="2324"/>
                        <a:pt x="1251" y="2324"/>
                      </a:cubicBezTo>
                      <a:cubicBezTo>
                        <a:pt x="1343" y="2324"/>
                        <a:pt x="1447" y="2300"/>
                        <a:pt x="1564" y="2247"/>
                      </a:cubicBezTo>
                      <a:cubicBezTo>
                        <a:pt x="2160" y="1981"/>
                        <a:pt x="2428" y="1281"/>
                        <a:pt x="2160" y="684"/>
                      </a:cubicBezTo>
                      <a:cubicBezTo>
                        <a:pt x="1966" y="250"/>
                        <a:pt x="1542" y="1"/>
                        <a:pt x="10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15"/>
                <p:cNvSpPr/>
                <p:nvPr/>
              </p:nvSpPr>
              <p:spPr>
                <a:xfrm>
                  <a:off x="7028444" y="2181041"/>
                  <a:ext cx="50123" cy="48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233" extrusionOk="0">
                      <a:moveTo>
                        <a:pt x="1036" y="0"/>
                      </a:moveTo>
                      <a:cubicBezTo>
                        <a:pt x="883" y="0"/>
                        <a:pt x="727" y="31"/>
                        <a:pt x="576" y="96"/>
                      </a:cubicBezTo>
                      <a:cubicBezTo>
                        <a:pt x="0" y="364"/>
                        <a:pt x="206" y="817"/>
                        <a:pt x="453" y="1393"/>
                      </a:cubicBezTo>
                      <a:cubicBezTo>
                        <a:pt x="665" y="1852"/>
                        <a:pt x="839" y="2232"/>
                        <a:pt x="1192" y="2232"/>
                      </a:cubicBezTo>
                      <a:cubicBezTo>
                        <a:pt x="1282" y="2232"/>
                        <a:pt x="1384" y="2207"/>
                        <a:pt x="1501" y="2153"/>
                      </a:cubicBezTo>
                      <a:cubicBezTo>
                        <a:pt x="2077" y="1906"/>
                        <a:pt x="2324" y="1228"/>
                        <a:pt x="2057" y="672"/>
                      </a:cubicBezTo>
                      <a:cubicBezTo>
                        <a:pt x="1875" y="246"/>
                        <a:pt x="1468" y="0"/>
                        <a:pt x="10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15"/>
                <p:cNvSpPr/>
                <p:nvPr/>
              </p:nvSpPr>
              <p:spPr>
                <a:xfrm>
                  <a:off x="7030644" y="2187533"/>
                  <a:ext cx="47513" cy="41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3" h="1932" extrusionOk="0">
                      <a:moveTo>
                        <a:pt x="206" y="0"/>
                      </a:moveTo>
                      <a:lnTo>
                        <a:pt x="206" y="0"/>
                      </a:lnTo>
                      <a:cubicBezTo>
                        <a:pt x="0" y="269"/>
                        <a:pt x="145" y="659"/>
                        <a:pt x="351" y="1092"/>
                      </a:cubicBezTo>
                      <a:cubicBezTo>
                        <a:pt x="563" y="1551"/>
                        <a:pt x="737" y="1931"/>
                        <a:pt x="1090" y="1931"/>
                      </a:cubicBezTo>
                      <a:cubicBezTo>
                        <a:pt x="1180" y="1931"/>
                        <a:pt x="1282" y="1906"/>
                        <a:pt x="1399" y="1852"/>
                      </a:cubicBezTo>
                      <a:cubicBezTo>
                        <a:pt x="1955" y="1605"/>
                        <a:pt x="2202" y="968"/>
                        <a:pt x="1975" y="412"/>
                      </a:cubicBezTo>
                      <a:lnTo>
                        <a:pt x="1975" y="412"/>
                      </a:lnTo>
                      <a:cubicBezTo>
                        <a:pt x="1357" y="721"/>
                        <a:pt x="957" y="860"/>
                        <a:pt x="698" y="860"/>
                      </a:cubicBezTo>
                      <a:cubicBezTo>
                        <a:pt x="301" y="860"/>
                        <a:pt x="231" y="536"/>
                        <a:pt x="2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15"/>
                <p:cNvSpPr/>
                <p:nvPr/>
              </p:nvSpPr>
              <p:spPr>
                <a:xfrm>
                  <a:off x="6411700" y="2510981"/>
                  <a:ext cx="52387" cy="5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32" extrusionOk="0">
                      <a:moveTo>
                        <a:pt x="1088" y="0"/>
                      </a:moveTo>
                      <a:cubicBezTo>
                        <a:pt x="926" y="0"/>
                        <a:pt x="759" y="33"/>
                        <a:pt x="596" y="103"/>
                      </a:cubicBezTo>
                      <a:cubicBezTo>
                        <a:pt x="1" y="350"/>
                        <a:pt x="206" y="844"/>
                        <a:pt x="473" y="1441"/>
                      </a:cubicBezTo>
                      <a:cubicBezTo>
                        <a:pt x="691" y="1927"/>
                        <a:pt x="868" y="2331"/>
                        <a:pt x="1260" y="2331"/>
                      </a:cubicBezTo>
                      <a:cubicBezTo>
                        <a:pt x="1349" y="2331"/>
                        <a:pt x="1450" y="2310"/>
                        <a:pt x="1564" y="2264"/>
                      </a:cubicBezTo>
                      <a:cubicBezTo>
                        <a:pt x="2160" y="1996"/>
                        <a:pt x="2428" y="1297"/>
                        <a:pt x="2160" y="701"/>
                      </a:cubicBezTo>
                      <a:cubicBezTo>
                        <a:pt x="1963" y="261"/>
                        <a:pt x="1543" y="0"/>
                        <a:pt x="108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15"/>
                <p:cNvSpPr/>
                <p:nvPr/>
              </p:nvSpPr>
              <p:spPr>
                <a:xfrm>
                  <a:off x="6413469" y="2517429"/>
                  <a:ext cx="50144" cy="48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40" extrusionOk="0">
                      <a:moveTo>
                        <a:pt x="1024" y="0"/>
                      </a:moveTo>
                      <a:cubicBezTo>
                        <a:pt x="875" y="0"/>
                        <a:pt x="723" y="30"/>
                        <a:pt x="577" y="92"/>
                      </a:cubicBezTo>
                      <a:cubicBezTo>
                        <a:pt x="1" y="339"/>
                        <a:pt x="207" y="813"/>
                        <a:pt x="454" y="1389"/>
                      </a:cubicBezTo>
                      <a:cubicBezTo>
                        <a:pt x="653" y="1855"/>
                        <a:pt x="826" y="2240"/>
                        <a:pt x="1189" y="2240"/>
                      </a:cubicBezTo>
                      <a:cubicBezTo>
                        <a:pt x="1275" y="2240"/>
                        <a:pt x="1372" y="2218"/>
                        <a:pt x="1482" y="2171"/>
                      </a:cubicBezTo>
                      <a:cubicBezTo>
                        <a:pt x="2058" y="1924"/>
                        <a:pt x="2325" y="1245"/>
                        <a:pt x="2078" y="668"/>
                      </a:cubicBezTo>
                      <a:cubicBezTo>
                        <a:pt x="1879" y="255"/>
                        <a:pt x="1462" y="0"/>
                        <a:pt x="10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15"/>
                <p:cNvSpPr/>
                <p:nvPr/>
              </p:nvSpPr>
              <p:spPr>
                <a:xfrm>
                  <a:off x="6415669" y="2523856"/>
                  <a:ext cx="47060" cy="41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42" extrusionOk="0">
                      <a:moveTo>
                        <a:pt x="207" y="0"/>
                      </a:moveTo>
                      <a:lnTo>
                        <a:pt x="207" y="0"/>
                      </a:lnTo>
                      <a:cubicBezTo>
                        <a:pt x="1" y="268"/>
                        <a:pt x="146" y="639"/>
                        <a:pt x="352" y="1091"/>
                      </a:cubicBezTo>
                      <a:cubicBezTo>
                        <a:pt x="551" y="1557"/>
                        <a:pt x="724" y="1942"/>
                        <a:pt x="1087" y="1942"/>
                      </a:cubicBezTo>
                      <a:cubicBezTo>
                        <a:pt x="1173" y="1942"/>
                        <a:pt x="1270" y="1920"/>
                        <a:pt x="1380" y="1873"/>
                      </a:cubicBezTo>
                      <a:cubicBezTo>
                        <a:pt x="1935" y="1626"/>
                        <a:pt x="2182" y="988"/>
                        <a:pt x="1976" y="433"/>
                      </a:cubicBezTo>
                      <a:lnTo>
                        <a:pt x="1976" y="433"/>
                      </a:lnTo>
                      <a:cubicBezTo>
                        <a:pt x="1365" y="730"/>
                        <a:pt x="967" y="864"/>
                        <a:pt x="707" y="864"/>
                      </a:cubicBezTo>
                      <a:cubicBezTo>
                        <a:pt x="303" y="864"/>
                        <a:pt x="232" y="539"/>
                        <a:pt x="20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" name="Google Shape;322;p15"/>
                <p:cNvSpPr/>
                <p:nvPr/>
              </p:nvSpPr>
              <p:spPr>
                <a:xfrm>
                  <a:off x="6301663" y="2573160"/>
                  <a:ext cx="52387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38" extrusionOk="0">
                      <a:moveTo>
                        <a:pt x="1064" y="1"/>
                      </a:moveTo>
                      <a:cubicBezTo>
                        <a:pt x="908" y="1"/>
                        <a:pt x="749" y="33"/>
                        <a:pt x="597" y="101"/>
                      </a:cubicBezTo>
                      <a:cubicBezTo>
                        <a:pt x="1" y="369"/>
                        <a:pt x="206" y="863"/>
                        <a:pt x="473" y="1458"/>
                      </a:cubicBezTo>
                      <a:cubicBezTo>
                        <a:pt x="671" y="1938"/>
                        <a:pt x="857" y="2338"/>
                        <a:pt x="1231" y="2338"/>
                      </a:cubicBezTo>
                      <a:cubicBezTo>
                        <a:pt x="1323" y="2338"/>
                        <a:pt x="1426" y="2314"/>
                        <a:pt x="1543" y="2261"/>
                      </a:cubicBezTo>
                      <a:cubicBezTo>
                        <a:pt x="2140" y="2015"/>
                        <a:pt x="2428" y="1315"/>
                        <a:pt x="2160" y="718"/>
                      </a:cubicBezTo>
                      <a:cubicBezTo>
                        <a:pt x="1961" y="274"/>
                        <a:pt x="1522" y="1"/>
                        <a:pt x="106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" name="Google Shape;323;p15"/>
                <p:cNvSpPr/>
                <p:nvPr/>
              </p:nvSpPr>
              <p:spPr>
                <a:xfrm>
                  <a:off x="6303453" y="2579932"/>
                  <a:ext cx="50123" cy="47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223" extrusionOk="0">
                      <a:moveTo>
                        <a:pt x="1036" y="1"/>
                      </a:moveTo>
                      <a:cubicBezTo>
                        <a:pt x="883" y="1"/>
                        <a:pt x="727" y="31"/>
                        <a:pt x="576" y="96"/>
                      </a:cubicBezTo>
                      <a:cubicBezTo>
                        <a:pt x="0" y="343"/>
                        <a:pt x="206" y="815"/>
                        <a:pt x="453" y="1371"/>
                      </a:cubicBezTo>
                      <a:cubicBezTo>
                        <a:pt x="652" y="1837"/>
                        <a:pt x="825" y="2222"/>
                        <a:pt x="1188" y="2222"/>
                      </a:cubicBezTo>
                      <a:cubicBezTo>
                        <a:pt x="1274" y="2222"/>
                        <a:pt x="1371" y="2200"/>
                        <a:pt x="1481" y="2153"/>
                      </a:cubicBezTo>
                      <a:cubicBezTo>
                        <a:pt x="2057" y="1906"/>
                        <a:pt x="2324" y="1248"/>
                        <a:pt x="2057" y="672"/>
                      </a:cubicBezTo>
                      <a:cubicBezTo>
                        <a:pt x="1875" y="247"/>
                        <a:pt x="1468" y="1"/>
                        <a:pt x="103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15"/>
                <p:cNvSpPr/>
                <p:nvPr/>
              </p:nvSpPr>
              <p:spPr>
                <a:xfrm>
                  <a:off x="6305653" y="2586424"/>
                  <a:ext cx="47039" cy="41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1" h="1922" extrusionOk="0">
                      <a:moveTo>
                        <a:pt x="206" y="1"/>
                      </a:moveTo>
                      <a:cubicBezTo>
                        <a:pt x="0" y="267"/>
                        <a:pt x="145" y="638"/>
                        <a:pt x="351" y="1070"/>
                      </a:cubicBezTo>
                      <a:cubicBezTo>
                        <a:pt x="550" y="1536"/>
                        <a:pt x="723" y="1921"/>
                        <a:pt x="1086" y="1921"/>
                      </a:cubicBezTo>
                      <a:cubicBezTo>
                        <a:pt x="1172" y="1921"/>
                        <a:pt x="1269" y="1899"/>
                        <a:pt x="1379" y="1852"/>
                      </a:cubicBezTo>
                      <a:cubicBezTo>
                        <a:pt x="1934" y="1625"/>
                        <a:pt x="2181" y="988"/>
                        <a:pt x="1975" y="432"/>
                      </a:cubicBezTo>
                      <a:lnTo>
                        <a:pt x="1975" y="432"/>
                      </a:lnTo>
                      <a:cubicBezTo>
                        <a:pt x="1362" y="722"/>
                        <a:pt x="963" y="855"/>
                        <a:pt x="704" y="855"/>
                      </a:cubicBezTo>
                      <a:cubicBezTo>
                        <a:pt x="301" y="855"/>
                        <a:pt x="231" y="538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15"/>
                <p:cNvSpPr/>
                <p:nvPr/>
              </p:nvSpPr>
              <p:spPr>
                <a:xfrm>
                  <a:off x="6174781" y="2643276"/>
                  <a:ext cx="51913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338" extrusionOk="0">
                      <a:moveTo>
                        <a:pt x="1060" y="0"/>
                      </a:moveTo>
                      <a:cubicBezTo>
                        <a:pt x="906" y="0"/>
                        <a:pt x="748" y="32"/>
                        <a:pt x="596" y="100"/>
                      </a:cubicBezTo>
                      <a:cubicBezTo>
                        <a:pt x="0" y="368"/>
                        <a:pt x="184" y="862"/>
                        <a:pt x="453" y="1458"/>
                      </a:cubicBezTo>
                      <a:cubicBezTo>
                        <a:pt x="667" y="1938"/>
                        <a:pt x="856" y="2337"/>
                        <a:pt x="1231" y="2337"/>
                      </a:cubicBezTo>
                      <a:cubicBezTo>
                        <a:pt x="1322" y="2337"/>
                        <a:pt x="1425" y="2313"/>
                        <a:pt x="1542" y="2261"/>
                      </a:cubicBezTo>
                      <a:cubicBezTo>
                        <a:pt x="2140" y="1993"/>
                        <a:pt x="2406" y="1315"/>
                        <a:pt x="2140" y="717"/>
                      </a:cubicBezTo>
                      <a:cubicBezTo>
                        <a:pt x="1940" y="273"/>
                        <a:pt x="1512" y="0"/>
                        <a:pt x="106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15"/>
                <p:cNvSpPr/>
                <p:nvPr/>
              </p:nvSpPr>
              <p:spPr>
                <a:xfrm>
                  <a:off x="6176550" y="2650048"/>
                  <a:ext cx="49713" cy="47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2222" extrusionOk="0">
                      <a:moveTo>
                        <a:pt x="1015" y="0"/>
                      </a:moveTo>
                      <a:cubicBezTo>
                        <a:pt x="862" y="0"/>
                        <a:pt x="706" y="31"/>
                        <a:pt x="555" y="95"/>
                      </a:cubicBezTo>
                      <a:cubicBezTo>
                        <a:pt x="0" y="342"/>
                        <a:pt x="185" y="815"/>
                        <a:pt x="432" y="1371"/>
                      </a:cubicBezTo>
                      <a:cubicBezTo>
                        <a:pt x="631" y="1837"/>
                        <a:pt x="818" y="2222"/>
                        <a:pt x="1175" y="2222"/>
                      </a:cubicBezTo>
                      <a:cubicBezTo>
                        <a:pt x="1260" y="2222"/>
                        <a:pt x="1354" y="2200"/>
                        <a:pt x="1460" y="2153"/>
                      </a:cubicBezTo>
                      <a:cubicBezTo>
                        <a:pt x="2036" y="1906"/>
                        <a:pt x="2304" y="1247"/>
                        <a:pt x="2058" y="671"/>
                      </a:cubicBezTo>
                      <a:cubicBezTo>
                        <a:pt x="1859" y="246"/>
                        <a:pt x="1449" y="0"/>
                        <a:pt x="10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15"/>
                <p:cNvSpPr/>
                <p:nvPr/>
              </p:nvSpPr>
              <p:spPr>
                <a:xfrm>
                  <a:off x="6178318" y="2656540"/>
                  <a:ext cx="47492" cy="4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2" h="1921" extrusionOk="0">
                      <a:moveTo>
                        <a:pt x="206" y="0"/>
                      </a:moveTo>
                      <a:lnTo>
                        <a:pt x="206" y="0"/>
                      </a:lnTo>
                      <a:cubicBezTo>
                        <a:pt x="1" y="267"/>
                        <a:pt x="165" y="637"/>
                        <a:pt x="350" y="1070"/>
                      </a:cubicBezTo>
                      <a:cubicBezTo>
                        <a:pt x="549" y="1536"/>
                        <a:pt x="736" y="1921"/>
                        <a:pt x="1093" y="1921"/>
                      </a:cubicBezTo>
                      <a:cubicBezTo>
                        <a:pt x="1178" y="1921"/>
                        <a:pt x="1272" y="1899"/>
                        <a:pt x="1378" y="1852"/>
                      </a:cubicBezTo>
                      <a:cubicBezTo>
                        <a:pt x="1934" y="1624"/>
                        <a:pt x="2201" y="988"/>
                        <a:pt x="1976" y="431"/>
                      </a:cubicBezTo>
                      <a:lnTo>
                        <a:pt x="1976" y="431"/>
                      </a:lnTo>
                      <a:cubicBezTo>
                        <a:pt x="1362" y="722"/>
                        <a:pt x="964" y="854"/>
                        <a:pt x="704" y="854"/>
                      </a:cubicBezTo>
                      <a:cubicBezTo>
                        <a:pt x="302" y="854"/>
                        <a:pt x="231" y="537"/>
                        <a:pt x="2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15"/>
                <p:cNvSpPr/>
                <p:nvPr/>
              </p:nvSpPr>
              <p:spPr>
                <a:xfrm>
                  <a:off x="6516410" y="2450182"/>
                  <a:ext cx="52387" cy="5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32" extrusionOk="0">
                      <a:moveTo>
                        <a:pt x="1080" y="1"/>
                      </a:moveTo>
                      <a:cubicBezTo>
                        <a:pt x="918" y="1"/>
                        <a:pt x="754" y="34"/>
                        <a:pt x="596" y="105"/>
                      </a:cubicBezTo>
                      <a:cubicBezTo>
                        <a:pt x="1" y="352"/>
                        <a:pt x="206" y="845"/>
                        <a:pt x="473" y="1441"/>
                      </a:cubicBezTo>
                      <a:cubicBezTo>
                        <a:pt x="674" y="1928"/>
                        <a:pt x="862" y="2331"/>
                        <a:pt x="1246" y="2331"/>
                      </a:cubicBezTo>
                      <a:cubicBezTo>
                        <a:pt x="1334" y="2331"/>
                        <a:pt x="1432" y="2310"/>
                        <a:pt x="1543" y="2264"/>
                      </a:cubicBezTo>
                      <a:cubicBezTo>
                        <a:pt x="2140" y="1998"/>
                        <a:pt x="2428" y="1298"/>
                        <a:pt x="2160" y="701"/>
                      </a:cubicBezTo>
                      <a:cubicBezTo>
                        <a:pt x="1964" y="262"/>
                        <a:pt x="1532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15"/>
                <p:cNvSpPr/>
                <p:nvPr/>
              </p:nvSpPr>
              <p:spPr>
                <a:xfrm>
                  <a:off x="6518200" y="2456652"/>
                  <a:ext cx="50123" cy="48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239" extrusionOk="0">
                      <a:moveTo>
                        <a:pt x="1024" y="0"/>
                      </a:moveTo>
                      <a:cubicBezTo>
                        <a:pt x="875" y="0"/>
                        <a:pt x="723" y="30"/>
                        <a:pt x="576" y="93"/>
                      </a:cubicBezTo>
                      <a:cubicBezTo>
                        <a:pt x="0" y="340"/>
                        <a:pt x="206" y="812"/>
                        <a:pt x="453" y="1388"/>
                      </a:cubicBezTo>
                      <a:cubicBezTo>
                        <a:pt x="652" y="1854"/>
                        <a:pt x="825" y="2239"/>
                        <a:pt x="1188" y="2239"/>
                      </a:cubicBezTo>
                      <a:cubicBezTo>
                        <a:pt x="1274" y="2239"/>
                        <a:pt x="1371" y="2217"/>
                        <a:pt x="1481" y="2170"/>
                      </a:cubicBezTo>
                      <a:cubicBezTo>
                        <a:pt x="2057" y="1923"/>
                        <a:pt x="2324" y="1245"/>
                        <a:pt x="2057" y="669"/>
                      </a:cubicBezTo>
                      <a:cubicBezTo>
                        <a:pt x="1873" y="254"/>
                        <a:pt x="1460" y="0"/>
                        <a:pt x="10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15"/>
                <p:cNvSpPr/>
                <p:nvPr/>
              </p:nvSpPr>
              <p:spPr>
                <a:xfrm>
                  <a:off x="6520400" y="2463079"/>
                  <a:ext cx="47039" cy="4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1" h="1941" extrusionOk="0">
                      <a:moveTo>
                        <a:pt x="206" y="1"/>
                      </a:moveTo>
                      <a:lnTo>
                        <a:pt x="206" y="1"/>
                      </a:lnTo>
                      <a:cubicBezTo>
                        <a:pt x="0" y="267"/>
                        <a:pt x="145" y="638"/>
                        <a:pt x="351" y="1090"/>
                      </a:cubicBezTo>
                      <a:cubicBezTo>
                        <a:pt x="550" y="1556"/>
                        <a:pt x="723" y="1941"/>
                        <a:pt x="1086" y="1941"/>
                      </a:cubicBezTo>
                      <a:cubicBezTo>
                        <a:pt x="1172" y="1941"/>
                        <a:pt x="1269" y="1919"/>
                        <a:pt x="1379" y="1872"/>
                      </a:cubicBezTo>
                      <a:cubicBezTo>
                        <a:pt x="1934" y="1625"/>
                        <a:pt x="2181" y="988"/>
                        <a:pt x="1975" y="432"/>
                      </a:cubicBezTo>
                      <a:lnTo>
                        <a:pt x="1975" y="432"/>
                      </a:lnTo>
                      <a:cubicBezTo>
                        <a:pt x="1364" y="730"/>
                        <a:pt x="966" y="864"/>
                        <a:pt x="706" y="864"/>
                      </a:cubicBezTo>
                      <a:cubicBezTo>
                        <a:pt x="302" y="864"/>
                        <a:pt x="231" y="539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331;p15"/>
                <p:cNvSpPr/>
                <p:nvPr/>
              </p:nvSpPr>
              <p:spPr>
                <a:xfrm>
                  <a:off x="5931176" y="2772185"/>
                  <a:ext cx="51482" cy="50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" h="2337" extrusionOk="0">
                      <a:moveTo>
                        <a:pt x="1040" y="1"/>
                      </a:moveTo>
                      <a:cubicBezTo>
                        <a:pt x="892" y="1"/>
                        <a:pt x="742" y="29"/>
                        <a:pt x="598" y="89"/>
                      </a:cubicBezTo>
                      <a:cubicBezTo>
                        <a:pt x="0" y="336"/>
                        <a:pt x="186" y="830"/>
                        <a:pt x="433" y="1447"/>
                      </a:cubicBezTo>
                      <a:cubicBezTo>
                        <a:pt x="634" y="1933"/>
                        <a:pt x="808" y="2336"/>
                        <a:pt x="1187" y="2336"/>
                      </a:cubicBezTo>
                      <a:cubicBezTo>
                        <a:pt x="1273" y="2336"/>
                        <a:pt x="1371" y="2315"/>
                        <a:pt x="1481" y="2270"/>
                      </a:cubicBezTo>
                      <a:cubicBezTo>
                        <a:pt x="2098" y="2023"/>
                        <a:pt x="2386" y="1345"/>
                        <a:pt x="2140" y="747"/>
                      </a:cubicBezTo>
                      <a:cubicBezTo>
                        <a:pt x="1953" y="279"/>
                        <a:pt x="1505" y="1"/>
                        <a:pt x="104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" name="Google Shape;332;p15"/>
                <p:cNvSpPr/>
                <p:nvPr/>
              </p:nvSpPr>
              <p:spPr>
                <a:xfrm>
                  <a:off x="5932513" y="2778849"/>
                  <a:ext cx="49260" cy="48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2234" extrusionOk="0">
                      <a:moveTo>
                        <a:pt x="1010" y="1"/>
                      </a:moveTo>
                      <a:cubicBezTo>
                        <a:pt x="865" y="1"/>
                        <a:pt x="718" y="29"/>
                        <a:pt x="577" y="89"/>
                      </a:cubicBezTo>
                      <a:cubicBezTo>
                        <a:pt x="1" y="315"/>
                        <a:pt x="185" y="789"/>
                        <a:pt x="412" y="1365"/>
                      </a:cubicBezTo>
                      <a:cubicBezTo>
                        <a:pt x="613" y="1833"/>
                        <a:pt x="787" y="2233"/>
                        <a:pt x="1154" y="2233"/>
                      </a:cubicBezTo>
                      <a:cubicBezTo>
                        <a:pt x="1239" y="2233"/>
                        <a:pt x="1333" y="2212"/>
                        <a:pt x="1441" y="2166"/>
                      </a:cubicBezTo>
                      <a:cubicBezTo>
                        <a:pt x="2017" y="1941"/>
                        <a:pt x="2283" y="1283"/>
                        <a:pt x="2058" y="706"/>
                      </a:cubicBezTo>
                      <a:cubicBezTo>
                        <a:pt x="1886" y="271"/>
                        <a:pt x="1457" y="1"/>
                        <a:pt x="10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" name="Google Shape;333;p15"/>
                <p:cNvSpPr/>
                <p:nvPr/>
              </p:nvSpPr>
              <p:spPr>
                <a:xfrm>
                  <a:off x="5934713" y="2784737"/>
                  <a:ext cx="46629" cy="42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" h="1961" extrusionOk="0">
                      <a:moveTo>
                        <a:pt x="206" y="1"/>
                      </a:moveTo>
                      <a:cubicBezTo>
                        <a:pt x="1" y="269"/>
                        <a:pt x="146" y="659"/>
                        <a:pt x="310" y="1092"/>
                      </a:cubicBezTo>
                      <a:cubicBezTo>
                        <a:pt x="511" y="1560"/>
                        <a:pt x="685" y="1960"/>
                        <a:pt x="1052" y="1960"/>
                      </a:cubicBezTo>
                      <a:cubicBezTo>
                        <a:pt x="1137" y="1960"/>
                        <a:pt x="1231" y="1939"/>
                        <a:pt x="1339" y="1893"/>
                      </a:cubicBezTo>
                      <a:cubicBezTo>
                        <a:pt x="1893" y="1668"/>
                        <a:pt x="2162" y="1051"/>
                        <a:pt x="1976" y="494"/>
                      </a:cubicBezTo>
                      <a:lnTo>
                        <a:pt x="1976" y="494"/>
                      </a:lnTo>
                      <a:cubicBezTo>
                        <a:pt x="1370" y="759"/>
                        <a:pt x="972" y="879"/>
                        <a:pt x="711" y="879"/>
                      </a:cubicBezTo>
                      <a:cubicBezTo>
                        <a:pt x="280" y="879"/>
                        <a:pt x="220" y="552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" name="Google Shape;334;p15"/>
                <p:cNvSpPr/>
                <p:nvPr/>
              </p:nvSpPr>
              <p:spPr>
                <a:xfrm>
                  <a:off x="5819349" y="2832099"/>
                  <a:ext cx="51503" cy="50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8" h="2335" extrusionOk="0">
                      <a:moveTo>
                        <a:pt x="1061" y="1"/>
                      </a:moveTo>
                      <a:cubicBezTo>
                        <a:pt x="914" y="1"/>
                        <a:pt x="763" y="29"/>
                        <a:pt x="618" y="89"/>
                      </a:cubicBezTo>
                      <a:cubicBezTo>
                        <a:pt x="1" y="336"/>
                        <a:pt x="187" y="830"/>
                        <a:pt x="434" y="1425"/>
                      </a:cubicBezTo>
                      <a:cubicBezTo>
                        <a:pt x="636" y="1915"/>
                        <a:pt x="824" y="2335"/>
                        <a:pt x="1214" y="2335"/>
                      </a:cubicBezTo>
                      <a:cubicBezTo>
                        <a:pt x="1300" y="2335"/>
                        <a:pt x="1396" y="2314"/>
                        <a:pt x="1504" y="2270"/>
                      </a:cubicBezTo>
                      <a:cubicBezTo>
                        <a:pt x="2099" y="2023"/>
                        <a:pt x="2387" y="1323"/>
                        <a:pt x="2140" y="726"/>
                      </a:cubicBezTo>
                      <a:cubicBezTo>
                        <a:pt x="1954" y="275"/>
                        <a:pt x="1520" y="1"/>
                        <a:pt x="106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" name="Google Shape;335;p15"/>
                <p:cNvSpPr/>
                <p:nvPr/>
              </p:nvSpPr>
              <p:spPr>
                <a:xfrm>
                  <a:off x="5821139" y="2838483"/>
                  <a:ext cx="49282" cy="48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" h="2239" extrusionOk="0">
                      <a:moveTo>
                        <a:pt x="998" y="0"/>
                      </a:moveTo>
                      <a:cubicBezTo>
                        <a:pt x="858" y="0"/>
                        <a:pt x="715" y="26"/>
                        <a:pt x="576" y="81"/>
                      </a:cubicBezTo>
                      <a:cubicBezTo>
                        <a:pt x="0" y="328"/>
                        <a:pt x="165" y="800"/>
                        <a:pt x="412" y="1376"/>
                      </a:cubicBezTo>
                      <a:cubicBezTo>
                        <a:pt x="598" y="1849"/>
                        <a:pt x="770" y="2238"/>
                        <a:pt x="1144" y="2238"/>
                      </a:cubicBezTo>
                      <a:cubicBezTo>
                        <a:pt x="1226" y="2238"/>
                        <a:pt x="1317" y="2220"/>
                        <a:pt x="1421" y="2179"/>
                      </a:cubicBezTo>
                      <a:cubicBezTo>
                        <a:pt x="1997" y="1932"/>
                        <a:pt x="2285" y="1274"/>
                        <a:pt x="2038" y="698"/>
                      </a:cubicBezTo>
                      <a:cubicBezTo>
                        <a:pt x="1865" y="260"/>
                        <a:pt x="1444" y="0"/>
                        <a:pt x="9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" name="Google Shape;336;p15"/>
                <p:cNvSpPr/>
                <p:nvPr/>
              </p:nvSpPr>
              <p:spPr>
                <a:xfrm>
                  <a:off x="5822907" y="2844651"/>
                  <a:ext cx="47060" cy="42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53" extrusionOk="0">
                      <a:moveTo>
                        <a:pt x="228" y="1"/>
                      </a:moveTo>
                      <a:lnTo>
                        <a:pt x="228" y="1"/>
                      </a:lnTo>
                      <a:cubicBezTo>
                        <a:pt x="0" y="267"/>
                        <a:pt x="145" y="638"/>
                        <a:pt x="330" y="1090"/>
                      </a:cubicBezTo>
                      <a:cubicBezTo>
                        <a:pt x="516" y="1563"/>
                        <a:pt x="688" y="1952"/>
                        <a:pt x="1062" y="1952"/>
                      </a:cubicBezTo>
                      <a:cubicBezTo>
                        <a:pt x="1144" y="1952"/>
                        <a:pt x="1235" y="1934"/>
                        <a:pt x="1339" y="1893"/>
                      </a:cubicBezTo>
                      <a:cubicBezTo>
                        <a:pt x="1915" y="1666"/>
                        <a:pt x="2181" y="1029"/>
                        <a:pt x="1975" y="473"/>
                      </a:cubicBezTo>
                      <a:lnTo>
                        <a:pt x="1975" y="473"/>
                      </a:lnTo>
                      <a:cubicBezTo>
                        <a:pt x="1370" y="749"/>
                        <a:pt x="973" y="874"/>
                        <a:pt x="712" y="874"/>
                      </a:cubicBezTo>
                      <a:cubicBezTo>
                        <a:pt x="290" y="874"/>
                        <a:pt x="228" y="547"/>
                        <a:pt x="22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" name="Google Shape;337;p15"/>
                <p:cNvSpPr/>
                <p:nvPr/>
              </p:nvSpPr>
              <p:spPr>
                <a:xfrm>
                  <a:off x="5690677" y="2898657"/>
                  <a:ext cx="51503" cy="50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8" h="2355" extrusionOk="0">
                      <a:moveTo>
                        <a:pt x="1041" y="1"/>
                      </a:moveTo>
                      <a:cubicBezTo>
                        <a:pt x="893" y="1"/>
                        <a:pt x="743" y="29"/>
                        <a:pt x="598" y="89"/>
                      </a:cubicBezTo>
                      <a:cubicBezTo>
                        <a:pt x="1" y="336"/>
                        <a:pt x="187" y="829"/>
                        <a:pt x="434" y="1447"/>
                      </a:cubicBezTo>
                      <a:cubicBezTo>
                        <a:pt x="636" y="1935"/>
                        <a:pt x="811" y="2354"/>
                        <a:pt x="1195" y="2354"/>
                      </a:cubicBezTo>
                      <a:cubicBezTo>
                        <a:pt x="1280" y="2354"/>
                        <a:pt x="1374" y="2334"/>
                        <a:pt x="1482" y="2289"/>
                      </a:cubicBezTo>
                      <a:cubicBezTo>
                        <a:pt x="2099" y="2042"/>
                        <a:pt x="2387" y="1343"/>
                        <a:pt x="2140" y="747"/>
                      </a:cubicBezTo>
                      <a:cubicBezTo>
                        <a:pt x="1953" y="279"/>
                        <a:pt x="1506" y="1"/>
                        <a:pt x="104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8" name="Google Shape;338;p15"/>
                <p:cNvSpPr/>
                <p:nvPr/>
              </p:nvSpPr>
              <p:spPr>
                <a:xfrm>
                  <a:off x="5692036" y="2905472"/>
                  <a:ext cx="49260" cy="48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2239" extrusionOk="0">
                      <a:moveTo>
                        <a:pt x="998" y="1"/>
                      </a:moveTo>
                      <a:cubicBezTo>
                        <a:pt x="857" y="1"/>
                        <a:pt x="715" y="27"/>
                        <a:pt x="577" y="81"/>
                      </a:cubicBezTo>
                      <a:cubicBezTo>
                        <a:pt x="1" y="327"/>
                        <a:pt x="185" y="801"/>
                        <a:pt x="412" y="1377"/>
                      </a:cubicBezTo>
                      <a:cubicBezTo>
                        <a:pt x="614" y="1850"/>
                        <a:pt x="789" y="2239"/>
                        <a:pt x="1163" y="2239"/>
                      </a:cubicBezTo>
                      <a:cubicBezTo>
                        <a:pt x="1245" y="2239"/>
                        <a:pt x="1337" y="2220"/>
                        <a:pt x="1441" y="2179"/>
                      </a:cubicBezTo>
                      <a:cubicBezTo>
                        <a:pt x="2017" y="1932"/>
                        <a:pt x="2283" y="1274"/>
                        <a:pt x="2058" y="698"/>
                      </a:cubicBezTo>
                      <a:cubicBezTo>
                        <a:pt x="1870" y="260"/>
                        <a:pt x="1445" y="1"/>
                        <a:pt x="9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9" name="Google Shape;339;p15"/>
                <p:cNvSpPr/>
                <p:nvPr/>
              </p:nvSpPr>
              <p:spPr>
                <a:xfrm>
                  <a:off x="5694236" y="2911640"/>
                  <a:ext cx="46629" cy="42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" h="1953" extrusionOk="0">
                      <a:moveTo>
                        <a:pt x="206" y="0"/>
                      </a:moveTo>
                      <a:cubicBezTo>
                        <a:pt x="1" y="247"/>
                        <a:pt x="124" y="639"/>
                        <a:pt x="310" y="1091"/>
                      </a:cubicBezTo>
                      <a:cubicBezTo>
                        <a:pt x="512" y="1564"/>
                        <a:pt x="687" y="1953"/>
                        <a:pt x="1061" y="1953"/>
                      </a:cubicBezTo>
                      <a:cubicBezTo>
                        <a:pt x="1143" y="1953"/>
                        <a:pt x="1235" y="1934"/>
                        <a:pt x="1339" y="1893"/>
                      </a:cubicBezTo>
                      <a:cubicBezTo>
                        <a:pt x="1893" y="1667"/>
                        <a:pt x="2161" y="1029"/>
                        <a:pt x="1956" y="474"/>
                      </a:cubicBezTo>
                      <a:lnTo>
                        <a:pt x="1956" y="474"/>
                      </a:lnTo>
                      <a:cubicBezTo>
                        <a:pt x="1350" y="749"/>
                        <a:pt x="955" y="874"/>
                        <a:pt x="697" y="874"/>
                      </a:cubicBezTo>
                      <a:cubicBezTo>
                        <a:pt x="279" y="874"/>
                        <a:pt x="219" y="547"/>
                        <a:pt x="2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" name="Google Shape;340;p15"/>
                <p:cNvSpPr/>
                <p:nvPr/>
              </p:nvSpPr>
              <p:spPr>
                <a:xfrm>
                  <a:off x="6037224" y="2714082"/>
                  <a:ext cx="51503" cy="50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8" h="2337" extrusionOk="0">
                      <a:moveTo>
                        <a:pt x="1051" y="0"/>
                      </a:moveTo>
                      <a:cubicBezTo>
                        <a:pt x="901" y="0"/>
                        <a:pt x="747" y="29"/>
                        <a:pt x="596" y="89"/>
                      </a:cubicBezTo>
                      <a:cubicBezTo>
                        <a:pt x="1" y="336"/>
                        <a:pt x="185" y="829"/>
                        <a:pt x="432" y="1425"/>
                      </a:cubicBezTo>
                      <a:cubicBezTo>
                        <a:pt x="633" y="1928"/>
                        <a:pt x="807" y="2336"/>
                        <a:pt x="1199" y="2336"/>
                      </a:cubicBezTo>
                      <a:cubicBezTo>
                        <a:pt x="1287" y="2336"/>
                        <a:pt x="1388" y="2315"/>
                        <a:pt x="1502" y="2269"/>
                      </a:cubicBezTo>
                      <a:cubicBezTo>
                        <a:pt x="2099" y="2023"/>
                        <a:pt x="2387" y="1343"/>
                        <a:pt x="2140" y="726"/>
                      </a:cubicBezTo>
                      <a:cubicBezTo>
                        <a:pt x="1953" y="275"/>
                        <a:pt x="1519" y="0"/>
                        <a:pt x="105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41;p15"/>
                <p:cNvSpPr/>
                <p:nvPr/>
              </p:nvSpPr>
              <p:spPr>
                <a:xfrm>
                  <a:off x="6038992" y="2720703"/>
                  <a:ext cx="49260" cy="4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2236" extrusionOk="0">
                      <a:moveTo>
                        <a:pt x="1007" y="1"/>
                      </a:moveTo>
                      <a:cubicBezTo>
                        <a:pt x="864" y="1"/>
                        <a:pt x="718" y="29"/>
                        <a:pt x="577" y="90"/>
                      </a:cubicBezTo>
                      <a:cubicBezTo>
                        <a:pt x="1" y="317"/>
                        <a:pt x="166" y="789"/>
                        <a:pt x="412" y="1365"/>
                      </a:cubicBezTo>
                      <a:cubicBezTo>
                        <a:pt x="596" y="1834"/>
                        <a:pt x="766" y="2235"/>
                        <a:pt x="1134" y="2235"/>
                      </a:cubicBezTo>
                      <a:cubicBezTo>
                        <a:pt x="1218" y="2235"/>
                        <a:pt x="1312" y="2214"/>
                        <a:pt x="1420" y="2168"/>
                      </a:cubicBezTo>
                      <a:cubicBezTo>
                        <a:pt x="1996" y="1941"/>
                        <a:pt x="2284" y="1283"/>
                        <a:pt x="2037" y="707"/>
                      </a:cubicBezTo>
                      <a:cubicBezTo>
                        <a:pt x="1866" y="272"/>
                        <a:pt x="1449" y="1"/>
                        <a:pt x="100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2" name="Google Shape;342;p15"/>
                <p:cNvSpPr/>
                <p:nvPr/>
              </p:nvSpPr>
              <p:spPr>
                <a:xfrm>
                  <a:off x="6040782" y="2726634"/>
                  <a:ext cx="46586" cy="42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" h="1961" extrusionOk="0">
                      <a:moveTo>
                        <a:pt x="206" y="1"/>
                      </a:moveTo>
                      <a:lnTo>
                        <a:pt x="206" y="1"/>
                      </a:lnTo>
                      <a:cubicBezTo>
                        <a:pt x="0" y="267"/>
                        <a:pt x="143" y="659"/>
                        <a:pt x="329" y="1090"/>
                      </a:cubicBezTo>
                      <a:cubicBezTo>
                        <a:pt x="513" y="1559"/>
                        <a:pt x="683" y="1960"/>
                        <a:pt x="1051" y="1960"/>
                      </a:cubicBezTo>
                      <a:cubicBezTo>
                        <a:pt x="1135" y="1960"/>
                        <a:pt x="1229" y="1939"/>
                        <a:pt x="1337" y="1893"/>
                      </a:cubicBezTo>
                      <a:cubicBezTo>
                        <a:pt x="1893" y="1666"/>
                        <a:pt x="2160" y="1049"/>
                        <a:pt x="1975" y="473"/>
                      </a:cubicBezTo>
                      <a:lnTo>
                        <a:pt x="1975" y="473"/>
                      </a:lnTo>
                      <a:cubicBezTo>
                        <a:pt x="1362" y="748"/>
                        <a:pt x="962" y="873"/>
                        <a:pt x="701" y="873"/>
                      </a:cubicBezTo>
                      <a:cubicBezTo>
                        <a:pt x="278" y="873"/>
                        <a:pt x="218" y="547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43" name="Google Shape;343;p15"/>
            <p:cNvSpPr/>
            <p:nvPr/>
          </p:nvSpPr>
          <p:spPr>
            <a:xfrm>
              <a:off x="8113325" y="634801"/>
              <a:ext cx="7524750" cy="852425"/>
            </a:xfrm>
            <a:custGeom>
              <a:avLst/>
              <a:gdLst/>
              <a:ahLst/>
              <a:cxnLst/>
              <a:rect l="l" t="t" r="r" b="b"/>
              <a:pathLst>
                <a:path w="300990" h="34097" extrusionOk="0">
                  <a:moveTo>
                    <a:pt x="0" y="32520"/>
                  </a:moveTo>
                  <a:cubicBezTo>
                    <a:pt x="7924" y="35161"/>
                    <a:pt x="18859" y="34616"/>
                    <a:pt x="24765" y="28710"/>
                  </a:cubicBezTo>
                  <a:cubicBezTo>
                    <a:pt x="31243" y="22232"/>
                    <a:pt x="37345" y="15285"/>
                    <a:pt x="44577" y="9660"/>
                  </a:cubicBezTo>
                  <a:cubicBezTo>
                    <a:pt x="51934" y="3938"/>
                    <a:pt x="61556" y="578"/>
                    <a:pt x="70866" y="135"/>
                  </a:cubicBezTo>
                  <a:cubicBezTo>
                    <a:pt x="93542" y="-945"/>
                    <a:pt x="114127" y="15770"/>
                    <a:pt x="136779" y="17280"/>
                  </a:cubicBezTo>
                  <a:cubicBezTo>
                    <a:pt x="151596" y="18268"/>
                    <a:pt x="166931" y="14015"/>
                    <a:pt x="180213" y="7374"/>
                  </a:cubicBezTo>
                  <a:cubicBezTo>
                    <a:pt x="184785" y="5088"/>
                    <a:pt x="188887" y="1356"/>
                    <a:pt x="193929" y="516"/>
                  </a:cubicBezTo>
                  <a:cubicBezTo>
                    <a:pt x="209882" y="-2143"/>
                    <a:pt x="225483" y="7642"/>
                    <a:pt x="241173" y="11565"/>
                  </a:cubicBezTo>
                  <a:cubicBezTo>
                    <a:pt x="260630" y="16429"/>
                    <a:pt x="281089" y="15554"/>
                    <a:pt x="300990" y="18042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DF5E092-1D0C-4FB2-3CDC-29BFDF1F2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066" y="1073374"/>
            <a:ext cx="4446196" cy="26047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8" name="Google Shape;7108;p63"/>
          <p:cNvSpPr txBox="1">
            <a:spLocks noGrp="1"/>
          </p:cNvSpPr>
          <p:nvPr>
            <p:ph type="title"/>
          </p:nvPr>
        </p:nvSpPr>
        <p:spPr>
          <a:xfrm>
            <a:off x="608680" y="85859"/>
            <a:ext cx="8066191" cy="758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i="0" dirty="0"/>
              <a:t>Flight Booking Interface</a:t>
            </a:r>
            <a:endParaRPr sz="4000" i="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0CAB950-584D-2B73-433C-AC1E32A74E2C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52212" y="796910"/>
            <a:ext cx="439639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User can also enter details manually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Flight list is displayed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User selects and confirms booking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Easy and interactive interface </a:t>
            </a:r>
          </a:p>
        </p:txBody>
      </p:sp>
      <p:grpSp>
        <p:nvGrpSpPr>
          <p:cNvPr id="1620" name="Google Shape;1620;p66"/>
          <p:cNvGrpSpPr/>
          <p:nvPr/>
        </p:nvGrpSpPr>
        <p:grpSpPr>
          <a:xfrm>
            <a:off x="4907552" y="3649632"/>
            <a:ext cx="521621" cy="1303117"/>
            <a:chOff x="1240051" y="2711503"/>
            <a:chExt cx="729024" cy="1822613"/>
          </a:xfrm>
        </p:grpSpPr>
        <p:sp>
          <p:nvSpPr>
            <p:cNvPr id="1621" name="Google Shape;1621;p66"/>
            <p:cNvSpPr/>
            <p:nvPr/>
          </p:nvSpPr>
          <p:spPr>
            <a:xfrm>
              <a:off x="1432545" y="3411432"/>
              <a:ext cx="94025" cy="81187"/>
            </a:xfrm>
            <a:custGeom>
              <a:avLst/>
              <a:gdLst/>
              <a:ahLst/>
              <a:cxnLst/>
              <a:rect l="l" t="t" r="r" b="b"/>
              <a:pathLst>
                <a:path w="3281" h="2833" extrusionOk="0">
                  <a:moveTo>
                    <a:pt x="976" y="0"/>
                  </a:moveTo>
                  <a:cubicBezTo>
                    <a:pt x="905" y="0"/>
                    <a:pt x="861" y="3"/>
                    <a:pt x="861" y="3"/>
                  </a:cubicBezTo>
                  <a:lnTo>
                    <a:pt x="0" y="1148"/>
                  </a:lnTo>
                  <a:cubicBezTo>
                    <a:pt x="1110" y="2413"/>
                    <a:pt x="1872" y="2833"/>
                    <a:pt x="2357" y="2833"/>
                  </a:cubicBezTo>
                  <a:cubicBezTo>
                    <a:pt x="3281" y="2833"/>
                    <a:pt x="3195" y="1307"/>
                    <a:pt x="2582" y="1198"/>
                  </a:cubicBezTo>
                  <a:cubicBezTo>
                    <a:pt x="1646" y="1031"/>
                    <a:pt x="1621" y="738"/>
                    <a:pt x="1621" y="738"/>
                  </a:cubicBezTo>
                  <a:lnTo>
                    <a:pt x="1922" y="262"/>
                  </a:lnTo>
                  <a:cubicBezTo>
                    <a:pt x="1676" y="29"/>
                    <a:pt x="1196" y="0"/>
                    <a:pt x="976" y="0"/>
                  </a:cubicBezTo>
                  <a:close/>
                </a:path>
              </a:pathLst>
            </a:custGeom>
            <a:solidFill>
              <a:srgbClr val="F6D1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66"/>
            <p:cNvSpPr/>
            <p:nvPr/>
          </p:nvSpPr>
          <p:spPr>
            <a:xfrm>
              <a:off x="1709122" y="3411375"/>
              <a:ext cx="94054" cy="81244"/>
            </a:xfrm>
            <a:custGeom>
              <a:avLst/>
              <a:gdLst/>
              <a:ahLst/>
              <a:cxnLst/>
              <a:rect l="l" t="t" r="r" b="b"/>
              <a:pathLst>
                <a:path w="3282" h="2835" extrusionOk="0">
                  <a:moveTo>
                    <a:pt x="2277" y="1"/>
                  </a:moveTo>
                  <a:cubicBezTo>
                    <a:pt x="2065" y="1"/>
                    <a:pt x="1653" y="31"/>
                    <a:pt x="1418" y="248"/>
                  </a:cubicBezTo>
                  <a:lnTo>
                    <a:pt x="1627" y="765"/>
                  </a:lnTo>
                  <a:cubicBezTo>
                    <a:pt x="1627" y="765"/>
                    <a:pt x="1635" y="1033"/>
                    <a:pt x="700" y="1200"/>
                  </a:cubicBezTo>
                  <a:cubicBezTo>
                    <a:pt x="86" y="1309"/>
                    <a:pt x="1" y="2835"/>
                    <a:pt x="924" y="2835"/>
                  </a:cubicBezTo>
                  <a:cubicBezTo>
                    <a:pt x="1409" y="2835"/>
                    <a:pt x="2171" y="2415"/>
                    <a:pt x="3281" y="1150"/>
                  </a:cubicBezTo>
                  <a:lnTo>
                    <a:pt x="2412" y="5"/>
                  </a:lnTo>
                  <a:cubicBezTo>
                    <a:pt x="2412" y="5"/>
                    <a:pt x="2360" y="1"/>
                    <a:pt x="2277" y="1"/>
                  </a:cubicBezTo>
                  <a:close/>
                </a:path>
              </a:pathLst>
            </a:custGeom>
            <a:solidFill>
              <a:srgbClr val="F6D1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66"/>
            <p:cNvSpPr/>
            <p:nvPr/>
          </p:nvSpPr>
          <p:spPr>
            <a:xfrm>
              <a:off x="1689177" y="2980596"/>
              <a:ext cx="279898" cy="469009"/>
            </a:xfrm>
            <a:custGeom>
              <a:avLst/>
              <a:gdLst/>
              <a:ahLst/>
              <a:cxnLst/>
              <a:rect l="l" t="t" r="r" b="b"/>
              <a:pathLst>
                <a:path w="9767" h="16366" extrusionOk="0">
                  <a:moveTo>
                    <a:pt x="1" y="0"/>
                  </a:moveTo>
                  <a:lnTo>
                    <a:pt x="3125" y="6098"/>
                  </a:lnTo>
                  <a:lnTo>
                    <a:pt x="6450" y="9331"/>
                  </a:lnTo>
                  <a:lnTo>
                    <a:pt x="3100" y="15012"/>
                  </a:lnTo>
                  <a:lnTo>
                    <a:pt x="4111" y="16366"/>
                  </a:lnTo>
                  <a:cubicBezTo>
                    <a:pt x="4111" y="16366"/>
                    <a:pt x="9767" y="9607"/>
                    <a:pt x="9767" y="8655"/>
                  </a:cubicBezTo>
                  <a:cubicBezTo>
                    <a:pt x="9767" y="7711"/>
                    <a:pt x="3952" y="1972"/>
                    <a:pt x="3952" y="1972"/>
                  </a:cubicBezTo>
                  <a:cubicBezTo>
                    <a:pt x="3952" y="1972"/>
                    <a:pt x="3618" y="1362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66"/>
            <p:cNvSpPr/>
            <p:nvPr/>
          </p:nvSpPr>
          <p:spPr>
            <a:xfrm>
              <a:off x="1360958" y="3367471"/>
              <a:ext cx="419947" cy="1086922"/>
            </a:xfrm>
            <a:custGeom>
              <a:avLst/>
              <a:gdLst/>
              <a:ahLst/>
              <a:cxnLst/>
              <a:rect l="l" t="t" r="r" b="b"/>
              <a:pathLst>
                <a:path w="14654" h="37928" extrusionOk="0">
                  <a:moveTo>
                    <a:pt x="5681" y="0"/>
                  </a:moveTo>
                  <a:cubicBezTo>
                    <a:pt x="5681" y="0"/>
                    <a:pt x="2532" y="3843"/>
                    <a:pt x="2699" y="6550"/>
                  </a:cubicBezTo>
                  <a:cubicBezTo>
                    <a:pt x="2866" y="9248"/>
                    <a:pt x="0" y="37927"/>
                    <a:pt x="0" y="37927"/>
                  </a:cubicBezTo>
                  <a:lnTo>
                    <a:pt x="2022" y="37927"/>
                  </a:lnTo>
                  <a:lnTo>
                    <a:pt x="8530" y="10710"/>
                  </a:lnTo>
                  <a:cubicBezTo>
                    <a:pt x="8564" y="10573"/>
                    <a:pt x="8673" y="10509"/>
                    <a:pt x="8781" y="10509"/>
                  </a:cubicBezTo>
                  <a:cubicBezTo>
                    <a:pt x="8911" y="10509"/>
                    <a:pt x="9039" y="10600"/>
                    <a:pt x="9039" y="10768"/>
                  </a:cubicBezTo>
                  <a:lnTo>
                    <a:pt x="8772" y="37919"/>
                  </a:lnTo>
                  <a:lnTo>
                    <a:pt x="11103" y="37919"/>
                  </a:lnTo>
                  <a:cubicBezTo>
                    <a:pt x="11103" y="37919"/>
                    <a:pt x="14653" y="9532"/>
                    <a:pt x="14653" y="6850"/>
                  </a:cubicBezTo>
                  <a:cubicBezTo>
                    <a:pt x="14653" y="3108"/>
                    <a:pt x="12682" y="0"/>
                    <a:pt x="12682" y="0"/>
                  </a:cubicBezTo>
                  <a:cubicBezTo>
                    <a:pt x="12682" y="0"/>
                    <a:pt x="10406" y="394"/>
                    <a:pt x="8331" y="394"/>
                  </a:cubicBezTo>
                  <a:cubicBezTo>
                    <a:pt x="7294" y="394"/>
                    <a:pt x="6308" y="295"/>
                    <a:pt x="5681" y="0"/>
                  </a:cubicBezTo>
                  <a:close/>
                </a:path>
              </a:pathLst>
            </a:custGeom>
            <a:solidFill>
              <a:srgbClr val="151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66"/>
            <p:cNvSpPr/>
            <p:nvPr/>
          </p:nvSpPr>
          <p:spPr>
            <a:xfrm>
              <a:off x="1523763" y="3311905"/>
              <a:ext cx="200631" cy="76888"/>
            </a:xfrm>
            <a:custGeom>
              <a:avLst/>
              <a:gdLst/>
              <a:ahLst/>
              <a:cxnLst/>
              <a:rect l="l" t="t" r="r" b="b"/>
              <a:pathLst>
                <a:path w="7001" h="2683" extrusionOk="0">
                  <a:moveTo>
                    <a:pt x="3500" y="1"/>
                  </a:moveTo>
                  <a:lnTo>
                    <a:pt x="0" y="260"/>
                  </a:lnTo>
                  <a:lnTo>
                    <a:pt x="0" y="1939"/>
                  </a:lnTo>
                  <a:cubicBezTo>
                    <a:pt x="0" y="1939"/>
                    <a:pt x="217" y="2683"/>
                    <a:pt x="3500" y="2683"/>
                  </a:cubicBezTo>
                  <a:cubicBezTo>
                    <a:pt x="6784" y="2683"/>
                    <a:pt x="7001" y="1939"/>
                    <a:pt x="7001" y="1939"/>
                  </a:cubicBezTo>
                  <a:lnTo>
                    <a:pt x="7001" y="26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rgbClr val="F6D1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66"/>
            <p:cNvSpPr/>
            <p:nvPr/>
          </p:nvSpPr>
          <p:spPr>
            <a:xfrm>
              <a:off x="1432545" y="2968847"/>
              <a:ext cx="369424" cy="597824"/>
            </a:xfrm>
            <a:custGeom>
              <a:avLst/>
              <a:gdLst/>
              <a:ahLst/>
              <a:cxnLst/>
              <a:rect l="l" t="t" r="r" b="b"/>
              <a:pathLst>
                <a:path w="12891" h="20861" extrusionOk="0">
                  <a:moveTo>
                    <a:pt x="5355" y="1"/>
                  </a:moveTo>
                  <a:cubicBezTo>
                    <a:pt x="5355" y="1"/>
                    <a:pt x="2013" y="1271"/>
                    <a:pt x="1696" y="2340"/>
                  </a:cubicBezTo>
                  <a:cubicBezTo>
                    <a:pt x="1387" y="3409"/>
                    <a:pt x="468" y="7102"/>
                    <a:pt x="2373" y="8447"/>
                  </a:cubicBezTo>
                  <a:cubicBezTo>
                    <a:pt x="2373" y="8447"/>
                    <a:pt x="226" y="17678"/>
                    <a:pt x="0" y="19574"/>
                  </a:cubicBezTo>
                  <a:cubicBezTo>
                    <a:pt x="0" y="19574"/>
                    <a:pt x="3492" y="20861"/>
                    <a:pt x="6241" y="20861"/>
                  </a:cubicBezTo>
                  <a:cubicBezTo>
                    <a:pt x="8989" y="20861"/>
                    <a:pt x="12489" y="19574"/>
                    <a:pt x="12489" y="19574"/>
                  </a:cubicBezTo>
                  <a:cubicBezTo>
                    <a:pt x="12256" y="17678"/>
                    <a:pt x="10994" y="8447"/>
                    <a:pt x="10994" y="8447"/>
                  </a:cubicBezTo>
                  <a:cubicBezTo>
                    <a:pt x="12890" y="7102"/>
                    <a:pt x="11980" y="3418"/>
                    <a:pt x="11662" y="2340"/>
                  </a:cubicBezTo>
                  <a:cubicBezTo>
                    <a:pt x="11345" y="1271"/>
                    <a:pt x="8003" y="1"/>
                    <a:pt x="8003" y="1"/>
                  </a:cubicBezTo>
                  <a:lnTo>
                    <a:pt x="6683" y="293"/>
                  </a:lnTo>
                  <a:lnTo>
                    <a:pt x="53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66"/>
            <p:cNvSpPr/>
            <p:nvPr/>
          </p:nvSpPr>
          <p:spPr>
            <a:xfrm>
              <a:off x="1278825" y="2980596"/>
              <a:ext cx="279898" cy="467089"/>
            </a:xfrm>
            <a:custGeom>
              <a:avLst/>
              <a:gdLst/>
              <a:ahLst/>
              <a:cxnLst/>
              <a:rect l="l" t="t" r="r" b="b"/>
              <a:pathLst>
                <a:path w="9767" h="16299" extrusionOk="0">
                  <a:moveTo>
                    <a:pt x="9767" y="0"/>
                  </a:moveTo>
                  <a:cubicBezTo>
                    <a:pt x="6158" y="1353"/>
                    <a:pt x="5815" y="1963"/>
                    <a:pt x="5815" y="1963"/>
                  </a:cubicBezTo>
                  <a:cubicBezTo>
                    <a:pt x="5815" y="1963"/>
                    <a:pt x="1" y="7711"/>
                    <a:pt x="1" y="8655"/>
                  </a:cubicBezTo>
                  <a:cubicBezTo>
                    <a:pt x="1" y="9599"/>
                    <a:pt x="5272" y="16299"/>
                    <a:pt x="5272" y="16299"/>
                  </a:cubicBezTo>
                  <a:lnTo>
                    <a:pt x="6291" y="14937"/>
                  </a:lnTo>
                  <a:lnTo>
                    <a:pt x="3317" y="9331"/>
                  </a:lnTo>
                  <a:lnTo>
                    <a:pt x="6642" y="6090"/>
                  </a:lnTo>
                  <a:lnTo>
                    <a:pt x="97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66"/>
            <p:cNvSpPr/>
            <p:nvPr/>
          </p:nvSpPr>
          <p:spPr>
            <a:xfrm>
              <a:off x="1442088" y="2975696"/>
              <a:ext cx="126494" cy="179453"/>
            </a:xfrm>
            <a:custGeom>
              <a:avLst/>
              <a:gdLst/>
              <a:ahLst/>
              <a:cxnLst/>
              <a:rect l="l" t="t" r="r" b="b"/>
              <a:pathLst>
                <a:path w="4414" h="6262" extrusionOk="0">
                  <a:moveTo>
                    <a:pt x="4165" y="1"/>
                  </a:moveTo>
                  <a:cubicBezTo>
                    <a:pt x="3229" y="1"/>
                    <a:pt x="0" y="418"/>
                    <a:pt x="945" y="6261"/>
                  </a:cubicBezTo>
                  <a:cubicBezTo>
                    <a:pt x="945" y="6261"/>
                    <a:pt x="770" y="2326"/>
                    <a:pt x="4412" y="12"/>
                  </a:cubicBezTo>
                  <a:cubicBezTo>
                    <a:pt x="4413" y="12"/>
                    <a:pt x="4321" y="1"/>
                    <a:pt x="4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66"/>
            <p:cNvSpPr/>
            <p:nvPr/>
          </p:nvSpPr>
          <p:spPr>
            <a:xfrm>
              <a:off x="1679118" y="2975696"/>
              <a:ext cx="126723" cy="179453"/>
            </a:xfrm>
            <a:custGeom>
              <a:avLst/>
              <a:gdLst/>
              <a:ahLst/>
              <a:cxnLst/>
              <a:rect l="l" t="t" r="r" b="b"/>
              <a:pathLst>
                <a:path w="4422" h="6262" extrusionOk="0">
                  <a:moveTo>
                    <a:pt x="251" y="1"/>
                  </a:moveTo>
                  <a:cubicBezTo>
                    <a:pt x="94" y="1"/>
                    <a:pt x="1" y="12"/>
                    <a:pt x="1" y="12"/>
                  </a:cubicBezTo>
                  <a:cubicBezTo>
                    <a:pt x="3652" y="2326"/>
                    <a:pt x="3476" y="6261"/>
                    <a:pt x="3476" y="6261"/>
                  </a:cubicBezTo>
                  <a:cubicBezTo>
                    <a:pt x="4421" y="418"/>
                    <a:pt x="1193" y="1"/>
                    <a:pt x="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66"/>
            <p:cNvSpPr/>
            <p:nvPr/>
          </p:nvSpPr>
          <p:spPr>
            <a:xfrm>
              <a:off x="1240051" y="4454362"/>
              <a:ext cx="172891" cy="79754"/>
            </a:xfrm>
            <a:custGeom>
              <a:avLst/>
              <a:gdLst/>
              <a:ahLst/>
              <a:cxnLst/>
              <a:rect l="l" t="t" r="r" b="b"/>
              <a:pathLst>
                <a:path w="6033" h="2783" extrusionOk="0">
                  <a:moveTo>
                    <a:pt x="4403" y="0"/>
                  </a:moveTo>
                  <a:lnTo>
                    <a:pt x="4219" y="744"/>
                  </a:lnTo>
                  <a:lnTo>
                    <a:pt x="168" y="2456"/>
                  </a:lnTo>
                  <a:cubicBezTo>
                    <a:pt x="1" y="2523"/>
                    <a:pt x="51" y="2774"/>
                    <a:pt x="226" y="2782"/>
                  </a:cubicBezTo>
                  <a:lnTo>
                    <a:pt x="5673" y="2782"/>
                  </a:lnTo>
                  <a:lnTo>
                    <a:pt x="6032" y="0"/>
                  </a:lnTo>
                  <a:close/>
                </a:path>
              </a:pathLst>
            </a:custGeom>
            <a:solidFill>
              <a:srgbClr val="2B3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66"/>
            <p:cNvSpPr/>
            <p:nvPr/>
          </p:nvSpPr>
          <p:spPr>
            <a:xfrm>
              <a:off x="1621429" y="4454362"/>
              <a:ext cx="151799" cy="79754"/>
            </a:xfrm>
            <a:custGeom>
              <a:avLst/>
              <a:gdLst/>
              <a:ahLst/>
              <a:cxnLst/>
              <a:rect l="l" t="t" r="r" b="b"/>
              <a:pathLst>
                <a:path w="5297" h="2783" extrusionOk="0">
                  <a:moveTo>
                    <a:pt x="1" y="0"/>
                  </a:moveTo>
                  <a:lnTo>
                    <a:pt x="1" y="2782"/>
                  </a:lnTo>
                  <a:lnTo>
                    <a:pt x="5297" y="2782"/>
                  </a:lnTo>
                  <a:lnTo>
                    <a:pt x="1813" y="836"/>
                  </a:lnTo>
                  <a:lnTo>
                    <a:pt x="1813" y="0"/>
                  </a:lnTo>
                  <a:close/>
                </a:path>
              </a:pathLst>
            </a:custGeom>
            <a:solidFill>
              <a:srgbClr val="2B3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66"/>
            <p:cNvSpPr/>
            <p:nvPr/>
          </p:nvSpPr>
          <p:spPr>
            <a:xfrm>
              <a:off x="1401136" y="2711503"/>
              <a:ext cx="366587" cy="236367"/>
            </a:xfrm>
            <a:custGeom>
              <a:avLst/>
              <a:gdLst/>
              <a:ahLst/>
              <a:cxnLst/>
              <a:rect l="l" t="t" r="r" b="b"/>
              <a:pathLst>
                <a:path w="12792" h="8248" extrusionOk="0">
                  <a:moveTo>
                    <a:pt x="7779" y="0"/>
                  </a:moveTo>
                  <a:cubicBezTo>
                    <a:pt x="1656" y="0"/>
                    <a:pt x="1" y="8248"/>
                    <a:pt x="3105" y="8248"/>
                  </a:cubicBezTo>
                  <a:cubicBezTo>
                    <a:pt x="3169" y="8248"/>
                    <a:pt x="3234" y="8244"/>
                    <a:pt x="3302" y="8237"/>
                  </a:cubicBezTo>
                  <a:cubicBezTo>
                    <a:pt x="6677" y="7886"/>
                    <a:pt x="8389" y="2540"/>
                    <a:pt x="8389" y="2540"/>
                  </a:cubicBezTo>
                  <a:cubicBezTo>
                    <a:pt x="8732" y="3893"/>
                    <a:pt x="10194" y="4779"/>
                    <a:pt x="10194" y="4779"/>
                  </a:cubicBezTo>
                  <a:cubicBezTo>
                    <a:pt x="12792" y="234"/>
                    <a:pt x="7779" y="0"/>
                    <a:pt x="77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66"/>
            <p:cNvSpPr/>
            <p:nvPr/>
          </p:nvSpPr>
          <p:spPr>
            <a:xfrm>
              <a:off x="1456962" y="2713165"/>
              <a:ext cx="333745" cy="455368"/>
            </a:xfrm>
            <a:custGeom>
              <a:avLst/>
              <a:gdLst/>
              <a:ahLst/>
              <a:cxnLst/>
              <a:rect l="l" t="t" r="r" b="b"/>
              <a:pathLst>
                <a:path w="11646" h="15890" extrusionOk="0">
                  <a:moveTo>
                    <a:pt x="5831" y="1"/>
                  </a:moveTo>
                  <a:cubicBezTo>
                    <a:pt x="2097" y="1"/>
                    <a:pt x="1621" y="2164"/>
                    <a:pt x="1621" y="4838"/>
                  </a:cubicBezTo>
                  <a:cubicBezTo>
                    <a:pt x="1621" y="7511"/>
                    <a:pt x="0" y="15890"/>
                    <a:pt x="5823" y="15890"/>
                  </a:cubicBezTo>
                  <a:cubicBezTo>
                    <a:pt x="11646" y="15890"/>
                    <a:pt x="10033" y="7511"/>
                    <a:pt x="10033" y="4838"/>
                  </a:cubicBezTo>
                  <a:cubicBezTo>
                    <a:pt x="10033" y="2173"/>
                    <a:pt x="9198" y="9"/>
                    <a:pt x="58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66"/>
            <p:cNvSpPr/>
            <p:nvPr/>
          </p:nvSpPr>
          <p:spPr>
            <a:xfrm>
              <a:off x="1433491" y="3033240"/>
              <a:ext cx="381173" cy="453963"/>
            </a:xfrm>
            <a:custGeom>
              <a:avLst/>
              <a:gdLst/>
              <a:ahLst/>
              <a:cxnLst/>
              <a:rect l="l" t="t" r="r" b="b"/>
              <a:pathLst>
                <a:path w="13301" h="15841" extrusionOk="0">
                  <a:moveTo>
                    <a:pt x="310" y="1"/>
                  </a:moveTo>
                  <a:cubicBezTo>
                    <a:pt x="134" y="1"/>
                    <a:pt x="1" y="135"/>
                    <a:pt x="1" y="302"/>
                  </a:cubicBezTo>
                  <a:lnTo>
                    <a:pt x="1" y="15531"/>
                  </a:lnTo>
                  <a:cubicBezTo>
                    <a:pt x="1" y="15698"/>
                    <a:pt x="134" y="15840"/>
                    <a:pt x="310" y="15840"/>
                  </a:cubicBezTo>
                  <a:lnTo>
                    <a:pt x="12991" y="15840"/>
                  </a:lnTo>
                  <a:cubicBezTo>
                    <a:pt x="13167" y="15840"/>
                    <a:pt x="13300" y="15698"/>
                    <a:pt x="13300" y="15531"/>
                  </a:cubicBezTo>
                  <a:lnTo>
                    <a:pt x="13300" y="302"/>
                  </a:lnTo>
                  <a:cubicBezTo>
                    <a:pt x="13300" y="135"/>
                    <a:pt x="13158" y="1"/>
                    <a:pt x="129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66"/>
            <p:cNvSpPr/>
            <p:nvPr/>
          </p:nvSpPr>
          <p:spPr>
            <a:xfrm>
              <a:off x="1480175" y="3253272"/>
              <a:ext cx="287320" cy="191547"/>
            </a:xfrm>
            <a:custGeom>
              <a:avLst/>
              <a:gdLst/>
              <a:ahLst/>
              <a:cxnLst/>
              <a:rect l="l" t="t" r="r" b="b"/>
              <a:pathLst>
                <a:path w="10026" h="6684" extrusionOk="0">
                  <a:moveTo>
                    <a:pt x="126" y="0"/>
                  </a:moveTo>
                  <a:cubicBezTo>
                    <a:pt x="59" y="0"/>
                    <a:pt x="1" y="59"/>
                    <a:pt x="1" y="126"/>
                  </a:cubicBezTo>
                  <a:lnTo>
                    <a:pt x="1" y="6558"/>
                  </a:lnTo>
                  <a:cubicBezTo>
                    <a:pt x="1" y="6625"/>
                    <a:pt x="59" y="6683"/>
                    <a:pt x="126" y="6683"/>
                  </a:cubicBezTo>
                  <a:lnTo>
                    <a:pt x="9900" y="6683"/>
                  </a:lnTo>
                  <a:cubicBezTo>
                    <a:pt x="9967" y="6683"/>
                    <a:pt x="10025" y="6625"/>
                    <a:pt x="10025" y="6558"/>
                  </a:cubicBezTo>
                  <a:lnTo>
                    <a:pt x="10025" y="126"/>
                  </a:lnTo>
                  <a:cubicBezTo>
                    <a:pt x="10025" y="59"/>
                    <a:pt x="9967" y="0"/>
                    <a:pt x="99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66"/>
            <p:cNvSpPr/>
            <p:nvPr/>
          </p:nvSpPr>
          <p:spPr>
            <a:xfrm>
              <a:off x="1480175" y="3329873"/>
              <a:ext cx="287320" cy="9600"/>
            </a:xfrm>
            <a:custGeom>
              <a:avLst/>
              <a:gdLst/>
              <a:ahLst/>
              <a:cxnLst/>
              <a:rect l="l" t="t" r="r" b="b"/>
              <a:pathLst>
                <a:path w="10026" h="335" extrusionOk="0">
                  <a:moveTo>
                    <a:pt x="1" y="1"/>
                  </a:moveTo>
                  <a:lnTo>
                    <a:pt x="1" y="335"/>
                  </a:lnTo>
                  <a:lnTo>
                    <a:pt x="10025" y="335"/>
                  </a:lnTo>
                  <a:lnTo>
                    <a:pt x="100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66"/>
            <p:cNvSpPr/>
            <p:nvPr/>
          </p:nvSpPr>
          <p:spPr>
            <a:xfrm>
              <a:off x="1383684" y="3293249"/>
              <a:ext cx="49835" cy="151570"/>
            </a:xfrm>
            <a:custGeom>
              <a:avLst/>
              <a:gdLst/>
              <a:ahLst/>
              <a:cxnLst/>
              <a:rect l="l" t="t" r="r" b="b"/>
              <a:pathLst>
                <a:path w="1739" h="5289" extrusionOk="0">
                  <a:moveTo>
                    <a:pt x="561" y="0"/>
                  </a:moveTo>
                  <a:cubicBezTo>
                    <a:pt x="252" y="0"/>
                    <a:pt x="1" y="251"/>
                    <a:pt x="1" y="552"/>
                  </a:cubicBezTo>
                  <a:lnTo>
                    <a:pt x="1" y="4729"/>
                  </a:lnTo>
                  <a:cubicBezTo>
                    <a:pt x="1" y="5038"/>
                    <a:pt x="252" y="5288"/>
                    <a:pt x="561" y="5288"/>
                  </a:cubicBezTo>
                  <a:lnTo>
                    <a:pt x="1739" y="5288"/>
                  </a:lnTo>
                  <a:lnTo>
                    <a:pt x="17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6"/>
            <p:cNvSpPr/>
            <p:nvPr/>
          </p:nvSpPr>
          <p:spPr>
            <a:xfrm>
              <a:off x="1383684" y="3353802"/>
              <a:ext cx="49835" cy="7451"/>
            </a:xfrm>
            <a:custGeom>
              <a:avLst/>
              <a:gdLst/>
              <a:ahLst/>
              <a:cxnLst/>
              <a:rect l="l" t="t" r="r" b="b"/>
              <a:pathLst>
                <a:path w="1739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739" y="260"/>
                  </a:lnTo>
                  <a:lnTo>
                    <a:pt x="173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66"/>
            <p:cNvSpPr/>
            <p:nvPr/>
          </p:nvSpPr>
          <p:spPr>
            <a:xfrm>
              <a:off x="1814383" y="3293249"/>
              <a:ext cx="49835" cy="151340"/>
            </a:xfrm>
            <a:custGeom>
              <a:avLst/>
              <a:gdLst/>
              <a:ahLst/>
              <a:cxnLst/>
              <a:rect l="l" t="t" r="r" b="b"/>
              <a:pathLst>
                <a:path w="1739" h="5281" extrusionOk="0">
                  <a:moveTo>
                    <a:pt x="1194" y="0"/>
                  </a:moveTo>
                  <a:cubicBezTo>
                    <a:pt x="1189" y="0"/>
                    <a:pt x="1184" y="0"/>
                    <a:pt x="1179" y="0"/>
                  </a:cubicBezTo>
                  <a:lnTo>
                    <a:pt x="1" y="0"/>
                  </a:lnTo>
                  <a:lnTo>
                    <a:pt x="1" y="5280"/>
                  </a:lnTo>
                  <a:lnTo>
                    <a:pt x="1187" y="5280"/>
                  </a:lnTo>
                  <a:cubicBezTo>
                    <a:pt x="1488" y="5280"/>
                    <a:pt x="1739" y="5038"/>
                    <a:pt x="1739" y="4729"/>
                  </a:cubicBezTo>
                  <a:lnTo>
                    <a:pt x="1739" y="552"/>
                  </a:lnTo>
                  <a:cubicBezTo>
                    <a:pt x="1739" y="248"/>
                    <a:pt x="1496" y="0"/>
                    <a:pt x="11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66"/>
            <p:cNvSpPr/>
            <p:nvPr/>
          </p:nvSpPr>
          <p:spPr>
            <a:xfrm>
              <a:off x="1814383" y="3353802"/>
              <a:ext cx="49835" cy="7451"/>
            </a:xfrm>
            <a:custGeom>
              <a:avLst/>
              <a:gdLst/>
              <a:ahLst/>
              <a:cxnLst/>
              <a:rect l="l" t="t" r="r" b="b"/>
              <a:pathLst>
                <a:path w="1739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739" y="260"/>
                  </a:lnTo>
                  <a:lnTo>
                    <a:pt x="173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66"/>
            <p:cNvSpPr/>
            <p:nvPr/>
          </p:nvSpPr>
          <p:spPr>
            <a:xfrm>
              <a:off x="1719582" y="3339444"/>
              <a:ext cx="28772" cy="47915"/>
            </a:xfrm>
            <a:custGeom>
              <a:avLst/>
              <a:gdLst/>
              <a:ahLst/>
              <a:cxnLst/>
              <a:rect l="l" t="t" r="r" b="b"/>
              <a:pathLst>
                <a:path w="1004" h="1672" extrusionOk="0">
                  <a:moveTo>
                    <a:pt x="1" y="1"/>
                  </a:moveTo>
                  <a:lnTo>
                    <a:pt x="1" y="1671"/>
                  </a:lnTo>
                  <a:lnTo>
                    <a:pt x="1003" y="1671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66"/>
            <p:cNvSpPr/>
            <p:nvPr/>
          </p:nvSpPr>
          <p:spPr>
            <a:xfrm>
              <a:off x="1524222" y="3083763"/>
              <a:ext cx="199456" cy="132913"/>
            </a:xfrm>
            <a:custGeom>
              <a:avLst/>
              <a:gdLst/>
              <a:ahLst/>
              <a:cxnLst/>
              <a:rect l="l" t="t" r="r" b="b"/>
              <a:pathLst>
                <a:path w="6960" h="4638" extrusionOk="0">
                  <a:moveTo>
                    <a:pt x="84" y="1"/>
                  </a:moveTo>
                  <a:cubicBezTo>
                    <a:pt x="34" y="1"/>
                    <a:pt x="1" y="42"/>
                    <a:pt x="1" y="84"/>
                  </a:cubicBezTo>
                  <a:lnTo>
                    <a:pt x="1" y="4554"/>
                  </a:lnTo>
                  <a:cubicBezTo>
                    <a:pt x="1" y="4595"/>
                    <a:pt x="34" y="4637"/>
                    <a:pt x="84" y="4637"/>
                  </a:cubicBezTo>
                  <a:lnTo>
                    <a:pt x="6868" y="4637"/>
                  </a:lnTo>
                  <a:cubicBezTo>
                    <a:pt x="6918" y="4637"/>
                    <a:pt x="6960" y="4595"/>
                    <a:pt x="6960" y="4554"/>
                  </a:cubicBezTo>
                  <a:lnTo>
                    <a:pt x="6960" y="84"/>
                  </a:lnTo>
                  <a:cubicBezTo>
                    <a:pt x="6960" y="42"/>
                    <a:pt x="6918" y="1"/>
                    <a:pt x="6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66"/>
            <p:cNvSpPr/>
            <p:nvPr/>
          </p:nvSpPr>
          <p:spPr>
            <a:xfrm>
              <a:off x="1524222" y="3136922"/>
              <a:ext cx="199456" cy="6735"/>
            </a:xfrm>
            <a:custGeom>
              <a:avLst/>
              <a:gdLst/>
              <a:ahLst/>
              <a:cxnLst/>
              <a:rect l="l" t="t" r="r" b="b"/>
              <a:pathLst>
                <a:path w="6960" h="235" extrusionOk="0">
                  <a:moveTo>
                    <a:pt x="1" y="0"/>
                  </a:moveTo>
                  <a:lnTo>
                    <a:pt x="1" y="234"/>
                  </a:lnTo>
                  <a:lnTo>
                    <a:pt x="6960" y="234"/>
                  </a:lnTo>
                  <a:lnTo>
                    <a:pt x="69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66"/>
            <p:cNvSpPr/>
            <p:nvPr/>
          </p:nvSpPr>
          <p:spPr>
            <a:xfrm>
              <a:off x="1690380" y="3143628"/>
              <a:ext cx="19888" cy="33042"/>
            </a:xfrm>
            <a:custGeom>
              <a:avLst/>
              <a:gdLst/>
              <a:ahLst/>
              <a:cxnLst/>
              <a:rect l="l" t="t" r="r" b="b"/>
              <a:pathLst>
                <a:path w="694" h="1153" extrusionOk="0">
                  <a:moveTo>
                    <a:pt x="0" y="0"/>
                  </a:moveTo>
                  <a:lnTo>
                    <a:pt x="0" y="1153"/>
                  </a:lnTo>
                  <a:lnTo>
                    <a:pt x="694" y="1153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0" name="Google Shape;1680;p66"/>
          <p:cNvGrpSpPr/>
          <p:nvPr/>
        </p:nvGrpSpPr>
        <p:grpSpPr>
          <a:xfrm>
            <a:off x="1370094" y="3915002"/>
            <a:ext cx="1007534" cy="554028"/>
            <a:chOff x="3392125" y="3077025"/>
            <a:chExt cx="455525" cy="237825"/>
          </a:xfrm>
        </p:grpSpPr>
        <p:sp>
          <p:nvSpPr>
            <p:cNvPr id="1681" name="Google Shape;1681;p66"/>
            <p:cNvSpPr/>
            <p:nvPr/>
          </p:nvSpPr>
          <p:spPr>
            <a:xfrm>
              <a:off x="3392125" y="3077025"/>
              <a:ext cx="455525" cy="237825"/>
            </a:xfrm>
            <a:custGeom>
              <a:avLst/>
              <a:gdLst/>
              <a:ahLst/>
              <a:cxnLst/>
              <a:rect l="l" t="t" r="r" b="b"/>
              <a:pathLst>
                <a:path w="18221" h="9513" extrusionOk="0">
                  <a:moveTo>
                    <a:pt x="17859" y="0"/>
                  </a:moveTo>
                  <a:lnTo>
                    <a:pt x="362" y="17"/>
                  </a:lnTo>
                  <a:cubicBezTo>
                    <a:pt x="165" y="17"/>
                    <a:pt x="1" y="165"/>
                    <a:pt x="1" y="362"/>
                  </a:cubicBezTo>
                  <a:lnTo>
                    <a:pt x="17" y="9151"/>
                  </a:lnTo>
                  <a:cubicBezTo>
                    <a:pt x="17" y="9348"/>
                    <a:pt x="181" y="9513"/>
                    <a:pt x="378" y="9513"/>
                  </a:cubicBezTo>
                  <a:lnTo>
                    <a:pt x="17859" y="9496"/>
                  </a:lnTo>
                  <a:cubicBezTo>
                    <a:pt x="18056" y="9496"/>
                    <a:pt x="18220" y="9332"/>
                    <a:pt x="18220" y="9135"/>
                  </a:cubicBezTo>
                  <a:lnTo>
                    <a:pt x="18204" y="345"/>
                  </a:lnTo>
                  <a:cubicBezTo>
                    <a:pt x="18204" y="148"/>
                    <a:pt x="18056" y="0"/>
                    <a:pt x="178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66"/>
            <p:cNvSpPr/>
            <p:nvPr/>
          </p:nvSpPr>
          <p:spPr>
            <a:xfrm>
              <a:off x="3437725" y="3138625"/>
              <a:ext cx="99000" cy="102300"/>
            </a:xfrm>
            <a:custGeom>
              <a:avLst/>
              <a:gdLst/>
              <a:ahLst/>
              <a:cxnLst/>
              <a:rect l="l" t="t" r="r" b="b"/>
              <a:pathLst>
                <a:path w="3960" h="4092" extrusionOk="0">
                  <a:moveTo>
                    <a:pt x="1955" y="1"/>
                  </a:moveTo>
                  <a:cubicBezTo>
                    <a:pt x="1791" y="116"/>
                    <a:pt x="1692" y="296"/>
                    <a:pt x="1676" y="493"/>
                  </a:cubicBezTo>
                  <a:lnTo>
                    <a:pt x="1676" y="1315"/>
                  </a:lnTo>
                  <a:cubicBezTo>
                    <a:pt x="1676" y="1315"/>
                    <a:pt x="1676" y="1331"/>
                    <a:pt x="1676" y="1331"/>
                  </a:cubicBezTo>
                  <a:lnTo>
                    <a:pt x="1479" y="1430"/>
                  </a:lnTo>
                  <a:cubicBezTo>
                    <a:pt x="1474" y="1435"/>
                    <a:pt x="1468" y="1437"/>
                    <a:pt x="1461" y="1437"/>
                  </a:cubicBezTo>
                  <a:cubicBezTo>
                    <a:pt x="1446" y="1437"/>
                    <a:pt x="1429" y="1425"/>
                    <a:pt x="1429" y="1413"/>
                  </a:cubicBezTo>
                  <a:cubicBezTo>
                    <a:pt x="1429" y="1402"/>
                    <a:pt x="1429" y="1390"/>
                    <a:pt x="1424" y="1390"/>
                  </a:cubicBezTo>
                  <a:cubicBezTo>
                    <a:pt x="1421" y="1390"/>
                    <a:pt x="1418" y="1392"/>
                    <a:pt x="1413" y="1397"/>
                  </a:cubicBezTo>
                  <a:lnTo>
                    <a:pt x="1183" y="1397"/>
                  </a:lnTo>
                  <a:cubicBezTo>
                    <a:pt x="1178" y="1392"/>
                    <a:pt x="1175" y="1390"/>
                    <a:pt x="1172" y="1390"/>
                  </a:cubicBezTo>
                  <a:cubicBezTo>
                    <a:pt x="1167" y="1390"/>
                    <a:pt x="1167" y="1402"/>
                    <a:pt x="1167" y="1413"/>
                  </a:cubicBezTo>
                  <a:lnTo>
                    <a:pt x="1167" y="1578"/>
                  </a:lnTo>
                  <a:cubicBezTo>
                    <a:pt x="1167" y="1594"/>
                    <a:pt x="1150" y="1594"/>
                    <a:pt x="1150" y="1611"/>
                  </a:cubicBezTo>
                  <a:lnTo>
                    <a:pt x="772" y="1791"/>
                  </a:lnTo>
                  <a:cubicBezTo>
                    <a:pt x="767" y="1796"/>
                    <a:pt x="763" y="1798"/>
                    <a:pt x="758" y="1798"/>
                  </a:cubicBezTo>
                  <a:cubicBezTo>
                    <a:pt x="748" y="1798"/>
                    <a:pt x="739" y="1786"/>
                    <a:pt x="739" y="1775"/>
                  </a:cubicBezTo>
                  <a:lnTo>
                    <a:pt x="739" y="1758"/>
                  </a:lnTo>
                  <a:cubicBezTo>
                    <a:pt x="739" y="1742"/>
                    <a:pt x="723" y="1726"/>
                    <a:pt x="707" y="1726"/>
                  </a:cubicBezTo>
                  <a:lnTo>
                    <a:pt x="493" y="1726"/>
                  </a:lnTo>
                  <a:cubicBezTo>
                    <a:pt x="477" y="1726"/>
                    <a:pt x="460" y="1742"/>
                    <a:pt x="460" y="1758"/>
                  </a:cubicBezTo>
                  <a:lnTo>
                    <a:pt x="460" y="1939"/>
                  </a:lnTo>
                  <a:cubicBezTo>
                    <a:pt x="460" y="1956"/>
                    <a:pt x="460" y="1956"/>
                    <a:pt x="460" y="1972"/>
                  </a:cubicBezTo>
                  <a:lnTo>
                    <a:pt x="17" y="2202"/>
                  </a:lnTo>
                  <a:cubicBezTo>
                    <a:pt x="0" y="2202"/>
                    <a:pt x="0" y="2218"/>
                    <a:pt x="0" y="2218"/>
                  </a:cubicBezTo>
                  <a:lnTo>
                    <a:pt x="0" y="2563"/>
                  </a:lnTo>
                  <a:cubicBezTo>
                    <a:pt x="0" y="2575"/>
                    <a:pt x="8" y="2587"/>
                    <a:pt x="19" y="2587"/>
                  </a:cubicBezTo>
                  <a:cubicBezTo>
                    <a:pt x="23" y="2587"/>
                    <a:pt x="28" y="2585"/>
                    <a:pt x="33" y="2580"/>
                  </a:cubicBezTo>
                  <a:lnTo>
                    <a:pt x="1380" y="2284"/>
                  </a:lnTo>
                  <a:lnTo>
                    <a:pt x="1397" y="2284"/>
                  </a:lnTo>
                  <a:lnTo>
                    <a:pt x="1659" y="2399"/>
                  </a:lnTo>
                  <a:cubicBezTo>
                    <a:pt x="1676" y="2399"/>
                    <a:pt x="1676" y="2399"/>
                    <a:pt x="1676" y="2416"/>
                  </a:cubicBezTo>
                  <a:lnTo>
                    <a:pt x="1676" y="2728"/>
                  </a:lnTo>
                  <a:cubicBezTo>
                    <a:pt x="1676" y="2728"/>
                    <a:pt x="1676" y="2974"/>
                    <a:pt x="1725" y="3270"/>
                  </a:cubicBezTo>
                  <a:cubicBezTo>
                    <a:pt x="1725" y="3270"/>
                    <a:pt x="1725" y="3286"/>
                    <a:pt x="1709" y="3286"/>
                  </a:cubicBezTo>
                  <a:lnTo>
                    <a:pt x="1134" y="3631"/>
                  </a:lnTo>
                  <a:cubicBezTo>
                    <a:pt x="1134" y="3631"/>
                    <a:pt x="1117" y="3648"/>
                    <a:pt x="1134" y="3648"/>
                  </a:cubicBezTo>
                  <a:lnTo>
                    <a:pt x="1134" y="3828"/>
                  </a:lnTo>
                  <a:cubicBezTo>
                    <a:pt x="1122" y="3840"/>
                    <a:pt x="1127" y="3852"/>
                    <a:pt x="1137" y="3852"/>
                  </a:cubicBezTo>
                  <a:cubicBezTo>
                    <a:pt x="1141" y="3852"/>
                    <a:pt x="1145" y="3850"/>
                    <a:pt x="1150" y="3845"/>
                  </a:cubicBezTo>
                  <a:lnTo>
                    <a:pt x="1824" y="3746"/>
                  </a:lnTo>
                  <a:cubicBezTo>
                    <a:pt x="1824" y="3746"/>
                    <a:pt x="1840" y="3763"/>
                    <a:pt x="1857" y="3763"/>
                  </a:cubicBezTo>
                  <a:cubicBezTo>
                    <a:pt x="1873" y="3878"/>
                    <a:pt x="1906" y="3993"/>
                    <a:pt x="1972" y="4091"/>
                  </a:cubicBezTo>
                  <a:cubicBezTo>
                    <a:pt x="2054" y="3993"/>
                    <a:pt x="2087" y="3878"/>
                    <a:pt x="2103" y="3763"/>
                  </a:cubicBezTo>
                  <a:cubicBezTo>
                    <a:pt x="2103" y="3763"/>
                    <a:pt x="2119" y="3746"/>
                    <a:pt x="2136" y="3746"/>
                  </a:cubicBezTo>
                  <a:lnTo>
                    <a:pt x="2793" y="3845"/>
                  </a:lnTo>
                  <a:cubicBezTo>
                    <a:pt x="2798" y="3850"/>
                    <a:pt x="2803" y="3852"/>
                    <a:pt x="2807" y="3852"/>
                  </a:cubicBezTo>
                  <a:cubicBezTo>
                    <a:pt x="2818" y="3852"/>
                    <a:pt x="2826" y="3840"/>
                    <a:pt x="2826" y="3828"/>
                  </a:cubicBezTo>
                  <a:lnTo>
                    <a:pt x="2826" y="3648"/>
                  </a:lnTo>
                  <a:cubicBezTo>
                    <a:pt x="2826" y="3648"/>
                    <a:pt x="2809" y="3631"/>
                    <a:pt x="2809" y="3631"/>
                  </a:cubicBezTo>
                  <a:lnTo>
                    <a:pt x="2234" y="3303"/>
                  </a:lnTo>
                  <a:cubicBezTo>
                    <a:pt x="2234" y="3286"/>
                    <a:pt x="2234" y="3286"/>
                    <a:pt x="2234" y="3270"/>
                  </a:cubicBezTo>
                  <a:cubicBezTo>
                    <a:pt x="2251" y="2991"/>
                    <a:pt x="2267" y="2744"/>
                    <a:pt x="2267" y="2744"/>
                  </a:cubicBezTo>
                  <a:lnTo>
                    <a:pt x="2267" y="2416"/>
                  </a:lnTo>
                  <a:cubicBezTo>
                    <a:pt x="2267" y="2416"/>
                    <a:pt x="2267" y="2399"/>
                    <a:pt x="2284" y="2399"/>
                  </a:cubicBezTo>
                  <a:lnTo>
                    <a:pt x="2547" y="2284"/>
                  </a:lnTo>
                  <a:lnTo>
                    <a:pt x="2563" y="2284"/>
                  </a:lnTo>
                  <a:lnTo>
                    <a:pt x="3927" y="2580"/>
                  </a:lnTo>
                  <a:cubicBezTo>
                    <a:pt x="3943" y="2580"/>
                    <a:pt x="3959" y="2563"/>
                    <a:pt x="3959" y="2547"/>
                  </a:cubicBezTo>
                  <a:lnTo>
                    <a:pt x="3959" y="2218"/>
                  </a:lnTo>
                  <a:cubicBezTo>
                    <a:pt x="3959" y="2202"/>
                    <a:pt x="3943" y="2202"/>
                    <a:pt x="3943" y="2202"/>
                  </a:cubicBezTo>
                  <a:lnTo>
                    <a:pt x="3499" y="1972"/>
                  </a:lnTo>
                  <a:cubicBezTo>
                    <a:pt x="3483" y="1956"/>
                    <a:pt x="3483" y="1956"/>
                    <a:pt x="3483" y="1939"/>
                  </a:cubicBezTo>
                  <a:lnTo>
                    <a:pt x="3483" y="1758"/>
                  </a:lnTo>
                  <a:cubicBezTo>
                    <a:pt x="3483" y="1742"/>
                    <a:pt x="3483" y="1726"/>
                    <a:pt x="3467" y="1726"/>
                  </a:cubicBezTo>
                  <a:lnTo>
                    <a:pt x="3237" y="1726"/>
                  </a:lnTo>
                  <a:cubicBezTo>
                    <a:pt x="3220" y="1726"/>
                    <a:pt x="3204" y="1742"/>
                    <a:pt x="3204" y="1758"/>
                  </a:cubicBezTo>
                  <a:lnTo>
                    <a:pt x="3204" y="1775"/>
                  </a:lnTo>
                  <a:cubicBezTo>
                    <a:pt x="3204" y="1786"/>
                    <a:pt x="3196" y="1798"/>
                    <a:pt x="3185" y="1798"/>
                  </a:cubicBezTo>
                  <a:cubicBezTo>
                    <a:pt x="3181" y="1798"/>
                    <a:pt x="3176" y="1796"/>
                    <a:pt x="3171" y="1791"/>
                  </a:cubicBezTo>
                  <a:lnTo>
                    <a:pt x="2793" y="1611"/>
                  </a:lnTo>
                  <a:cubicBezTo>
                    <a:pt x="2793" y="1594"/>
                    <a:pt x="2777" y="1594"/>
                    <a:pt x="2793" y="1578"/>
                  </a:cubicBezTo>
                  <a:lnTo>
                    <a:pt x="2793" y="1413"/>
                  </a:lnTo>
                  <a:cubicBezTo>
                    <a:pt x="2793" y="1397"/>
                    <a:pt x="2777" y="1381"/>
                    <a:pt x="2760" y="1381"/>
                  </a:cubicBezTo>
                  <a:lnTo>
                    <a:pt x="2547" y="1381"/>
                  </a:lnTo>
                  <a:cubicBezTo>
                    <a:pt x="2530" y="1381"/>
                    <a:pt x="2514" y="1397"/>
                    <a:pt x="2514" y="1413"/>
                  </a:cubicBezTo>
                  <a:cubicBezTo>
                    <a:pt x="2514" y="1425"/>
                    <a:pt x="2506" y="1437"/>
                    <a:pt x="2495" y="1437"/>
                  </a:cubicBezTo>
                  <a:cubicBezTo>
                    <a:pt x="2491" y="1437"/>
                    <a:pt x="2486" y="1435"/>
                    <a:pt x="2481" y="1430"/>
                  </a:cubicBezTo>
                  <a:lnTo>
                    <a:pt x="2284" y="1331"/>
                  </a:lnTo>
                  <a:cubicBezTo>
                    <a:pt x="2267" y="1331"/>
                    <a:pt x="2267" y="1315"/>
                    <a:pt x="2267" y="1315"/>
                  </a:cubicBezTo>
                  <a:lnTo>
                    <a:pt x="2267" y="493"/>
                  </a:lnTo>
                  <a:cubicBezTo>
                    <a:pt x="2251" y="296"/>
                    <a:pt x="2152" y="116"/>
                    <a:pt x="19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66"/>
            <p:cNvSpPr/>
            <p:nvPr/>
          </p:nvSpPr>
          <p:spPr>
            <a:xfrm>
              <a:off x="3678800" y="3107400"/>
              <a:ext cx="12775" cy="26325"/>
            </a:xfrm>
            <a:custGeom>
              <a:avLst/>
              <a:gdLst/>
              <a:ahLst/>
              <a:cxnLst/>
              <a:rect l="l" t="t" r="r" b="b"/>
              <a:pathLst>
                <a:path w="511" h="1053" extrusionOk="0">
                  <a:moveTo>
                    <a:pt x="1" y="1"/>
                  </a:moveTo>
                  <a:lnTo>
                    <a:pt x="1" y="1052"/>
                  </a:lnTo>
                  <a:lnTo>
                    <a:pt x="510" y="1052"/>
                  </a:lnTo>
                  <a:lnTo>
                    <a:pt x="5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66"/>
            <p:cNvSpPr/>
            <p:nvPr/>
          </p:nvSpPr>
          <p:spPr>
            <a:xfrm>
              <a:off x="3678400" y="3148475"/>
              <a:ext cx="13175" cy="26325"/>
            </a:xfrm>
            <a:custGeom>
              <a:avLst/>
              <a:gdLst/>
              <a:ahLst/>
              <a:cxnLst/>
              <a:rect l="l" t="t" r="r" b="b"/>
              <a:pathLst>
                <a:path w="527" h="1053" extrusionOk="0">
                  <a:moveTo>
                    <a:pt x="0" y="1"/>
                  </a:moveTo>
                  <a:lnTo>
                    <a:pt x="0" y="1052"/>
                  </a:lnTo>
                  <a:lnTo>
                    <a:pt x="526" y="1052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66"/>
            <p:cNvSpPr/>
            <p:nvPr/>
          </p:nvSpPr>
          <p:spPr>
            <a:xfrm>
              <a:off x="3678800" y="3188725"/>
              <a:ext cx="13175" cy="26325"/>
            </a:xfrm>
            <a:custGeom>
              <a:avLst/>
              <a:gdLst/>
              <a:ahLst/>
              <a:cxnLst/>
              <a:rect l="l" t="t" r="r" b="b"/>
              <a:pathLst>
                <a:path w="527" h="1053" extrusionOk="0">
                  <a:moveTo>
                    <a:pt x="1" y="1"/>
                  </a:moveTo>
                  <a:lnTo>
                    <a:pt x="1" y="1052"/>
                  </a:lnTo>
                  <a:lnTo>
                    <a:pt x="527" y="1052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66"/>
            <p:cNvSpPr/>
            <p:nvPr/>
          </p:nvSpPr>
          <p:spPr>
            <a:xfrm>
              <a:off x="3678800" y="3229400"/>
              <a:ext cx="13175" cy="26300"/>
            </a:xfrm>
            <a:custGeom>
              <a:avLst/>
              <a:gdLst/>
              <a:ahLst/>
              <a:cxnLst/>
              <a:rect l="l" t="t" r="r" b="b"/>
              <a:pathLst>
                <a:path w="527" h="1052" extrusionOk="0">
                  <a:moveTo>
                    <a:pt x="1" y="0"/>
                  </a:moveTo>
                  <a:lnTo>
                    <a:pt x="1" y="1052"/>
                  </a:lnTo>
                  <a:lnTo>
                    <a:pt x="527" y="1052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66"/>
            <p:cNvSpPr/>
            <p:nvPr/>
          </p:nvSpPr>
          <p:spPr>
            <a:xfrm>
              <a:off x="3678800" y="3270050"/>
              <a:ext cx="13175" cy="26325"/>
            </a:xfrm>
            <a:custGeom>
              <a:avLst/>
              <a:gdLst/>
              <a:ahLst/>
              <a:cxnLst/>
              <a:rect l="l" t="t" r="r" b="b"/>
              <a:pathLst>
                <a:path w="527" h="1053" extrusionOk="0">
                  <a:moveTo>
                    <a:pt x="1" y="1"/>
                  </a:moveTo>
                  <a:lnTo>
                    <a:pt x="1" y="1052"/>
                  </a:lnTo>
                  <a:lnTo>
                    <a:pt x="527" y="1052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66"/>
            <p:cNvSpPr/>
            <p:nvPr/>
          </p:nvSpPr>
          <p:spPr>
            <a:xfrm>
              <a:off x="3563800" y="3183400"/>
              <a:ext cx="39450" cy="9475"/>
            </a:xfrm>
            <a:custGeom>
              <a:avLst/>
              <a:gdLst/>
              <a:ahLst/>
              <a:cxnLst/>
              <a:rect l="l" t="t" r="r" b="b"/>
              <a:pathLst>
                <a:path w="1578" h="379" extrusionOk="0">
                  <a:moveTo>
                    <a:pt x="1" y="0"/>
                  </a:moveTo>
                  <a:lnTo>
                    <a:pt x="1" y="378"/>
                  </a:lnTo>
                  <a:lnTo>
                    <a:pt x="1578" y="378"/>
                  </a:lnTo>
                  <a:lnTo>
                    <a:pt x="15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66"/>
            <p:cNvSpPr/>
            <p:nvPr/>
          </p:nvSpPr>
          <p:spPr>
            <a:xfrm>
              <a:off x="3563800" y="3206800"/>
              <a:ext cx="76425" cy="9900"/>
            </a:xfrm>
            <a:custGeom>
              <a:avLst/>
              <a:gdLst/>
              <a:ahLst/>
              <a:cxnLst/>
              <a:rect l="l" t="t" r="r" b="b"/>
              <a:pathLst>
                <a:path w="3057" h="396" extrusionOk="0">
                  <a:moveTo>
                    <a:pt x="3057" y="1"/>
                  </a:moveTo>
                  <a:lnTo>
                    <a:pt x="1" y="17"/>
                  </a:lnTo>
                  <a:lnTo>
                    <a:pt x="1" y="395"/>
                  </a:lnTo>
                  <a:lnTo>
                    <a:pt x="3057" y="395"/>
                  </a:lnTo>
                  <a:lnTo>
                    <a:pt x="30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66"/>
            <p:cNvSpPr/>
            <p:nvPr/>
          </p:nvSpPr>
          <p:spPr>
            <a:xfrm>
              <a:off x="3563800" y="3230625"/>
              <a:ext cx="76425" cy="9875"/>
            </a:xfrm>
            <a:custGeom>
              <a:avLst/>
              <a:gdLst/>
              <a:ahLst/>
              <a:cxnLst/>
              <a:rect l="l" t="t" r="r" b="b"/>
              <a:pathLst>
                <a:path w="3057" h="395" extrusionOk="0">
                  <a:moveTo>
                    <a:pt x="1" y="1"/>
                  </a:moveTo>
                  <a:lnTo>
                    <a:pt x="1" y="395"/>
                  </a:lnTo>
                  <a:lnTo>
                    <a:pt x="3057" y="395"/>
                  </a:lnTo>
                  <a:lnTo>
                    <a:pt x="30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66"/>
            <p:cNvSpPr/>
            <p:nvPr/>
          </p:nvSpPr>
          <p:spPr>
            <a:xfrm>
              <a:off x="3734675" y="3146425"/>
              <a:ext cx="39850" cy="9475"/>
            </a:xfrm>
            <a:custGeom>
              <a:avLst/>
              <a:gdLst/>
              <a:ahLst/>
              <a:cxnLst/>
              <a:rect l="l" t="t" r="r" b="b"/>
              <a:pathLst>
                <a:path w="1594" h="379" extrusionOk="0">
                  <a:moveTo>
                    <a:pt x="0" y="1"/>
                  </a:moveTo>
                  <a:lnTo>
                    <a:pt x="0" y="379"/>
                  </a:lnTo>
                  <a:lnTo>
                    <a:pt x="1594" y="379"/>
                  </a:lnTo>
                  <a:lnTo>
                    <a:pt x="15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66"/>
            <p:cNvSpPr/>
            <p:nvPr/>
          </p:nvSpPr>
          <p:spPr>
            <a:xfrm>
              <a:off x="3734675" y="3169850"/>
              <a:ext cx="76825" cy="9875"/>
            </a:xfrm>
            <a:custGeom>
              <a:avLst/>
              <a:gdLst/>
              <a:ahLst/>
              <a:cxnLst/>
              <a:rect l="l" t="t" r="r" b="b"/>
              <a:pathLst>
                <a:path w="3073" h="395" extrusionOk="0">
                  <a:moveTo>
                    <a:pt x="0" y="0"/>
                  </a:moveTo>
                  <a:lnTo>
                    <a:pt x="0" y="394"/>
                  </a:lnTo>
                  <a:lnTo>
                    <a:pt x="3072" y="394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66"/>
            <p:cNvSpPr/>
            <p:nvPr/>
          </p:nvSpPr>
          <p:spPr>
            <a:xfrm>
              <a:off x="3735075" y="3193675"/>
              <a:ext cx="76425" cy="9875"/>
            </a:xfrm>
            <a:custGeom>
              <a:avLst/>
              <a:gdLst/>
              <a:ahLst/>
              <a:cxnLst/>
              <a:rect l="l" t="t" r="r" b="b"/>
              <a:pathLst>
                <a:path w="3057" h="395" extrusionOk="0">
                  <a:moveTo>
                    <a:pt x="1" y="0"/>
                  </a:moveTo>
                  <a:lnTo>
                    <a:pt x="1" y="394"/>
                  </a:lnTo>
                  <a:lnTo>
                    <a:pt x="3056" y="394"/>
                  </a:lnTo>
                  <a:lnTo>
                    <a:pt x="30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66"/>
            <p:cNvSpPr/>
            <p:nvPr/>
          </p:nvSpPr>
          <p:spPr>
            <a:xfrm>
              <a:off x="3734250" y="3230225"/>
              <a:ext cx="9075" cy="47650"/>
            </a:xfrm>
            <a:custGeom>
              <a:avLst/>
              <a:gdLst/>
              <a:ahLst/>
              <a:cxnLst/>
              <a:rect l="l" t="t" r="r" b="b"/>
              <a:pathLst>
                <a:path w="363" h="1906" extrusionOk="0">
                  <a:moveTo>
                    <a:pt x="1" y="0"/>
                  </a:moveTo>
                  <a:lnTo>
                    <a:pt x="1" y="1906"/>
                  </a:lnTo>
                  <a:lnTo>
                    <a:pt x="362" y="19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66"/>
            <p:cNvSpPr/>
            <p:nvPr/>
          </p:nvSpPr>
          <p:spPr>
            <a:xfrm>
              <a:off x="3747000" y="3230225"/>
              <a:ext cx="4525" cy="47650"/>
            </a:xfrm>
            <a:custGeom>
              <a:avLst/>
              <a:gdLst/>
              <a:ahLst/>
              <a:cxnLst/>
              <a:rect l="l" t="t" r="r" b="b"/>
              <a:pathLst>
                <a:path w="181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181" y="1906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66"/>
            <p:cNvSpPr/>
            <p:nvPr/>
          </p:nvSpPr>
          <p:spPr>
            <a:xfrm>
              <a:off x="3755625" y="3230225"/>
              <a:ext cx="9050" cy="47650"/>
            </a:xfrm>
            <a:custGeom>
              <a:avLst/>
              <a:gdLst/>
              <a:ahLst/>
              <a:cxnLst/>
              <a:rect l="l" t="t" r="r" b="b"/>
              <a:pathLst>
                <a:path w="362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361" y="1906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66"/>
            <p:cNvSpPr/>
            <p:nvPr/>
          </p:nvSpPr>
          <p:spPr>
            <a:xfrm>
              <a:off x="3768350" y="3230225"/>
              <a:ext cx="4950" cy="47650"/>
            </a:xfrm>
            <a:custGeom>
              <a:avLst/>
              <a:gdLst/>
              <a:ahLst/>
              <a:cxnLst/>
              <a:rect l="l" t="t" r="r" b="b"/>
              <a:pathLst>
                <a:path w="198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198" y="1906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66"/>
            <p:cNvSpPr/>
            <p:nvPr/>
          </p:nvSpPr>
          <p:spPr>
            <a:xfrm>
              <a:off x="3776975" y="3230225"/>
              <a:ext cx="9050" cy="47650"/>
            </a:xfrm>
            <a:custGeom>
              <a:avLst/>
              <a:gdLst/>
              <a:ahLst/>
              <a:cxnLst/>
              <a:rect l="l" t="t" r="r" b="b"/>
              <a:pathLst>
                <a:path w="362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362" y="19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66"/>
            <p:cNvSpPr/>
            <p:nvPr/>
          </p:nvSpPr>
          <p:spPr>
            <a:xfrm>
              <a:off x="3790125" y="3230225"/>
              <a:ext cx="4525" cy="47650"/>
            </a:xfrm>
            <a:custGeom>
              <a:avLst/>
              <a:gdLst/>
              <a:ahLst/>
              <a:cxnLst/>
              <a:rect l="l" t="t" r="r" b="b"/>
              <a:pathLst>
                <a:path w="181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181" y="1906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7" name="Google Shape;1597;p66"/>
          <p:cNvGrpSpPr/>
          <p:nvPr/>
        </p:nvGrpSpPr>
        <p:grpSpPr>
          <a:xfrm>
            <a:off x="4007398" y="3619085"/>
            <a:ext cx="599439" cy="1332546"/>
            <a:chOff x="1970625" y="2561624"/>
            <a:chExt cx="784533" cy="1978452"/>
          </a:xfrm>
        </p:grpSpPr>
        <p:sp>
          <p:nvSpPr>
            <p:cNvPr id="1598" name="Google Shape;1598;p66"/>
            <p:cNvSpPr/>
            <p:nvPr/>
          </p:nvSpPr>
          <p:spPr>
            <a:xfrm>
              <a:off x="2109358" y="3471355"/>
              <a:ext cx="497265" cy="1015106"/>
            </a:xfrm>
            <a:custGeom>
              <a:avLst/>
              <a:gdLst/>
              <a:ahLst/>
              <a:cxnLst/>
              <a:rect l="l" t="t" r="r" b="b"/>
              <a:pathLst>
                <a:path w="17352" h="35422" extrusionOk="0">
                  <a:moveTo>
                    <a:pt x="2690" y="1"/>
                  </a:moveTo>
                  <a:lnTo>
                    <a:pt x="0" y="35422"/>
                  </a:lnTo>
                  <a:lnTo>
                    <a:pt x="1880" y="35422"/>
                  </a:lnTo>
                  <a:lnTo>
                    <a:pt x="7602" y="6133"/>
                  </a:lnTo>
                  <a:cubicBezTo>
                    <a:pt x="7702" y="5615"/>
                    <a:pt x="8145" y="5239"/>
                    <a:pt x="8672" y="5239"/>
                  </a:cubicBezTo>
                  <a:cubicBezTo>
                    <a:pt x="9198" y="5239"/>
                    <a:pt x="9649" y="5615"/>
                    <a:pt x="9749" y="6133"/>
                  </a:cubicBezTo>
                  <a:lnTo>
                    <a:pt x="15472" y="35422"/>
                  </a:lnTo>
                  <a:lnTo>
                    <a:pt x="17351" y="35422"/>
                  </a:lnTo>
                  <a:lnTo>
                    <a:pt x="146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66"/>
            <p:cNvSpPr/>
            <p:nvPr/>
          </p:nvSpPr>
          <p:spPr>
            <a:xfrm>
              <a:off x="1970625" y="2886170"/>
              <a:ext cx="341053" cy="381976"/>
            </a:xfrm>
            <a:custGeom>
              <a:avLst/>
              <a:gdLst/>
              <a:ahLst/>
              <a:cxnLst/>
              <a:rect l="l" t="t" r="r" b="b"/>
              <a:pathLst>
                <a:path w="11901" h="13329" extrusionOk="0">
                  <a:moveTo>
                    <a:pt x="8069" y="1"/>
                  </a:moveTo>
                  <a:cubicBezTo>
                    <a:pt x="5971" y="1"/>
                    <a:pt x="0" y="9482"/>
                    <a:pt x="296" y="11983"/>
                  </a:cubicBezTo>
                  <a:cubicBezTo>
                    <a:pt x="418" y="13012"/>
                    <a:pt x="1423" y="13329"/>
                    <a:pt x="2617" y="13329"/>
                  </a:cubicBezTo>
                  <a:cubicBezTo>
                    <a:pt x="4534" y="13329"/>
                    <a:pt x="6938" y="12510"/>
                    <a:pt x="6938" y="12510"/>
                  </a:cubicBezTo>
                  <a:cubicBezTo>
                    <a:pt x="6938" y="12510"/>
                    <a:pt x="6011" y="11048"/>
                    <a:pt x="6412" y="10262"/>
                  </a:cubicBezTo>
                  <a:lnTo>
                    <a:pt x="4758" y="9928"/>
                  </a:lnTo>
                  <a:cubicBezTo>
                    <a:pt x="4758" y="9928"/>
                    <a:pt x="11900" y="3487"/>
                    <a:pt x="8458" y="154"/>
                  </a:cubicBezTo>
                  <a:cubicBezTo>
                    <a:pt x="8351" y="50"/>
                    <a:pt x="8220" y="1"/>
                    <a:pt x="80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66"/>
            <p:cNvSpPr/>
            <p:nvPr/>
          </p:nvSpPr>
          <p:spPr>
            <a:xfrm>
              <a:off x="2129218" y="2842926"/>
              <a:ext cx="467347" cy="679211"/>
            </a:xfrm>
            <a:custGeom>
              <a:avLst/>
              <a:gdLst/>
              <a:ahLst/>
              <a:cxnLst/>
              <a:rect l="l" t="t" r="r" b="b"/>
              <a:pathLst>
                <a:path w="16308" h="23701" extrusionOk="0">
                  <a:moveTo>
                    <a:pt x="6324" y="1"/>
                  </a:moveTo>
                  <a:cubicBezTo>
                    <a:pt x="6324" y="1"/>
                    <a:pt x="1103" y="2599"/>
                    <a:pt x="552" y="3626"/>
                  </a:cubicBezTo>
                  <a:cubicBezTo>
                    <a:pt x="0" y="4654"/>
                    <a:pt x="1354" y="13041"/>
                    <a:pt x="1997" y="15205"/>
                  </a:cubicBezTo>
                  <a:lnTo>
                    <a:pt x="1997" y="16232"/>
                  </a:lnTo>
                  <a:cubicBezTo>
                    <a:pt x="1997" y="16232"/>
                    <a:pt x="1354" y="19858"/>
                    <a:pt x="1354" y="22347"/>
                  </a:cubicBezTo>
                  <a:cubicBezTo>
                    <a:pt x="1354" y="22347"/>
                    <a:pt x="2365" y="23701"/>
                    <a:pt x="8154" y="23701"/>
                  </a:cubicBezTo>
                  <a:cubicBezTo>
                    <a:pt x="13943" y="23701"/>
                    <a:pt x="14954" y="22347"/>
                    <a:pt x="14954" y="22347"/>
                  </a:cubicBezTo>
                  <a:cubicBezTo>
                    <a:pt x="14954" y="19858"/>
                    <a:pt x="14303" y="16232"/>
                    <a:pt x="14303" y="16232"/>
                  </a:cubicBezTo>
                  <a:lnTo>
                    <a:pt x="14303" y="15196"/>
                  </a:lnTo>
                  <a:cubicBezTo>
                    <a:pt x="14954" y="13033"/>
                    <a:pt x="16308" y="4654"/>
                    <a:pt x="15756" y="3618"/>
                  </a:cubicBezTo>
                  <a:cubicBezTo>
                    <a:pt x="15205" y="2582"/>
                    <a:pt x="9975" y="1"/>
                    <a:pt x="9975" y="1"/>
                  </a:cubicBezTo>
                  <a:lnTo>
                    <a:pt x="8154" y="209"/>
                  </a:lnTo>
                  <a:lnTo>
                    <a:pt x="63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66"/>
            <p:cNvSpPr/>
            <p:nvPr/>
          </p:nvSpPr>
          <p:spPr>
            <a:xfrm>
              <a:off x="2306152" y="2762714"/>
              <a:ext cx="113254" cy="97951"/>
            </a:xfrm>
            <a:custGeom>
              <a:avLst/>
              <a:gdLst/>
              <a:ahLst/>
              <a:cxnLst/>
              <a:rect l="l" t="t" r="r" b="b"/>
              <a:pathLst>
                <a:path w="3952" h="3418" extrusionOk="0">
                  <a:moveTo>
                    <a:pt x="0" y="1"/>
                  </a:moveTo>
                  <a:lnTo>
                    <a:pt x="0" y="3209"/>
                  </a:lnTo>
                  <a:cubicBezTo>
                    <a:pt x="0" y="3209"/>
                    <a:pt x="434" y="3418"/>
                    <a:pt x="1980" y="3418"/>
                  </a:cubicBezTo>
                  <a:cubicBezTo>
                    <a:pt x="3517" y="3418"/>
                    <a:pt x="3952" y="3209"/>
                    <a:pt x="3952" y="3209"/>
                  </a:cubicBezTo>
                  <a:lnTo>
                    <a:pt x="3952" y="1"/>
                  </a:lnTo>
                  <a:close/>
                </a:path>
              </a:pathLst>
            </a:custGeom>
            <a:solidFill>
              <a:srgbClr val="D4AA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66"/>
            <p:cNvSpPr/>
            <p:nvPr/>
          </p:nvSpPr>
          <p:spPr>
            <a:xfrm>
              <a:off x="2251673" y="2601372"/>
              <a:ext cx="222411" cy="233215"/>
            </a:xfrm>
            <a:custGeom>
              <a:avLst/>
              <a:gdLst/>
              <a:ahLst/>
              <a:cxnLst/>
              <a:rect l="l" t="t" r="r" b="b"/>
              <a:pathLst>
                <a:path w="7761" h="8138" extrusionOk="0">
                  <a:moveTo>
                    <a:pt x="3881" y="0"/>
                  </a:moveTo>
                  <a:cubicBezTo>
                    <a:pt x="1759" y="0"/>
                    <a:pt x="924" y="418"/>
                    <a:pt x="1191" y="3994"/>
                  </a:cubicBezTo>
                  <a:cubicBezTo>
                    <a:pt x="1191" y="3994"/>
                    <a:pt x="972" y="3741"/>
                    <a:pt x="717" y="3741"/>
                  </a:cubicBezTo>
                  <a:cubicBezTo>
                    <a:pt x="589" y="3741"/>
                    <a:pt x="453" y="3804"/>
                    <a:pt x="331" y="3994"/>
                  </a:cubicBezTo>
                  <a:cubicBezTo>
                    <a:pt x="0" y="4504"/>
                    <a:pt x="703" y="5312"/>
                    <a:pt x="1152" y="5312"/>
                  </a:cubicBezTo>
                  <a:cubicBezTo>
                    <a:pt x="1202" y="5312"/>
                    <a:pt x="1249" y="5302"/>
                    <a:pt x="1291" y="5280"/>
                  </a:cubicBezTo>
                  <a:cubicBezTo>
                    <a:pt x="1291" y="5280"/>
                    <a:pt x="1609" y="7619"/>
                    <a:pt x="3881" y="8137"/>
                  </a:cubicBezTo>
                  <a:cubicBezTo>
                    <a:pt x="6145" y="7611"/>
                    <a:pt x="6471" y="5280"/>
                    <a:pt x="6471" y="5280"/>
                  </a:cubicBezTo>
                  <a:cubicBezTo>
                    <a:pt x="6514" y="5303"/>
                    <a:pt x="6562" y="5314"/>
                    <a:pt x="6614" y="5314"/>
                  </a:cubicBezTo>
                  <a:cubicBezTo>
                    <a:pt x="7063" y="5314"/>
                    <a:pt x="7761" y="4503"/>
                    <a:pt x="7431" y="3994"/>
                  </a:cubicBezTo>
                  <a:cubicBezTo>
                    <a:pt x="7306" y="3804"/>
                    <a:pt x="7168" y="3741"/>
                    <a:pt x="7039" y="3741"/>
                  </a:cubicBezTo>
                  <a:cubicBezTo>
                    <a:pt x="6782" y="3741"/>
                    <a:pt x="6563" y="3994"/>
                    <a:pt x="6563" y="3994"/>
                  </a:cubicBezTo>
                  <a:cubicBezTo>
                    <a:pt x="6838" y="426"/>
                    <a:pt x="5995" y="0"/>
                    <a:pt x="3881" y="0"/>
                  </a:cubicBezTo>
                  <a:close/>
                </a:path>
              </a:pathLst>
            </a:custGeom>
            <a:solidFill>
              <a:srgbClr val="D4AA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66"/>
            <p:cNvSpPr/>
            <p:nvPr/>
          </p:nvSpPr>
          <p:spPr>
            <a:xfrm>
              <a:off x="2259468" y="2561624"/>
              <a:ext cx="223385" cy="288037"/>
            </a:xfrm>
            <a:custGeom>
              <a:avLst/>
              <a:gdLst/>
              <a:ahLst/>
              <a:cxnLst/>
              <a:rect l="l" t="t" r="r" b="b"/>
              <a:pathLst>
                <a:path w="7795" h="10051" extrusionOk="0">
                  <a:moveTo>
                    <a:pt x="3119" y="1"/>
                  </a:moveTo>
                  <a:cubicBezTo>
                    <a:pt x="2411" y="1"/>
                    <a:pt x="1659" y="266"/>
                    <a:pt x="1195" y="1195"/>
                  </a:cubicBezTo>
                  <a:cubicBezTo>
                    <a:pt x="1195" y="1195"/>
                    <a:pt x="1189" y="1195"/>
                    <a:pt x="1179" y="1195"/>
                  </a:cubicBezTo>
                  <a:cubicBezTo>
                    <a:pt x="1047" y="1195"/>
                    <a:pt x="101" y="1260"/>
                    <a:pt x="334" y="3133"/>
                  </a:cubicBezTo>
                  <a:cubicBezTo>
                    <a:pt x="401" y="3701"/>
                    <a:pt x="0" y="10050"/>
                    <a:pt x="3434" y="10050"/>
                  </a:cubicBezTo>
                  <a:cubicBezTo>
                    <a:pt x="6867" y="10050"/>
                    <a:pt x="6884" y="4320"/>
                    <a:pt x="7034" y="3041"/>
                  </a:cubicBezTo>
                  <a:cubicBezTo>
                    <a:pt x="7034" y="3041"/>
                    <a:pt x="7794" y="2006"/>
                    <a:pt x="7377" y="1145"/>
                  </a:cubicBezTo>
                  <a:cubicBezTo>
                    <a:pt x="7212" y="806"/>
                    <a:pt x="7008" y="703"/>
                    <a:pt x="6822" y="703"/>
                  </a:cubicBezTo>
                  <a:cubicBezTo>
                    <a:pt x="6536" y="703"/>
                    <a:pt x="6291" y="945"/>
                    <a:pt x="6291" y="945"/>
                  </a:cubicBezTo>
                  <a:cubicBezTo>
                    <a:pt x="6291" y="945"/>
                    <a:pt x="6466" y="134"/>
                    <a:pt x="5706" y="134"/>
                  </a:cubicBezTo>
                  <a:cubicBezTo>
                    <a:pt x="4937" y="134"/>
                    <a:pt x="4937" y="477"/>
                    <a:pt x="4937" y="477"/>
                  </a:cubicBezTo>
                  <a:cubicBezTo>
                    <a:pt x="4937" y="477"/>
                    <a:pt x="4067" y="1"/>
                    <a:pt x="31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66"/>
            <p:cNvSpPr/>
            <p:nvPr/>
          </p:nvSpPr>
          <p:spPr>
            <a:xfrm>
              <a:off x="2109358" y="2861123"/>
              <a:ext cx="165698" cy="417311"/>
            </a:xfrm>
            <a:custGeom>
              <a:avLst/>
              <a:gdLst/>
              <a:ahLst/>
              <a:cxnLst/>
              <a:rect l="l" t="t" r="r" b="b"/>
              <a:pathLst>
                <a:path w="5782" h="14562" extrusionOk="0">
                  <a:moveTo>
                    <a:pt x="5781" y="0"/>
                  </a:moveTo>
                  <a:cubicBezTo>
                    <a:pt x="5781" y="0"/>
                    <a:pt x="3392" y="0"/>
                    <a:pt x="2648" y="1387"/>
                  </a:cubicBezTo>
                  <a:cubicBezTo>
                    <a:pt x="1963" y="2649"/>
                    <a:pt x="0" y="6032"/>
                    <a:pt x="2690" y="14561"/>
                  </a:cubicBezTo>
                  <a:cubicBezTo>
                    <a:pt x="2690" y="14561"/>
                    <a:pt x="4110" y="8897"/>
                    <a:pt x="4077" y="6107"/>
                  </a:cubicBezTo>
                  <a:cubicBezTo>
                    <a:pt x="4052" y="3317"/>
                    <a:pt x="5781" y="0"/>
                    <a:pt x="57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66"/>
            <p:cNvSpPr/>
            <p:nvPr/>
          </p:nvSpPr>
          <p:spPr>
            <a:xfrm>
              <a:off x="2139506" y="3149044"/>
              <a:ext cx="113742" cy="89899"/>
            </a:xfrm>
            <a:custGeom>
              <a:avLst/>
              <a:gdLst/>
              <a:ahLst/>
              <a:cxnLst/>
              <a:rect l="l" t="t" r="r" b="b"/>
              <a:pathLst>
                <a:path w="3969" h="3137" extrusionOk="0">
                  <a:moveTo>
                    <a:pt x="1902" y="0"/>
                  </a:moveTo>
                  <a:cubicBezTo>
                    <a:pt x="1015" y="0"/>
                    <a:pt x="527" y="1089"/>
                    <a:pt x="527" y="1089"/>
                  </a:cubicBezTo>
                  <a:cubicBezTo>
                    <a:pt x="1" y="1707"/>
                    <a:pt x="869" y="3019"/>
                    <a:pt x="869" y="3019"/>
                  </a:cubicBezTo>
                  <a:cubicBezTo>
                    <a:pt x="869" y="3019"/>
                    <a:pt x="951" y="3046"/>
                    <a:pt x="1037" y="3046"/>
                  </a:cubicBezTo>
                  <a:cubicBezTo>
                    <a:pt x="1095" y="3046"/>
                    <a:pt x="1155" y="3034"/>
                    <a:pt x="1195" y="2994"/>
                  </a:cubicBezTo>
                  <a:cubicBezTo>
                    <a:pt x="1313" y="2870"/>
                    <a:pt x="1424" y="2825"/>
                    <a:pt x="1523" y="2825"/>
                  </a:cubicBezTo>
                  <a:cubicBezTo>
                    <a:pt x="1784" y="2825"/>
                    <a:pt x="1964" y="3136"/>
                    <a:pt x="1964" y="3136"/>
                  </a:cubicBezTo>
                  <a:cubicBezTo>
                    <a:pt x="3969" y="1649"/>
                    <a:pt x="2524" y="170"/>
                    <a:pt x="2524" y="170"/>
                  </a:cubicBezTo>
                  <a:cubicBezTo>
                    <a:pt x="2299" y="50"/>
                    <a:pt x="2091" y="0"/>
                    <a:pt x="1902" y="0"/>
                  </a:cubicBezTo>
                  <a:close/>
                </a:path>
              </a:pathLst>
            </a:custGeom>
            <a:solidFill>
              <a:srgbClr val="D4AA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66"/>
            <p:cNvSpPr/>
            <p:nvPr/>
          </p:nvSpPr>
          <p:spPr>
            <a:xfrm>
              <a:off x="2414106" y="2886170"/>
              <a:ext cx="341053" cy="381976"/>
            </a:xfrm>
            <a:custGeom>
              <a:avLst/>
              <a:gdLst/>
              <a:ahLst/>
              <a:cxnLst/>
              <a:rect l="l" t="t" r="r" b="b"/>
              <a:pathLst>
                <a:path w="11901" h="13329" extrusionOk="0">
                  <a:moveTo>
                    <a:pt x="3832" y="1"/>
                  </a:moveTo>
                  <a:cubicBezTo>
                    <a:pt x="3681" y="1"/>
                    <a:pt x="3550" y="50"/>
                    <a:pt x="3443" y="154"/>
                  </a:cubicBezTo>
                  <a:cubicBezTo>
                    <a:pt x="1" y="3487"/>
                    <a:pt x="7135" y="9928"/>
                    <a:pt x="7135" y="9928"/>
                  </a:cubicBezTo>
                  <a:lnTo>
                    <a:pt x="5489" y="10262"/>
                  </a:lnTo>
                  <a:cubicBezTo>
                    <a:pt x="5882" y="11048"/>
                    <a:pt x="4955" y="12510"/>
                    <a:pt x="4955" y="12510"/>
                  </a:cubicBezTo>
                  <a:cubicBezTo>
                    <a:pt x="4955" y="12510"/>
                    <a:pt x="7361" y="13329"/>
                    <a:pt x="9282" y="13329"/>
                  </a:cubicBezTo>
                  <a:cubicBezTo>
                    <a:pt x="10476" y="13329"/>
                    <a:pt x="11483" y="13012"/>
                    <a:pt x="11605" y="11983"/>
                  </a:cubicBezTo>
                  <a:cubicBezTo>
                    <a:pt x="11901" y="9482"/>
                    <a:pt x="5930" y="1"/>
                    <a:pt x="38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66"/>
            <p:cNvSpPr/>
            <p:nvPr/>
          </p:nvSpPr>
          <p:spPr>
            <a:xfrm>
              <a:off x="2450730" y="2861123"/>
              <a:ext cx="165698" cy="417311"/>
            </a:xfrm>
            <a:custGeom>
              <a:avLst/>
              <a:gdLst/>
              <a:ahLst/>
              <a:cxnLst/>
              <a:rect l="l" t="t" r="r" b="b"/>
              <a:pathLst>
                <a:path w="5782" h="14562" extrusionOk="0">
                  <a:moveTo>
                    <a:pt x="1" y="0"/>
                  </a:moveTo>
                  <a:cubicBezTo>
                    <a:pt x="1" y="0"/>
                    <a:pt x="1722" y="3317"/>
                    <a:pt x="1697" y="6107"/>
                  </a:cubicBezTo>
                  <a:cubicBezTo>
                    <a:pt x="1672" y="8897"/>
                    <a:pt x="3084" y="14561"/>
                    <a:pt x="3084" y="14561"/>
                  </a:cubicBezTo>
                  <a:cubicBezTo>
                    <a:pt x="5782" y="6032"/>
                    <a:pt x="3810" y="2649"/>
                    <a:pt x="3134" y="1387"/>
                  </a:cubicBezTo>
                  <a:cubicBezTo>
                    <a:pt x="239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66"/>
            <p:cNvSpPr/>
            <p:nvPr/>
          </p:nvSpPr>
          <p:spPr>
            <a:xfrm>
              <a:off x="2472539" y="3149044"/>
              <a:ext cx="113742" cy="89899"/>
            </a:xfrm>
            <a:custGeom>
              <a:avLst/>
              <a:gdLst/>
              <a:ahLst/>
              <a:cxnLst/>
              <a:rect l="l" t="t" r="r" b="b"/>
              <a:pathLst>
                <a:path w="3969" h="3137" extrusionOk="0">
                  <a:moveTo>
                    <a:pt x="2071" y="0"/>
                  </a:moveTo>
                  <a:cubicBezTo>
                    <a:pt x="1881" y="0"/>
                    <a:pt x="1672" y="50"/>
                    <a:pt x="1445" y="170"/>
                  </a:cubicBezTo>
                  <a:cubicBezTo>
                    <a:pt x="1445" y="170"/>
                    <a:pt x="0" y="1649"/>
                    <a:pt x="2005" y="3136"/>
                  </a:cubicBezTo>
                  <a:cubicBezTo>
                    <a:pt x="2005" y="3136"/>
                    <a:pt x="2185" y="2825"/>
                    <a:pt x="2446" y="2825"/>
                  </a:cubicBezTo>
                  <a:cubicBezTo>
                    <a:pt x="2545" y="2825"/>
                    <a:pt x="2656" y="2870"/>
                    <a:pt x="2774" y="2994"/>
                  </a:cubicBezTo>
                  <a:cubicBezTo>
                    <a:pt x="2814" y="3034"/>
                    <a:pt x="2874" y="3046"/>
                    <a:pt x="2932" y="3046"/>
                  </a:cubicBezTo>
                  <a:cubicBezTo>
                    <a:pt x="3018" y="3046"/>
                    <a:pt x="3099" y="3019"/>
                    <a:pt x="3099" y="3019"/>
                  </a:cubicBezTo>
                  <a:cubicBezTo>
                    <a:pt x="3099" y="3019"/>
                    <a:pt x="3968" y="1707"/>
                    <a:pt x="3450" y="1089"/>
                  </a:cubicBezTo>
                  <a:cubicBezTo>
                    <a:pt x="3450" y="1089"/>
                    <a:pt x="2963" y="0"/>
                    <a:pt x="2071" y="0"/>
                  </a:cubicBezTo>
                  <a:close/>
                </a:path>
              </a:pathLst>
            </a:custGeom>
            <a:solidFill>
              <a:srgbClr val="D4AA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66"/>
            <p:cNvSpPr/>
            <p:nvPr/>
          </p:nvSpPr>
          <p:spPr>
            <a:xfrm>
              <a:off x="2186448" y="3278404"/>
              <a:ext cx="352659" cy="29460"/>
            </a:xfrm>
            <a:custGeom>
              <a:avLst/>
              <a:gdLst/>
              <a:ahLst/>
              <a:cxnLst/>
              <a:rect l="l" t="t" r="r" b="b"/>
              <a:pathLst>
                <a:path w="12306" h="1028" extrusionOk="0">
                  <a:moveTo>
                    <a:pt x="0" y="0"/>
                  </a:moveTo>
                  <a:lnTo>
                    <a:pt x="0" y="1028"/>
                  </a:lnTo>
                  <a:lnTo>
                    <a:pt x="12306" y="1028"/>
                  </a:lnTo>
                  <a:lnTo>
                    <a:pt x="12306" y="0"/>
                  </a:lnTo>
                  <a:close/>
                </a:path>
              </a:pathLst>
            </a:custGeom>
            <a:solidFill>
              <a:srgbClr val="F657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66"/>
            <p:cNvSpPr/>
            <p:nvPr/>
          </p:nvSpPr>
          <p:spPr>
            <a:xfrm>
              <a:off x="2332230" y="3272902"/>
              <a:ext cx="51755" cy="40493"/>
            </a:xfrm>
            <a:custGeom>
              <a:avLst/>
              <a:gdLst/>
              <a:ahLst/>
              <a:cxnLst/>
              <a:rect l="l" t="t" r="r" b="b"/>
              <a:pathLst>
                <a:path w="1806" h="1413" extrusionOk="0">
                  <a:moveTo>
                    <a:pt x="1" y="0"/>
                  </a:moveTo>
                  <a:lnTo>
                    <a:pt x="1" y="1412"/>
                  </a:lnTo>
                  <a:lnTo>
                    <a:pt x="1805" y="1412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rgbClr val="3734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66"/>
            <p:cNvSpPr/>
            <p:nvPr/>
          </p:nvSpPr>
          <p:spPr>
            <a:xfrm>
              <a:off x="2006390" y="4486430"/>
              <a:ext cx="149420" cy="53647"/>
            </a:xfrm>
            <a:custGeom>
              <a:avLst/>
              <a:gdLst/>
              <a:ahLst/>
              <a:cxnLst/>
              <a:rect l="l" t="t" r="r" b="b"/>
              <a:pathLst>
                <a:path w="5214" h="1872" extrusionOk="0">
                  <a:moveTo>
                    <a:pt x="3785" y="1"/>
                  </a:moveTo>
                  <a:lnTo>
                    <a:pt x="3593" y="627"/>
                  </a:lnTo>
                  <a:lnTo>
                    <a:pt x="1" y="1872"/>
                  </a:lnTo>
                  <a:lnTo>
                    <a:pt x="5214" y="1872"/>
                  </a:lnTo>
                  <a:lnTo>
                    <a:pt x="5214" y="1"/>
                  </a:lnTo>
                  <a:close/>
                </a:path>
              </a:pathLst>
            </a:custGeom>
            <a:solidFill>
              <a:srgbClr val="151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66"/>
            <p:cNvSpPr/>
            <p:nvPr/>
          </p:nvSpPr>
          <p:spPr>
            <a:xfrm>
              <a:off x="2560404" y="4486430"/>
              <a:ext cx="126895" cy="53647"/>
            </a:xfrm>
            <a:custGeom>
              <a:avLst/>
              <a:gdLst/>
              <a:ahLst/>
              <a:cxnLst/>
              <a:rect l="l" t="t" r="r" b="b"/>
              <a:pathLst>
                <a:path w="4428" h="1872" extrusionOk="0">
                  <a:moveTo>
                    <a:pt x="0" y="1"/>
                  </a:moveTo>
                  <a:lnTo>
                    <a:pt x="0" y="1872"/>
                  </a:lnTo>
                  <a:lnTo>
                    <a:pt x="4194" y="1872"/>
                  </a:lnTo>
                  <a:cubicBezTo>
                    <a:pt x="4386" y="1864"/>
                    <a:pt x="4428" y="1596"/>
                    <a:pt x="4252" y="1538"/>
                  </a:cubicBezTo>
                  <a:lnTo>
                    <a:pt x="1621" y="627"/>
                  </a:lnTo>
                  <a:lnTo>
                    <a:pt x="1420" y="1"/>
                  </a:lnTo>
                  <a:close/>
                </a:path>
              </a:pathLst>
            </a:custGeom>
            <a:solidFill>
              <a:srgbClr val="151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66"/>
            <p:cNvSpPr/>
            <p:nvPr/>
          </p:nvSpPr>
          <p:spPr>
            <a:xfrm>
              <a:off x="2145008" y="2893449"/>
              <a:ext cx="435766" cy="518815"/>
            </a:xfrm>
            <a:custGeom>
              <a:avLst/>
              <a:gdLst/>
              <a:ahLst/>
              <a:cxnLst/>
              <a:rect l="l" t="t" r="r" b="b"/>
              <a:pathLst>
                <a:path w="15206" h="18104" extrusionOk="0">
                  <a:moveTo>
                    <a:pt x="352" y="0"/>
                  </a:moveTo>
                  <a:cubicBezTo>
                    <a:pt x="160" y="0"/>
                    <a:pt x="1" y="151"/>
                    <a:pt x="1" y="351"/>
                  </a:cubicBezTo>
                  <a:lnTo>
                    <a:pt x="1" y="17752"/>
                  </a:lnTo>
                  <a:cubicBezTo>
                    <a:pt x="1" y="17953"/>
                    <a:pt x="160" y="18103"/>
                    <a:pt x="352" y="18103"/>
                  </a:cubicBezTo>
                  <a:lnTo>
                    <a:pt x="14854" y="18103"/>
                  </a:lnTo>
                  <a:cubicBezTo>
                    <a:pt x="15046" y="18103"/>
                    <a:pt x="15205" y="17953"/>
                    <a:pt x="15205" y="17752"/>
                  </a:cubicBezTo>
                  <a:lnTo>
                    <a:pt x="15205" y="351"/>
                  </a:lnTo>
                  <a:cubicBezTo>
                    <a:pt x="15205" y="151"/>
                    <a:pt x="15046" y="0"/>
                    <a:pt x="148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66"/>
            <p:cNvSpPr/>
            <p:nvPr/>
          </p:nvSpPr>
          <p:spPr>
            <a:xfrm>
              <a:off x="2145008" y="2893449"/>
              <a:ext cx="435766" cy="190572"/>
            </a:xfrm>
            <a:custGeom>
              <a:avLst/>
              <a:gdLst/>
              <a:ahLst/>
              <a:cxnLst/>
              <a:rect l="l" t="t" r="r" b="b"/>
              <a:pathLst>
                <a:path w="15206" h="6650" extrusionOk="0">
                  <a:moveTo>
                    <a:pt x="1931" y="0"/>
                  </a:moveTo>
                  <a:cubicBezTo>
                    <a:pt x="870" y="0"/>
                    <a:pt x="1" y="861"/>
                    <a:pt x="1" y="1930"/>
                  </a:cubicBezTo>
                  <a:lnTo>
                    <a:pt x="1" y="3066"/>
                  </a:lnTo>
                  <a:cubicBezTo>
                    <a:pt x="1" y="3066"/>
                    <a:pt x="1271" y="6650"/>
                    <a:pt x="7595" y="6650"/>
                  </a:cubicBezTo>
                  <a:cubicBezTo>
                    <a:pt x="13919" y="6650"/>
                    <a:pt x="15205" y="3066"/>
                    <a:pt x="15205" y="3066"/>
                  </a:cubicBezTo>
                  <a:lnTo>
                    <a:pt x="15205" y="1930"/>
                  </a:lnTo>
                  <a:cubicBezTo>
                    <a:pt x="15205" y="861"/>
                    <a:pt x="14336" y="0"/>
                    <a:pt x="132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66"/>
            <p:cNvSpPr/>
            <p:nvPr/>
          </p:nvSpPr>
          <p:spPr>
            <a:xfrm>
              <a:off x="2203671" y="3145061"/>
              <a:ext cx="328243" cy="218829"/>
            </a:xfrm>
            <a:custGeom>
              <a:avLst/>
              <a:gdLst/>
              <a:ahLst/>
              <a:cxnLst/>
              <a:rect l="l" t="t" r="r" b="b"/>
              <a:pathLst>
                <a:path w="11454" h="7636" extrusionOk="0">
                  <a:moveTo>
                    <a:pt x="143" y="0"/>
                  </a:moveTo>
                  <a:cubicBezTo>
                    <a:pt x="67" y="0"/>
                    <a:pt x="1" y="59"/>
                    <a:pt x="1" y="142"/>
                  </a:cubicBezTo>
                  <a:lnTo>
                    <a:pt x="1" y="7485"/>
                  </a:lnTo>
                  <a:cubicBezTo>
                    <a:pt x="1" y="7569"/>
                    <a:pt x="67" y="7636"/>
                    <a:pt x="143" y="7636"/>
                  </a:cubicBezTo>
                  <a:lnTo>
                    <a:pt x="11304" y="7636"/>
                  </a:lnTo>
                  <a:cubicBezTo>
                    <a:pt x="11387" y="7636"/>
                    <a:pt x="11454" y="7569"/>
                    <a:pt x="11454" y="7485"/>
                  </a:cubicBezTo>
                  <a:lnTo>
                    <a:pt x="11454" y="142"/>
                  </a:lnTo>
                  <a:cubicBezTo>
                    <a:pt x="11454" y="59"/>
                    <a:pt x="11387" y="0"/>
                    <a:pt x="11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66"/>
            <p:cNvSpPr/>
            <p:nvPr/>
          </p:nvSpPr>
          <p:spPr>
            <a:xfrm>
              <a:off x="2203671" y="3232438"/>
              <a:ext cx="328243" cy="11033"/>
            </a:xfrm>
            <a:custGeom>
              <a:avLst/>
              <a:gdLst/>
              <a:ahLst/>
              <a:cxnLst/>
              <a:rect l="l" t="t" r="r" b="b"/>
              <a:pathLst>
                <a:path w="11454" h="385" extrusionOk="0">
                  <a:moveTo>
                    <a:pt x="1" y="0"/>
                  </a:moveTo>
                  <a:lnTo>
                    <a:pt x="1" y="385"/>
                  </a:lnTo>
                  <a:lnTo>
                    <a:pt x="11454" y="385"/>
                  </a:lnTo>
                  <a:lnTo>
                    <a:pt x="11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66"/>
            <p:cNvSpPr/>
            <p:nvPr/>
          </p:nvSpPr>
          <p:spPr>
            <a:xfrm>
              <a:off x="2488100" y="3243442"/>
              <a:ext cx="32813" cy="54850"/>
            </a:xfrm>
            <a:custGeom>
              <a:avLst/>
              <a:gdLst/>
              <a:ahLst/>
              <a:cxnLst/>
              <a:rect l="l" t="t" r="r" b="b"/>
              <a:pathLst>
                <a:path w="1145" h="1914" extrusionOk="0">
                  <a:moveTo>
                    <a:pt x="0" y="1"/>
                  </a:moveTo>
                  <a:lnTo>
                    <a:pt x="0" y="1914"/>
                  </a:lnTo>
                  <a:lnTo>
                    <a:pt x="1145" y="191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66"/>
            <p:cNvSpPr/>
            <p:nvPr/>
          </p:nvSpPr>
          <p:spPr>
            <a:xfrm>
              <a:off x="2346359" y="3046651"/>
              <a:ext cx="32841" cy="74739"/>
            </a:xfrm>
            <a:custGeom>
              <a:avLst/>
              <a:gdLst/>
              <a:ahLst/>
              <a:cxnLst/>
              <a:rect l="l" t="t" r="r" b="b"/>
              <a:pathLst>
                <a:path w="1146" h="2608" extrusionOk="0">
                  <a:moveTo>
                    <a:pt x="1" y="1"/>
                  </a:moveTo>
                  <a:lnTo>
                    <a:pt x="1" y="2607"/>
                  </a:lnTo>
                  <a:lnTo>
                    <a:pt x="1145" y="2607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66"/>
            <p:cNvSpPr/>
            <p:nvPr/>
          </p:nvSpPr>
          <p:spPr>
            <a:xfrm>
              <a:off x="2336787" y="3070122"/>
              <a:ext cx="51985" cy="28027"/>
            </a:xfrm>
            <a:custGeom>
              <a:avLst/>
              <a:gdLst/>
              <a:ahLst/>
              <a:cxnLst/>
              <a:rect l="l" t="t" r="r" b="b"/>
              <a:pathLst>
                <a:path w="1814" h="978" extrusionOk="0">
                  <a:moveTo>
                    <a:pt x="0" y="0"/>
                  </a:moveTo>
                  <a:lnTo>
                    <a:pt x="0" y="978"/>
                  </a:lnTo>
                  <a:lnTo>
                    <a:pt x="1813" y="978"/>
                  </a:lnTo>
                  <a:lnTo>
                    <a:pt x="18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0" name="Google Shape;1590;p66"/>
          <p:cNvGrpSpPr/>
          <p:nvPr/>
        </p:nvGrpSpPr>
        <p:grpSpPr>
          <a:xfrm>
            <a:off x="5595698" y="3980450"/>
            <a:ext cx="274568" cy="951456"/>
            <a:chOff x="2647123" y="3608165"/>
            <a:chExt cx="274568" cy="951456"/>
          </a:xfrm>
        </p:grpSpPr>
        <p:sp>
          <p:nvSpPr>
            <p:cNvPr id="1591" name="Google Shape;1591;p66"/>
            <p:cNvSpPr/>
            <p:nvPr/>
          </p:nvSpPr>
          <p:spPr>
            <a:xfrm>
              <a:off x="2670508" y="3621720"/>
              <a:ext cx="24932" cy="807769"/>
            </a:xfrm>
            <a:custGeom>
              <a:avLst/>
              <a:gdLst/>
              <a:ahLst/>
              <a:cxnLst/>
              <a:rect l="l" t="t" r="r" b="b"/>
              <a:pathLst>
                <a:path w="870" h="28187" extrusionOk="0">
                  <a:moveTo>
                    <a:pt x="1" y="0"/>
                  </a:moveTo>
                  <a:lnTo>
                    <a:pt x="151" y="28186"/>
                  </a:lnTo>
                  <a:lnTo>
                    <a:pt x="870" y="28178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66"/>
            <p:cNvSpPr/>
            <p:nvPr/>
          </p:nvSpPr>
          <p:spPr>
            <a:xfrm>
              <a:off x="2647123" y="3608165"/>
              <a:ext cx="60295" cy="49950"/>
            </a:xfrm>
            <a:custGeom>
              <a:avLst/>
              <a:gdLst/>
              <a:ahLst/>
              <a:cxnLst/>
              <a:rect l="l" t="t" r="r" b="b"/>
              <a:pathLst>
                <a:path w="2104" h="1743" extrusionOk="0">
                  <a:moveTo>
                    <a:pt x="997" y="1"/>
                  </a:moveTo>
                  <a:cubicBezTo>
                    <a:pt x="622" y="1"/>
                    <a:pt x="283" y="249"/>
                    <a:pt x="174" y="632"/>
                  </a:cubicBezTo>
                  <a:cubicBezTo>
                    <a:pt x="1" y="1224"/>
                    <a:pt x="469" y="1743"/>
                    <a:pt x="1010" y="1743"/>
                  </a:cubicBezTo>
                  <a:cubicBezTo>
                    <a:pt x="1147" y="1743"/>
                    <a:pt x="1289" y="1709"/>
                    <a:pt x="1427" y="1634"/>
                  </a:cubicBezTo>
                  <a:cubicBezTo>
                    <a:pt x="2103" y="1258"/>
                    <a:pt x="1995" y="247"/>
                    <a:pt x="1251" y="39"/>
                  </a:cubicBezTo>
                  <a:cubicBezTo>
                    <a:pt x="1166" y="13"/>
                    <a:pt x="1081" y="1"/>
                    <a:pt x="997" y="1"/>
                  </a:cubicBezTo>
                  <a:close/>
                </a:path>
              </a:pathLst>
            </a:custGeom>
            <a:solidFill>
              <a:srgbClr val="151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66"/>
            <p:cNvSpPr/>
            <p:nvPr/>
          </p:nvSpPr>
          <p:spPr>
            <a:xfrm>
              <a:off x="2670765" y="3997820"/>
              <a:ext cx="250925" cy="527671"/>
            </a:xfrm>
            <a:custGeom>
              <a:avLst/>
              <a:gdLst/>
              <a:ahLst/>
              <a:cxnLst/>
              <a:rect l="l" t="t" r="r" b="b"/>
              <a:pathLst>
                <a:path w="8756" h="18413" extrusionOk="0">
                  <a:moveTo>
                    <a:pt x="8338" y="0"/>
                  </a:moveTo>
                  <a:lnTo>
                    <a:pt x="251" y="75"/>
                  </a:lnTo>
                  <a:cubicBezTo>
                    <a:pt x="109" y="75"/>
                    <a:pt x="0" y="192"/>
                    <a:pt x="0" y="334"/>
                  </a:cubicBezTo>
                  <a:lnTo>
                    <a:pt x="167" y="18162"/>
                  </a:lnTo>
                  <a:cubicBezTo>
                    <a:pt x="167" y="18304"/>
                    <a:pt x="284" y="18412"/>
                    <a:pt x="418" y="18412"/>
                  </a:cubicBezTo>
                  <a:lnTo>
                    <a:pt x="8505" y="18337"/>
                  </a:lnTo>
                  <a:cubicBezTo>
                    <a:pt x="8647" y="18337"/>
                    <a:pt x="8755" y="18220"/>
                    <a:pt x="8755" y="18087"/>
                  </a:cubicBezTo>
                  <a:lnTo>
                    <a:pt x="8597" y="251"/>
                  </a:lnTo>
                  <a:cubicBezTo>
                    <a:pt x="8588" y="109"/>
                    <a:pt x="8480" y="0"/>
                    <a:pt x="83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66"/>
            <p:cNvSpPr/>
            <p:nvPr/>
          </p:nvSpPr>
          <p:spPr>
            <a:xfrm>
              <a:off x="2709052" y="4490270"/>
              <a:ext cx="81301" cy="69351"/>
            </a:xfrm>
            <a:custGeom>
              <a:avLst/>
              <a:gdLst/>
              <a:ahLst/>
              <a:cxnLst/>
              <a:rect l="l" t="t" r="r" b="b"/>
              <a:pathLst>
                <a:path w="2837" h="2420" extrusionOk="0">
                  <a:moveTo>
                    <a:pt x="1233" y="0"/>
                  </a:moveTo>
                  <a:cubicBezTo>
                    <a:pt x="1226" y="0"/>
                    <a:pt x="1219" y="0"/>
                    <a:pt x="1212" y="0"/>
                  </a:cubicBezTo>
                  <a:cubicBezTo>
                    <a:pt x="536" y="0"/>
                    <a:pt x="1" y="552"/>
                    <a:pt x="9" y="1220"/>
                  </a:cubicBezTo>
                  <a:cubicBezTo>
                    <a:pt x="15" y="1945"/>
                    <a:pt x="610" y="2420"/>
                    <a:pt x="1227" y="2420"/>
                  </a:cubicBezTo>
                  <a:cubicBezTo>
                    <a:pt x="1528" y="2420"/>
                    <a:pt x="1835" y="2307"/>
                    <a:pt x="2081" y="2055"/>
                  </a:cubicBezTo>
                  <a:cubicBezTo>
                    <a:pt x="2836" y="1292"/>
                    <a:pt x="2297" y="0"/>
                    <a:pt x="1233" y="0"/>
                  </a:cubicBezTo>
                  <a:close/>
                </a:path>
              </a:pathLst>
            </a:custGeom>
            <a:solidFill>
              <a:srgbClr val="1519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66"/>
            <p:cNvSpPr/>
            <p:nvPr/>
          </p:nvSpPr>
          <p:spPr>
            <a:xfrm>
              <a:off x="2723668" y="4504627"/>
              <a:ext cx="47428" cy="40464"/>
            </a:xfrm>
            <a:custGeom>
              <a:avLst/>
              <a:gdLst/>
              <a:ahLst/>
              <a:cxnLst/>
              <a:rect l="l" t="t" r="r" b="b"/>
              <a:pathLst>
                <a:path w="1655" h="1412" extrusionOk="0">
                  <a:moveTo>
                    <a:pt x="702" y="1"/>
                  </a:moveTo>
                  <a:cubicBezTo>
                    <a:pt x="318" y="9"/>
                    <a:pt x="1" y="326"/>
                    <a:pt x="9" y="711"/>
                  </a:cubicBezTo>
                  <a:cubicBezTo>
                    <a:pt x="9" y="1134"/>
                    <a:pt x="355" y="1412"/>
                    <a:pt x="717" y="1412"/>
                  </a:cubicBezTo>
                  <a:cubicBezTo>
                    <a:pt x="891" y="1412"/>
                    <a:pt x="1068" y="1347"/>
                    <a:pt x="1212" y="1203"/>
                  </a:cubicBezTo>
                  <a:cubicBezTo>
                    <a:pt x="1655" y="752"/>
                    <a:pt x="1329" y="1"/>
                    <a:pt x="7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66"/>
            <p:cNvSpPr/>
            <p:nvPr/>
          </p:nvSpPr>
          <p:spPr>
            <a:xfrm>
              <a:off x="2834746" y="4188134"/>
              <a:ext cx="48403" cy="287549"/>
            </a:xfrm>
            <a:custGeom>
              <a:avLst/>
              <a:gdLst/>
              <a:ahLst/>
              <a:cxnLst/>
              <a:rect l="l" t="t" r="r" b="b"/>
              <a:pathLst>
                <a:path w="1689" h="10034" extrusionOk="0">
                  <a:moveTo>
                    <a:pt x="810" y="0"/>
                  </a:moveTo>
                  <a:cubicBezTo>
                    <a:pt x="805" y="0"/>
                    <a:pt x="799" y="0"/>
                    <a:pt x="794" y="1"/>
                  </a:cubicBezTo>
                  <a:cubicBezTo>
                    <a:pt x="352" y="1"/>
                    <a:pt x="1" y="368"/>
                    <a:pt x="1" y="811"/>
                  </a:cubicBezTo>
                  <a:lnTo>
                    <a:pt x="76" y="9240"/>
                  </a:lnTo>
                  <a:cubicBezTo>
                    <a:pt x="84" y="9678"/>
                    <a:pt x="435" y="10034"/>
                    <a:pt x="871" y="10034"/>
                  </a:cubicBezTo>
                  <a:cubicBezTo>
                    <a:pt x="876" y="10034"/>
                    <a:pt x="881" y="10034"/>
                    <a:pt x="886" y="10034"/>
                  </a:cubicBezTo>
                  <a:cubicBezTo>
                    <a:pt x="1329" y="10034"/>
                    <a:pt x="1688" y="9666"/>
                    <a:pt x="1688" y="9223"/>
                  </a:cubicBezTo>
                  <a:lnTo>
                    <a:pt x="1605" y="794"/>
                  </a:lnTo>
                  <a:cubicBezTo>
                    <a:pt x="1605" y="356"/>
                    <a:pt x="1246" y="0"/>
                    <a:pt x="8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5" name="Google Shape;1645;p66"/>
          <p:cNvGrpSpPr/>
          <p:nvPr/>
        </p:nvGrpSpPr>
        <p:grpSpPr>
          <a:xfrm>
            <a:off x="3437467" y="4639734"/>
            <a:ext cx="448086" cy="311898"/>
            <a:chOff x="1598675" y="4031321"/>
            <a:chExt cx="662705" cy="528415"/>
          </a:xfrm>
        </p:grpSpPr>
        <p:sp>
          <p:nvSpPr>
            <p:cNvPr id="1646" name="Google Shape;1646;p66"/>
            <p:cNvSpPr/>
            <p:nvPr/>
          </p:nvSpPr>
          <p:spPr>
            <a:xfrm>
              <a:off x="1821089" y="4031321"/>
              <a:ext cx="220061" cy="292593"/>
            </a:xfrm>
            <a:custGeom>
              <a:avLst/>
              <a:gdLst/>
              <a:ahLst/>
              <a:cxnLst/>
              <a:rect l="l" t="t" r="r" b="b"/>
              <a:pathLst>
                <a:path w="7679" h="10210" extrusionOk="0">
                  <a:moveTo>
                    <a:pt x="1254" y="1204"/>
                  </a:moveTo>
                  <a:lnTo>
                    <a:pt x="6475" y="1237"/>
                  </a:lnTo>
                  <a:lnTo>
                    <a:pt x="6425" y="8998"/>
                  </a:lnTo>
                  <a:lnTo>
                    <a:pt x="1204" y="8965"/>
                  </a:lnTo>
                  <a:lnTo>
                    <a:pt x="1254" y="1204"/>
                  </a:lnTo>
                  <a:close/>
                  <a:moveTo>
                    <a:pt x="68" y="1"/>
                  </a:moveTo>
                  <a:lnTo>
                    <a:pt x="1" y="10159"/>
                  </a:lnTo>
                  <a:lnTo>
                    <a:pt x="7611" y="10209"/>
                  </a:lnTo>
                  <a:lnTo>
                    <a:pt x="7678" y="51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66"/>
            <p:cNvSpPr/>
            <p:nvPr/>
          </p:nvSpPr>
          <p:spPr>
            <a:xfrm>
              <a:off x="1598675" y="4106260"/>
              <a:ext cx="662705" cy="453476"/>
            </a:xfrm>
            <a:custGeom>
              <a:avLst/>
              <a:gdLst/>
              <a:ahLst/>
              <a:cxnLst/>
              <a:rect l="l" t="t" r="r" b="b"/>
              <a:pathLst>
                <a:path w="23125" h="15824" extrusionOk="0">
                  <a:moveTo>
                    <a:pt x="402" y="0"/>
                  </a:moveTo>
                  <a:cubicBezTo>
                    <a:pt x="235" y="0"/>
                    <a:pt x="101" y="126"/>
                    <a:pt x="101" y="293"/>
                  </a:cubicBezTo>
                  <a:lnTo>
                    <a:pt x="9" y="15380"/>
                  </a:lnTo>
                  <a:cubicBezTo>
                    <a:pt x="1" y="15547"/>
                    <a:pt x="135" y="15681"/>
                    <a:pt x="302" y="15681"/>
                  </a:cubicBezTo>
                  <a:lnTo>
                    <a:pt x="22732" y="15823"/>
                  </a:lnTo>
                  <a:cubicBezTo>
                    <a:pt x="22737" y="15823"/>
                    <a:pt x="22742" y="15823"/>
                    <a:pt x="22747" y="15823"/>
                  </a:cubicBezTo>
                  <a:cubicBezTo>
                    <a:pt x="22907" y="15823"/>
                    <a:pt x="23033" y="15693"/>
                    <a:pt x="23033" y="15531"/>
                  </a:cubicBezTo>
                  <a:lnTo>
                    <a:pt x="23125" y="443"/>
                  </a:lnTo>
                  <a:cubicBezTo>
                    <a:pt x="23125" y="276"/>
                    <a:pt x="23000" y="143"/>
                    <a:pt x="22832" y="143"/>
                  </a:cubicBezTo>
                  <a:lnTo>
                    <a:pt x="4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66"/>
            <p:cNvSpPr/>
            <p:nvPr/>
          </p:nvSpPr>
          <p:spPr>
            <a:xfrm>
              <a:off x="1689177" y="4106747"/>
              <a:ext cx="61327" cy="449865"/>
            </a:xfrm>
            <a:custGeom>
              <a:avLst/>
              <a:gdLst/>
              <a:ahLst/>
              <a:cxnLst/>
              <a:rect l="l" t="t" r="r" b="b"/>
              <a:pathLst>
                <a:path w="2140" h="15698" extrusionOk="0">
                  <a:moveTo>
                    <a:pt x="101" y="0"/>
                  </a:moveTo>
                  <a:lnTo>
                    <a:pt x="1" y="15681"/>
                  </a:lnTo>
                  <a:lnTo>
                    <a:pt x="2039" y="15697"/>
                  </a:lnTo>
                  <a:lnTo>
                    <a:pt x="2139" y="1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66"/>
            <p:cNvSpPr/>
            <p:nvPr/>
          </p:nvSpPr>
          <p:spPr>
            <a:xfrm>
              <a:off x="2109817" y="4109384"/>
              <a:ext cx="61327" cy="449865"/>
            </a:xfrm>
            <a:custGeom>
              <a:avLst/>
              <a:gdLst/>
              <a:ahLst/>
              <a:cxnLst/>
              <a:rect l="l" t="t" r="r" b="b"/>
              <a:pathLst>
                <a:path w="2140" h="15698" extrusionOk="0">
                  <a:moveTo>
                    <a:pt x="101" y="0"/>
                  </a:moveTo>
                  <a:lnTo>
                    <a:pt x="1" y="15681"/>
                  </a:lnTo>
                  <a:lnTo>
                    <a:pt x="2039" y="15697"/>
                  </a:lnTo>
                  <a:lnTo>
                    <a:pt x="2139" y="1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46DE205-33FA-B8B0-B79B-526F650E0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099" y="926507"/>
            <a:ext cx="3994689" cy="2415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4" name="Google Shape;7764;p67"/>
          <p:cNvSpPr txBox="1">
            <a:spLocks noGrp="1"/>
          </p:cNvSpPr>
          <p:nvPr>
            <p:ph type="title"/>
          </p:nvPr>
        </p:nvSpPr>
        <p:spPr>
          <a:xfrm>
            <a:off x="378094" y="1853"/>
            <a:ext cx="7704000" cy="739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i="0" dirty="0"/>
              <a:t>Payment System</a:t>
            </a:r>
            <a:endParaRPr sz="4000" i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346DC-E9B4-D679-7A41-AD2E0C0A0821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87465" y="955055"/>
            <a:ext cx="3912041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Booking redirects to payment system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Multiple options: UPI and Card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UPI allows ID entry or QR scan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Card requires number, expiry, CVV </a:t>
            </a:r>
          </a:p>
          <a:p>
            <a:pPr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Payment process is simulated </a:t>
            </a:r>
          </a:p>
        </p:txBody>
      </p:sp>
      <p:grpSp>
        <p:nvGrpSpPr>
          <p:cNvPr id="803" name="Google Shape;803;p49"/>
          <p:cNvGrpSpPr/>
          <p:nvPr/>
        </p:nvGrpSpPr>
        <p:grpSpPr>
          <a:xfrm>
            <a:off x="6663266" y="-113750"/>
            <a:ext cx="1606583" cy="855133"/>
            <a:chOff x="4468975" y="1576951"/>
            <a:chExt cx="4132497" cy="1780990"/>
          </a:xfrm>
        </p:grpSpPr>
        <p:sp>
          <p:nvSpPr>
            <p:cNvPr id="804" name="Google Shape;804;p49"/>
            <p:cNvSpPr/>
            <p:nvPr/>
          </p:nvSpPr>
          <p:spPr>
            <a:xfrm>
              <a:off x="7001254" y="2473653"/>
              <a:ext cx="1600218" cy="650729"/>
            </a:xfrm>
            <a:custGeom>
              <a:avLst/>
              <a:gdLst/>
              <a:ahLst/>
              <a:cxnLst/>
              <a:rect l="l" t="t" r="r" b="b"/>
              <a:pathLst>
                <a:path w="23337" h="9490" extrusionOk="0">
                  <a:moveTo>
                    <a:pt x="8365" y="0"/>
                  </a:moveTo>
                  <a:lnTo>
                    <a:pt x="0" y="5656"/>
                  </a:lnTo>
                  <a:lnTo>
                    <a:pt x="23336" y="9490"/>
                  </a:lnTo>
                  <a:lnTo>
                    <a:pt x="21419" y="7256"/>
                  </a:lnTo>
                  <a:lnTo>
                    <a:pt x="8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9"/>
            <p:cNvSpPr/>
            <p:nvPr/>
          </p:nvSpPr>
          <p:spPr>
            <a:xfrm>
              <a:off x="7001254" y="2513835"/>
              <a:ext cx="1600218" cy="611644"/>
            </a:xfrm>
            <a:custGeom>
              <a:avLst/>
              <a:gdLst/>
              <a:ahLst/>
              <a:cxnLst/>
              <a:rect l="l" t="t" r="r" b="b"/>
              <a:pathLst>
                <a:path w="23337" h="8920" extrusionOk="0">
                  <a:moveTo>
                    <a:pt x="8175" y="0"/>
                  </a:moveTo>
                  <a:lnTo>
                    <a:pt x="0" y="5086"/>
                  </a:lnTo>
                  <a:lnTo>
                    <a:pt x="23336" y="8920"/>
                  </a:lnTo>
                  <a:cubicBezTo>
                    <a:pt x="23130" y="8048"/>
                    <a:pt x="22576" y="7335"/>
                    <a:pt x="21784" y="6939"/>
                  </a:cubicBezTo>
                  <a:lnTo>
                    <a:pt x="81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9"/>
            <p:cNvSpPr/>
            <p:nvPr/>
          </p:nvSpPr>
          <p:spPr>
            <a:xfrm>
              <a:off x="5782326" y="3178630"/>
              <a:ext cx="582365" cy="179311"/>
            </a:xfrm>
            <a:custGeom>
              <a:avLst/>
              <a:gdLst/>
              <a:ahLst/>
              <a:cxnLst/>
              <a:rect l="l" t="t" r="r" b="b"/>
              <a:pathLst>
                <a:path w="8493" h="2615" extrusionOk="0">
                  <a:moveTo>
                    <a:pt x="5736" y="1"/>
                  </a:moveTo>
                  <a:lnTo>
                    <a:pt x="1" y="1078"/>
                  </a:lnTo>
                  <a:lnTo>
                    <a:pt x="7479" y="2615"/>
                  </a:lnTo>
                  <a:lnTo>
                    <a:pt x="8493" y="2045"/>
                  </a:lnTo>
                  <a:lnTo>
                    <a:pt x="5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9"/>
            <p:cNvSpPr/>
            <p:nvPr/>
          </p:nvSpPr>
          <p:spPr>
            <a:xfrm>
              <a:off x="5782326" y="3188436"/>
              <a:ext cx="582365" cy="169505"/>
            </a:xfrm>
            <a:custGeom>
              <a:avLst/>
              <a:gdLst/>
              <a:ahLst/>
              <a:cxnLst/>
              <a:rect l="l" t="t" r="r" b="b"/>
              <a:pathLst>
                <a:path w="8493" h="2472" extrusionOk="0">
                  <a:moveTo>
                    <a:pt x="5530" y="1"/>
                  </a:moveTo>
                  <a:lnTo>
                    <a:pt x="1" y="935"/>
                  </a:lnTo>
                  <a:lnTo>
                    <a:pt x="7479" y="2472"/>
                  </a:lnTo>
                  <a:lnTo>
                    <a:pt x="8493" y="1902"/>
                  </a:lnTo>
                  <a:lnTo>
                    <a:pt x="55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9"/>
            <p:cNvSpPr/>
            <p:nvPr/>
          </p:nvSpPr>
          <p:spPr>
            <a:xfrm>
              <a:off x="5460794" y="1576951"/>
              <a:ext cx="2999389" cy="1714044"/>
            </a:xfrm>
            <a:custGeom>
              <a:avLst/>
              <a:gdLst/>
              <a:ahLst/>
              <a:cxnLst/>
              <a:rect l="l" t="t" r="r" b="b"/>
              <a:pathLst>
                <a:path w="43742" h="24997" extrusionOk="0">
                  <a:moveTo>
                    <a:pt x="37292" y="1"/>
                  </a:moveTo>
                  <a:cubicBezTo>
                    <a:pt x="34642" y="1"/>
                    <a:pt x="32050" y="1908"/>
                    <a:pt x="32050" y="1908"/>
                  </a:cubicBezTo>
                  <a:lnTo>
                    <a:pt x="2805" y="21331"/>
                  </a:lnTo>
                  <a:lnTo>
                    <a:pt x="682" y="23264"/>
                  </a:lnTo>
                  <a:lnTo>
                    <a:pt x="175" y="24135"/>
                  </a:lnTo>
                  <a:cubicBezTo>
                    <a:pt x="1" y="24436"/>
                    <a:pt x="127" y="24816"/>
                    <a:pt x="460" y="24927"/>
                  </a:cubicBezTo>
                  <a:cubicBezTo>
                    <a:pt x="581" y="24976"/>
                    <a:pt x="711" y="24996"/>
                    <a:pt x="844" y="24996"/>
                  </a:cubicBezTo>
                  <a:cubicBezTo>
                    <a:pt x="885" y="24996"/>
                    <a:pt x="926" y="24994"/>
                    <a:pt x="967" y="24991"/>
                  </a:cubicBezTo>
                  <a:lnTo>
                    <a:pt x="10552" y="23660"/>
                  </a:lnTo>
                  <a:cubicBezTo>
                    <a:pt x="11898" y="23470"/>
                    <a:pt x="13197" y="23090"/>
                    <a:pt x="14417" y="22519"/>
                  </a:cubicBezTo>
                  <a:lnTo>
                    <a:pt x="19566" y="20111"/>
                  </a:lnTo>
                  <a:cubicBezTo>
                    <a:pt x="19566" y="20111"/>
                    <a:pt x="23511" y="19683"/>
                    <a:pt x="27630" y="16737"/>
                  </a:cubicBezTo>
                  <a:cubicBezTo>
                    <a:pt x="31242" y="14139"/>
                    <a:pt x="30925" y="13014"/>
                    <a:pt x="30925" y="13014"/>
                  </a:cubicBezTo>
                  <a:cubicBezTo>
                    <a:pt x="30925" y="13014"/>
                    <a:pt x="40557" y="6788"/>
                    <a:pt x="42253" y="3857"/>
                  </a:cubicBezTo>
                  <a:cubicBezTo>
                    <a:pt x="43742" y="1259"/>
                    <a:pt x="40066" y="926"/>
                    <a:pt x="40066" y="926"/>
                  </a:cubicBezTo>
                  <a:cubicBezTo>
                    <a:pt x="39213" y="249"/>
                    <a:pt x="38249" y="1"/>
                    <a:pt x="37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9"/>
            <p:cNvSpPr/>
            <p:nvPr/>
          </p:nvSpPr>
          <p:spPr>
            <a:xfrm>
              <a:off x="5913778" y="1881817"/>
              <a:ext cx="1728444" cy="1120022"/>
            </a:xfrm>
            <a:custGeom>
              <a:avLst/>
              <a:gdLst/>
              <a:ahLst/>
              <a:cxnLst/>
              <a:rect l="l" t="t" r="r" b="b"/>
              <a:pathLst>
                <a:path w="25207" h="16334" extrusionOk="0">
                  <a:moveTo>
                    <a:pt x="24939" y="0"/>
                  </a:moveTo>
                  <a:cubicBezTo>
                    <a:pt x="24894" y="0"/>
                    <a:pt x="24849" y="14"/>
                    <a:pt x="24810" y="44"/>
                  </a:cubicBezTo>
                  <a:cubicBezTo>
                    <a:pt x="24636" y="171"/>
                    <a:pt x="24541" y="393"/>
                    <a:pt x="24557" y="615"/>
                  </a:cubicBezTo>
                  <a:cubicBezTo>
                    <a:pt x="24579" y="761"/>
                    <a:pt x="24674" y="852"/>
                    <a:pt x="24784" y="852"/>
                  </a:cubicBezTo>
                  <a:cubicBezTo>
                    <a:pt x="24829" y="852"/>
                    <a:pt x="24876" y="837"/>
                    <a:pt x="24921" y="805"/>
                  </a:cubicBezTo>
                  <a:cubicBezTo>
                    <a:pt x="25111" y="662"/>
                    <a:pt x="25206" y="456"/>
                    <a:pt x="25175" y="235"/>
                  </a:cubicBezTo>
                  <a:cubicBezTo>
                    <a:pt x="25175" y="97"/>
                    <a:pt x="25058" y="0"/>
                    <a:pt x="24939" y="0"/>
                  </a:cubicBezTo>
                  <a:close/>
                  <a:moveTo>
                    <a:pt x="23069" y="1192"/>
                  </a:moveTo>
                  <a:cubicBezTo>
                    <a:pt x="23024" y="1192"/>
                    <a:pt x="22975" y="1205"/>
                    <a:pt x="22925" y="1233"/>
                  </a:cubicBezTo>
                  <a:lnTo>
                    <a:pt x="22925" y="1217"/>
                  </a:lnTo>
                  <a:cubicBezTo>
                    <a:pt x="22751" y="1359"/>
                    <a:pt x="22656" y="1565"/>
                    <a:pt x="22672" y="1787"/>
                  </a:cubicBezTo>
                  <a:cubicBezTo>
                    <a:pt x="22694" y="1934"/>
                    <a:pt x="22789" y="2024"/>
                    <a:pt x="22899" y="2024"/>
                  </a:cubicBezTo>
                  <a:cubicBezTo>
                    <a:pt x="22943" y="2024"/>
                    <a:pt x="22990" y="2009"/>
                    <a:pt x="23036" y="1977"/>
                  </a:cubicBezTo>
                  <a:cubicBezTo>
                    <a:pt x="23226" y="1850"/>
                    <a:pt x="23321" y="1629"/>
                    <a:pt x="23289" y="1407"/>
                  </a:cubicBezTo>
                  <a:cubicBezTo>
                    <a:pt x="23267" y="1271"/>
                    <a:pt x="23180" y="1192"/>
                    <a:pt x="23069" y="1192"/>
                  </a:cubicBezTo>
                  <a:close/>
                  <a:moveTo>
                    <a:pt x="21186" y="2386"/>
                  </a:moveTo>
                  <a:cubicBezTo>
                    <a:pt x="21139" y="2386"/>
                    <a:pt x="21089" y="2403"/>
                    <a:pt x="21040" y="2437"/>
                  </a:cubicBezTo>
                  <a:cubicBezTo>
                    <a:pt x="20850" y="2563"/>
                    <a:pt x="20755" y="2785"/>
                    <a:pt x="20786" y="3007"/>
                  </a:cubicBezTo>
                  <a:cubicBezTo>
                    <a:pt x="20808" y="3150"/>
                    <a:pt x="20899" y="3231"/>
                    <a:pt x="21005" y="3231"/>
                  </a:cubicBezTo>
                  <a:cubicBezTo>
                    <a:pt x="21052" y="3231"/>
                    <a:pt x="21102" y="3215"/>
                    <a:pt x="21151" y="3181"/>
                  </a:cubicBezTo>
                  <a:cubicBezTo>
                    <a:pt x="21341" y="3054"/>
                    <a:pt x="21436" y="2833"/>
                    <a:pt x="21404" y="2611"/>
                  </a:cubicBezTo>
                  <a:cubicBezTo>
                    <a:pt x="21382" y="2468"/>
                    <a:pt x="21292" y="2386"/>
                    <a:pt x="21186" y="2386"/>
                  </a:cubicBezTo>
                  <a:close/>
                  <a:moveTo>
                    <a:pt x="19296" y="3575"/>
                  </a:moveTo>
                  <a:cubicBezTo>
                    <a:pt x="19251" y="3575"/>
                    <a:pt x="19203" y="3591"/>
                    <a:pt x="19155" y="3625"/>
                  </a:cubicBezTo>
                  <a:lnTo>
                    <a:pt x="19139" y="3625"/>
                  </a:lnTo>
                  <a:cubicBezTo>
                    <a:pt x="18964" y="3767"/>
                    <a:pt x="18869" y="3973"/>
                    <a:pt x="18901" y="4195"/>
                  </a:cubicBezTo>
                  <a:cubicBezTo>
                    <a:pt x="18923" y="4350"/>
                    <a:pt x="19007" y="4435"/>
                    <a:pt x="19114" y="4435"/>
                  </a:cubicBezTo>
                  <a:cubicBezTo>
                    <a:pt x="19161" y="4435"/>
                    <a:pt x="19213" y="4419"/>
                    <a:pt x="19265" y="4385"/>
                  </a:cubicBezTo>
                  <a:cubicBezTo>
                    <a:pt x="19440" y="4259"/>
                    <a:pt x="19535" y="4037"/>
                    <a:pt x="19519" y="3815"/>
                  </a:cubicBezTo>
                  <a:cubicBezTo>
                    <a:pt x="19486" y="3660"/>
                    <a:pt x="19399" y="3575"/>
                    <a:pt x="19296" y="3575"/>
                  </a:cubicBezTo>
                  <a:close/>
                  <a:moveTo>
                    <a:pt x="17395" y="4773"/>
                  </a:moveTo>
                  <a:cubicBezTo>
                    <a:pt x="17351" y="4773"/>
                    <a:pt x="17303" y="4786"/>
                    <a:pt x="17253" y="4813"/>
                  </a:cubicBezTo>
                  <a:cubicBezTo>
                    <a:pt x="17079" y="4956"/>
                    <a:pt x="16984" y="5162"/>
                    <a:pt x="17016" y="5383"/>
                  </a:cubicBezTo>
                  <a:cubicBezTo>
                    <a:pt x="17038" y="5530"/>
                    <a:pt x="17125" y="5620"/>
                    <a:pt x="17236" y="5620"/>
                  </a:cubicBezTo>
                  <a:cubicBezTo>
                    <a:pt x="17281" y="5620"/>
                    <a:pt x="17330" y="5605"/>
                    <a:pt x="17380" y="5573"/>
                  </a:cubicBezTo>
                  <a:cubicBezTo>
                    <a:pt x="17554" y="5447"/>
                    <a:pt x="17650" y="5225"/>
                    <a:pt x="17618" y="5003"/>
                  </a:cubicBezTo>
                  <a:cubicBezTo>
                    <a:pt x="17595" y="4856"/>
                    <a:pt x="17507" y="4773"/>
                    <a:pt x="17395" y="4773"/>
                  </a:cubicBezTo>
                  <a:close/>
                  <a:moveTo>
                    <a:pt x="15528" y="5967"/>
                  </a:moveTo>
                  <a:cubicBezTo>
                    <a:pt x="15481" y="5967"/>
                    <a:pt x="15427" y="5983"/>
                    <a:pt x="15368" y="6017"/>
                  </a:cubicBezTo>
                  <a:cubicBezTo>
                    <a:pt x="15194" y="6144"/>
                    <a:pt x="15099" y="6366"/>
                    <a:pt x="15131" y="6587"/>
                  </a:cubicBezTo>
                  <a:cubicBezTo>
                    <a:pt x="15152" y="6730"/>
                    <a:pt x="15235" y="6812"/>
                    <a:pt x="15342" y="6812"/>
                  </a:cubicBezTo>
                  <a:cubicBezTo>
                    <a:pt x="15389" y="6812"/>
                    <a:pt x="15441" y="6796"/>
                    <a:pt x="15495" y="6762"/>
                  </a:cubicBezTo>
                  <a:cubicBezTo>
                    <a:pt x="15669" y="6635"/>
                    <a:pt x="15764" y="6413"/>
                    <a:pt x="15733" y="6191"/>
                  </a:cubicBezTo>
                  <a:cubicBezTo>
                    <a:pt x="15711" y="6049"/>
                    <a:pt x="15635" y="5967"/>
                    <a:pt x="15528" y="5967"/>
                  </a:cubicBezTo>
                  <a:close/>
                  <a:moveTo>
                    <a:pt x="13638" y="7155"/>
                  </a:moveTo>
                  <a:cubicBezTo>
                    <a:pt x="13590" y="7155"/>
                    <a:pt x="13537" y="7171"/>
                    <a:pt x="13483" y="7205"/>
                  </a:cubicBezTo>
                  <a:lnTo>
                    <a:pt x="13483" y="7189"/>
                  </a:lnTo>
                  <a:cubicBezTo>
                    <a:pt x="13309" y="7316"/>
                    <a:pt x="13214" y="7538"/>
                    <a:pt x="13245" y="7760"/>
                  </a:cubicBezTo>
                  <a:cubicBezTo>
                    <a:pt x="13267" y="7902"/>
                    <a:pt x="13350" y="7984"/>
                    <a:pt x="13457" y="7984"/>
                  </a:cubicBezTo>
                  <a:cubicBezTo>
                    <a:pt x="13504" y="7984"/>
                    <a:pt x="13556" y="7968"/>
                    <a:pt x="13610" y="7934"/>
                  </a:cubicBezTo>
                  <a:cubicBezTo>
                    <a:pt x="13784" y="7807"/>
                    <a:pt x="13879" y="7585"/>
                    <a:pt x="13847" y="7364"/>
                  </a:cubicBezTo>
                  <a:cubicBezTo>
                    <a:pt x="13825" y="7233"/>
                    <a:pt x="13744" y="7155"/>
                    <a:pt x="13638" y="7155"/>
                  </a:cubicBezTo>
                  <a:close/>
                  <a:moveTo>
                    <a:pt x="11744" y="8346"/>
                  </a:moveTo>
                  <a:cubicBezTo>
                    <a:pt x="11698" y="8346"/>
                    <a:pt x="11649" y="8361"/>
                    <a:pt x="11598" y="8393"/>
                  </a:cubicBezTo>
                  <a:lnTo>
                    <a:pt x="11598" y="8378"/>
                  </a:lnTo>
                  <a:cubicBezTo>
                    <a:pt x="11423" y="8504"/>
                    <a:pt x="11328" y="8726"/>
                    <a:pt x="11360" y="8948"/>
                  </a:cubicBezTo>
                  <a:cubicBezTo>
                    <a:pt x="11383" y="9095"/>
                    <a:pt x="11470" y="9178"/>
                    <a:pt x="11582" y="9178"/>
                  </a:cubicBezTo>
                  <a:cubicBezTo>
                    <a:pt x="11627" y="9178"/>
                    <a:pt x="11675" y="9165"/>
                    <a:pt x="11724" y="9138"/>
                  </a:cubicBezTo>
                  <a:cubicBezTo>
                    <a:pt x="11899" y="8995"/>
                    <a:pt x="11994" y="8774"/>
                    <a:pt x="11962" y="8568"/>
                  </a:cubicBezTo>
                  <a:cubicBezTo>
                    <a:pt x="11940" y="8433"/>
                    <a:pt x="11854" y="8346"/>
                    <a:pt x="11744" y="8346"/>
                  </a:cubicBezTo>
                  <a:close/>
                  <a:moveTo>
                    <a:pt x="9854" y="9542"/>
                  </a:moveTo>
                  <a:cubicBezTo>
                    <a:pt x="9810" y="9542"/>
                    <a:pt x="9762" y="9555"/>
                    <a:pt x="9712" y="9582"/>
                  </a:cubicBezTo>
                  <a:lnTo>
                    <a:pt x="9712" y="9597"/>
                  </a:lnTo>
                  <a:cubicBezTo>
                    <a:pt x="9538" y="9724"/>
                    <a:pt x="9443" y="9946"/>
                    <a:pt x="9475" y="10168"/>
                  </a:cubicBezTo>
                  <a:cubicBezTo>
                    <a:pt x="9497" y="10310"/>
                    <a:pt x="9579" y="10392"/>
                    <a:pt x="9686" y="10392"/>
                  </a:cubicBezTo>
                  <a:cubicBezTo>
                    <a:pt x="9733" y="10392"/>
                    <a:pt x="9786" y="10376"/>
                    <a:pt x="9839" y="10342"/>
                  </a:cubicBezTo>
                  <a:cubicBezTo>
                    <a:pt x="10013" y="10215"/>
                    <a:pt x="10108" y="9994"/>
                    <a:pt x="10077" y="9772"/>
                  </a:cubicBezTo>
                  <a:cubicBezTo>
                    <a:pt x="10054" y="9624"/>
                    <a:pt x="9966" y="9542"/>
                    <a:pt x="9854" y="9542"/>
                  </a:cubicBezTo>
                  <a:close/>
                  <a:moveTo>
                    <a:pt x="7973" y="10735"/>
                  </a:moveTo>
                  <a:cubicBezTo>
                    <a:pt x="7926" y="10735"/>
                    <a:pt x="7876" y="10752"/>
                    <a:pt x="7827" y="10786"/>
                  </a:cubicBezTo>
                  <a:cubicBezTo>
                    <a:pt x="7653" y="10912"/>
                    <a:pt x="7558" y="11134"/>
                    <a:pt x="7574" y="11356"/>
                  </a:cubicBezTo>
                  <a:cubicBezTo>
                    <a:pt x="7607" y="11499"/>
                    <a:pt x="7693" y="11581"/>
                    <a:pt x="7795" y="11581"/>
                  </a:cubicBezTo>
                  <a:cubicBezTo>
                    <a:pt x="7841" y="11581"/>
                    <a:pt x="7889" y="11564"/>
                    <a:pt x="7938" y="11530"/>
                  </a:cubicBezTo>
                  <a:cubicBezTo>
                    <a:pt x="8128" y="11404"/>
                    <a:pt x="8223" y="11182"/>
                    <a:pt x="8192" y="10960"/>
                  </a:cubicBezTo>
                  <a:cubicBezTo>
                    <a:pt x="8170" y="10817"/>
                    <a:pt x="8079" y="10735"/>
                    <a:pt x="7973" y="10735"/>
                  </a:cubicBezTo>
                  <a:close/>
                  <a:moveTo>
                    <a:pt x="6088" y="11924"/>
                  </a:moveTo>
                  <a:cubicBezTo>
                    <a:pt x="6041" y="11924"/>
                    <a:pt x="5991" y="11940"/>
                    <a:pt x="5942" y="11974"/>
                  </a:cubicBezTo>
                  <a:cubicBezTo>
                    <a:pt x="5752" y="12101"/>
                    <a:pt x="5657" y="12322"/>
                    <a:pt x="5688" y="12544"/>
                  </a:cubicBezTo>
                  <a:cubicBezTo>
                    <a:pt x="5710" y="12687"/>
                    <a:pt x="5801" y="12769"/>
                    <a:pt x="5907" y="12769"/>
                  </a:cubicBezTo>
                  <a:cubicBezTo>
                    <a:pt x="5954" y="12769"/>
                    <a:pt x="6004" y="12753"/>
                    <a:pt x="6053" y="12718"/>
                  </a:cubicBezTo>
                  <a:cubicBezTo>
                    <a:pt x="6243" y="12592"/>
                    <a:pt x="6338" y="12370"/>
                    <a:pt x="6306" y="12148"/>
                  </a:cubicBezTo>
                  <a:cubicBezTo>
                    <a:pt x="6284" y="12006"/>
                    <a:pt x="6194" y="11924"/>
                    <a:pt x="6088" y="11924"/>
                  </a:cubicBezTo>
                  <a:close/>
                  <a:moveTo>
                    <a:pt x="4194" y="13122"/>
                  </a:moveTo>
                  <a:cubicBezTo>
                    <a:pt x="4149" y="13122"/>
                    <a:pt x="4102" y="13135"/>
                    <a:pt x="4057" y="13162"/>
                  </a:cubicBezTo>
                  <a:lnTo>
                    <a:pt x="4057" y="13146"/>
                  </a:lnTo>
                  <a:cubicBezTo>
                    <a:pt x="3866" y="13273"/>
                    <a:pt x="3771" y="13495"/>
                    <a:pt x="3803" y="13717"/>
                  </a:cubicBezTo>
                  <a:cubicBezTo>
                    <a:pt x="3826" y="13863"/>
                    <a:pt x="3920" y="13954"/>
                    <a:pt x="4030" y="13954"/>
                  </a:cubicBezTo>
                  <a:cubicBezTo>
                    <a:pt x="4075" y="13954"/>
                    <a:pt x="4122" y="13939"/>
                    <a:pt x="4167" y="13907"/>
                  </a:cubicBezTo>
                  <a:cubicBezTo>
                    <a:pt x="4358" y="13764"/>
                    <a:pt x="4453" y="13558"/>
                    <a:pt x="4421" y="13336"/>
                  </a:cubicBezTo>
                  <a:cubicBezTo>
                    <a:pt x="4398" y="13201"/>
                    <a:pt x="4304" y="13122"/>
                    <a:pt x="4194" y="13122"/>
                  </a:cubicBezTo>
                  <a:close/>
                  <a:moveTo>
                    <a:pt x="2319" y="14315"/>
                  </a:moveTo>
                  <a:cubicBezTo>
                    <a:pt x="2272" y="14315"/>
                    <a:pt x="2221" y="14332"/>
                    <a:pt x="2171" y="14366"/>
                  </a:cubicBezTo>
                  <a:lnTo>
                    <a:pt x="2171" y="14350"/>
                  </a:lnTo>
                  <a:cubicBezTo>
                    <a:pt x="1981" y="14477"/>
                    <a:pt x="1886" y="14699"/>
                    <a:pt x="1918" y="14921"/>
                  </a:cubicBezTo>
                  <a:cubicBezTo>
                    <a:pt x="1940" y="15063"/>
                    <a:pt x="2030" y="15145"/>
                    <a:pt x="2136" y="15145"/>
                  </a:cubicBezTo>
                  <a:cubicBezTo>
                    <a:pt x="2183" y="15145"/>
                    <a:pt x="2234" y="15129"/>
                    <a:pt x="2282" y="15095"/>
                  </a:cubicBezTo>
                  <a:cubicBezTo>
                    <a:pt x="2456" y="14968"/>
                    <a:pt x="2552" y="14746"/>
                    <a:pt x="2536" y="14525"/>
                  </a:cubicBezTo>
                  <a:cubicBezTo>
                    <a:pt x="2514" y="14394"/>
                    <a:pt x="2425" y="14315"/>
                    <a:pt x="2319" y="14315"/>
                  </a:cubicBezTo>
                  <a:close/>
                  <a:moveTo>
                    <a:pt x="426" y="15504"/>
                  </a:moveTo>
                  <a:cubicBezTo>
                    <a:pt x="377" y="15504"/>
                    <a:pt x="325" y="15520"/>
                    <a:pt x="270" y="15554"/>
                  </a:cubicBezTo>
                  <a:lnTo>
                    <a:pt x="286" y="15538"/>
                  </a:lnTo>
                  <a:lnTo>
                    <a:pt x="286" y="15538"/>
                  </a:lnTo>
                  <a:cubicBezTo>
                    <a:pt x="96" y="15665"/>
                    <a:pt x="1" y="15887"/>
                    <a:pt x="33" y="16109"/>
                  </a:cubicBezTo>
                  <a:cubicBezTo>
                    <a:pt x="55" y="16251"/>
                    <a:pt x="137" y="16333"/>
                    <a:pt x="244" y="16333"/>
                  </a:cubicBezTo>
                  <a:cubicBezTo>
                    <a:pt x="291" y="16333"/>
                    <a:pt x="343" y="16317"/>
                    <a:pt x="397" y="16283"/>
                  </a:cubicBezTo>
                  <a:cubicBezTo>
                    <a:pt x="571" y="16156"/>
                    <a:pt x="666" y="15935"/>
                    <a:pt x="650" y="15713"/>
                  </a:cubicBezTo>
                  <a:cubicBezTo>
                    <a:pt x="618" y="15582"/>
                    <a:pt x="533" y="15504"/>
                    <a:pt x="426" y="155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9"/>
            <p:cNvSpPr/>
            <p:nvPr/>
          </p:nvSpPr>
          <p:spPr>
            <a:xfrm>
              <a:off x="5718280" y="2665926"/>
              <a:ext cx="584491" cy="356358"/>
            </a:xfrm>
            <a:custGeom>
              <a:avLst/>
              <a:gdLst/>
              <a:ahLst/>
              <a:cxnLst/>
              <a:rect l="l" t="t" r="r" b="b"/>
              <a:pathLst>
                <a:path w="8524" h="5197" extrusionOk="0">
                  <a:moveTo>
                    <a:pt x="7779" y="0"/>
                  </a:moveTo>
                  <a:lnTo>
                    <a:pt x="0" y="5197"/>
                  </a:lnTo>
                  <a:lnTo>
                    <a:pt x="8524" y="380"/>
                  </a:lnTo>
                  <a:lnTo>
                    <a:pt x="77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6944751" y="1638253"/>
              <a:ext cx="893056" cy="570365"/>
            </a:xfrm>
            <a:custGeom>
              <a:avLst/>
              <a:gdLst/>
              <a:ahLst/>
              <a:cxnLst/>
              <a:rect l="l" t="t" r="r" b="b"/>
              <a:pathLst>
                <a:path w="13024" h="8318" extrusionOk="0">
                  <a:moveTo>
                    <a:pt x="13023" y="0"/>
                  </a:moveTo>
                  <a:lnTo>
                    <a:pt x="0" y="8317"/>
                  </a:lnTo>
                  <a:lnTo>
                    <a:pt x="12405" y="2076"/>
                  </a:lnTo>
                  <a:cubicBezTo>
                    <a:pt x="12405" y="2076"/>
                    <a:pt x="12183" y="1077"/>
                    <a:pt x="13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9"/>
            <p:cNvSpPr/>
            <p:nvPr/>
          </p:nvSpPr>
          <p:spPr>
            <a:xfrm>
              <a:off x="5523537" y="1667533"/>
              <a:ext cx="2854089" cy="1623120"/>
            </a:xfrm>
            <a:custGeom>
              <a:avLst/>
              <a:gdLst/>
              <a:ahLst/>
              <a:cxnLst/>
              <a:rect l="l" t="t" r="r" b="b"/>
              <a:pathLst>
                <a:path w="41623" h="23671" extrusionOk="0">
                  <a:moveTo>
                    <a:pt x="39500" y="1"/>
                  </a:moveTo>
                  <a:lnTo>
                    <a:pt x="39500" y="1"/>
                  </a:lnTo>
                  <a:cubicBezTo>
                    <a:pt x="39912" y="365"/>
                    <a:pt x="40197" y="904"/>
                    <a:pt x="39801" y="1585"/>
                  </a:cubicBezTo>
                  <a:cubicBezTo>
                    <a:pt x="38106" y="4516"/>
                    <a:pt x="28600" y="10600"/>
                    <a:pt x="28600" y="10600"/>
                  </a:cubicBezTo>
                  <a:cubicBezTo>
                    <a:pt x="28600" y="10600"/>
                    <a:pt x="28917" y="11724"/>
                    <a:pt x="25289" y="14323"/>
                  </a:cubicBezTo>
                  <a:cubicBezTo>
                    <a:pt x="21186" y="17269"/>
                    <a:pt x="17225" y="17697"/>
                    <a:pt x="17225" y="17697"/>
                  </a:cubicBezTo>
                  <a:lnTo>
                    <a:pt x="12678" y="19725"/>
                  </a:lnTo>
                  <a:cubicBezTo>
                    <a:pt x="11459" y="20311"/>
                    <a:pt x="10080" y="20723"/>
                    <a:pt x="8227" y="21246"/>
                  </a:cubicBezTo>
                  <a:cubicBezTo>
                    <a:pt x="8227" y="21246"/>
                    <a:pt x="0" y="23670"/>
                    <a:pt x="65" y="23670"/>
                  </a:cubicBezTo>
                  <a:cubicBezTo>
                    <a:pt x="66" y="23670"/>
                    <a:pt x="67" y="23670"/>
                    <a:pt x="68" y="23670"/>
                  </a:cubicBezTo>
                  <a:lnTo>
                    <a:pt x="9621" y="21848"/>
                  </a:lnTo>
                  <a:cubicBezTo>
                    <a:pt x="10825" y="21674"/>
                    <a:pt x="12013" y="21357"/>
                    <a:pt x="13138" y="20929"/>
                  </a:cubicBezTo>
                  <a:lnTo>
                    <a:pt x="18635" y="18774"/>
                  </a:lnTo>
                  <a:cubicBezTo>
                    <a:pt x="18635" y="18774"/>
                    <a:pt x="22596" y="18362"/>
                    <a:pt x="26699" y="15400"/>
                  </a:cubicBezTo>
                  <a:cubicBezTo>
                    <a:pt x="30327" y="12802"/>
                    <a:pt x="29662" y="11344"/>
                    <a:pt x="29662" y="11344"/>
                  </a:cubicBezTo>
                  <a:cubicBezTo>
                    <a:pt x="29662" y="11344"/>
                    <a:pt x="39056" y="5451"/>
                    <a:pt x="40656" y="2456"/>
                  </a:cubicBezTo>
                  <a:cubicBezTo>
                    <a:pt x="41623" y="635"/>
                    <a:pt x="40450" y="318"/>
                    <a:pt x="39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9"/>
            <p:cNvSpPr/>
            <p:nvPr/>
          </p:nvSpPr>
          <p:spPr>
            <a:xfrm>
              <a:off x="5608566" y="2381288"/>
              <a:ext cx="423694" cy="635575"/>
            </a:xfrm>
            <a:custGeom>
              <a:avLst/>
              <a:gdLst/>
              <a:ahLst/>
              <a:cxnLst/>
              <a:rect l="l" t="t" r="r" b="b"/>
              <a:pathLst>
                <a:path w="6179" h="9269" extrusionOk="0">
                  <a:moveTo>
                    <a:pt x="0" y="0"/>
                  </a:moveTo>
                  <a:lnTo>
                    <a:pt x="1077" y="9268"/>
                  </a:lnTo>
                  <a:lnTo>
                    <a:pt x="6179" y="5973"/>
                  </a:lnTo>
                  <a:lnTo>
                    <a:pt x="3343" y="1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9"/>
            <p:cNvSpPr/>
            <p:nvPr/>
          </p:nvSpPr>
          <p:spPr>
            <a:xfrm>
              <a:off x="4815536" y="2029313"/>
              <a:ext cx="2230239" cy="365067"/>
            </a:xfrm>
            <a:custGeom>
              <a:avLst/>
              <a:gdLst/>
              <a:ahLst/>
              <a:cxnLst/>
              <a:rect l="l" t="t" r="r" b="b"/>
              <a:pathLst>
                <a:path w="32525" h="5324" extrusionOk="0">
                  <a:moveTo>
                    <a:pt x="0" y="0"/>
                  </a:moveTo>
                  <a:cubicBezTo>
                    <a:pt x="1" y="1"/>
                    <a:pt x="10852" y="3533"/>
                    <a:pt x="11137" y="3565"/>
                  </a:cubicBezTo>
                  <a:lnTo>
                    <a:pt x="32525" y="5324"/>
                  </a:lnTo>
                  <a:lnTo>
                    <a:pt x="32525" y="5324"/>
                  </a:lnTo>
                  <a:lnTo>
                    <a:pt x="31606" y="4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9"/>
            <p:cNvSpPr/>
            <p:nvPr/>
          </p:nvSpPr>
          <p:spPr>
            <a:xfrm>
              <a:off x="4468975" y="2006410"/>
              <a:ext cx="2576792" cy="733425"/>
            </a:xfrm>
            <a:custGeom>
              <a:avLst/>
              <a:gdLst/>
              <a:ahLst/>
              <a:cxnLst/>
              <a:rect l="l" t="t" r="r" b="b"/>
              <a:pathLst>
                <a:path w="37579" h="10696" extrusionOk="0">
                  <a:moveTo>
                    <a:pt x="2564" y="0"/>
                  </a:moveTo>
                  <a:cubicBezTo>
                    <a:pt x="1929" y="0"/>
                    <a:pt x="1299" y="92"/>
                    <a:pt x="682" y="271"/>
                  </a:cubicBezTo>
                  <a:lnTo>
                    <a:pt x="0" y="477"/>
                  </a:lnTo>
                  <a:lnTo>
                    <a:pt x="30592" y="10696"/>
                  </a:lnTo>
                  <a:lnTo>
                    <a:pt x="37579" y="5658"/>
                  </a:lnTo>
                  <a:lnTo>
                    <a:pt x="3692" y="97"/>
                  </a:lnTo>
                  <a:cubicBezTo>
                    <a:pt x="3315" y="32"/>
                    <a:pt x="2939" y="0"/>
                    <a:pt x="25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9"/>
            <p:cNvSpPr/>
            <p:nvPr/>
          </p:nvSpPr>
          <p:spPr>
            <a:xfrm>
              <a:off x="6251630" y="2182501"/>
              <a:ext cx="475876" cy="438917"/>
            </a:xfrm>
            <a:custGeom>
              <a:avLst/>
              <a:gdLst/>
              <a:ahLst/>
              <a:cxnLst/>
              <a:rect l="l" t="t" r="r" b="b"/>
              <a:pathLst>
                <a:path w="6940" h="6401" extrusionOk="0">
                  <a:moveTo>
                    <a:pt x="5546" y="0"/>
                  </a:moveTo>
                  <a:cubicBezTo>
                    <a:pt x="5546" y="0"/>
                    <a:pt x="3344" y="666"/>
                    <a:pt x="888" y="2995"/>
                  </a:cubicBezTo>
                  <a:cubicBezTo>
                    <a:pt x="888" y="2995"/>
                    <a:pt x="1" y="3660"/>
                    <a:pt x="365" y="4975"/>
                  </a:cubicBezTo>
                  <a:cubicBezTo>
                    <a:pt x="540" y="5719"/>
                    <a:pt x="1157" y="6290"/>
                    <a:pt x="1918" y="6401"/>
                  </a:cubicBezTo>
                  <a:lnTo>
                    <a:pt x="4104" y="6020"/>
                  </a:lnTo>
                  <a:cubicBezTo>
                    <a:pt x="4674" y="5925"/>
                    <a:pt x="5229" y="5719"/>
                    <a:pt x="5736" y="5403"/>
                  </a:cubicBezTo>
                  <a:lnTo>
                    <a:pt x="6940" y="4658"/>
                  </a:lnTo>
                  <a:lnTo>
                    <a:pt x="6655" y="3327"/>
                  </a:lnTo>
                  <a:lnTo>
                    <a:pt x="6544" y="2218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9"/>
            <p:cNvSpPr/>
            <p:nvPr/>
          </p:nvSpPr>
          <p:spPr>
            <a:xfrm>
              <a:off x="6521047" y="2178661"/>
              <a:ext cx="284703" cy="337982"/>
            </a:xfrm>
            <a:custGeom>
              <a:avLst/>
              <a:gdLst/>
              <a:ahLst/>
              <a:cxnLst/>
              <a:rect l="l" t="t" r="r" b="b"/>
              <a:pathLst>
                <a:path w="4152" h="4929" extrusionOk="0">
                  <a:moveTo>
                    <a:pt x="1877" y="0"/>
                  </a:moveTo>
                  <a:cubicBezTo>
                    <a:pt x="1790" y="0"/>
                    <a:pt x="1704" y="8"/>
                    <a:pt x="1617" y="25"/>
                  </a:cubicBezTo>
                  <a:cubicBezTo>
                    <a:pt x="603" y="215"/>
                    <a:pt x="1" y="1466"/>
                    <a:pt x="254" y="2813"/>
                  </a:cubicBezTo>
                  <a:cubicBezTo>
                    <a:pt x="486" y="4042"/>
                    <a:pt x="1365" y="4929"/>
                    <a:pt x="2275" y="4929"/>
                  </a:cubicBezTo>
                  <a:cubicBezTo>
                    <a:pt x="2362" y="4929"/>
                    <a:pt x="2449" y="4921"/>
                    <a:pt x="2536" y="4904"/>
                  </a:cubicBezTo>
                  <a:cubicBezTo>
                    <a:pt x="3550" y="4714"/>
                    <a:pt x="4152" y="3462"/>
                    <a:pt x="3898" y="2116"/>
                  </a:cubicBezTo>
                  <a:cubicBezTo>
                    <a:pt x="3652" y="886"/>
                    <a:pt x="2786" y="0"/>
                    <a:pt x="1877" y="0"/>
                  </a:cubicBezTo>
                  <a:close/>
                </a:path>
              </a:pathLst>
            </a:custGeom>
            <a:solidFill>
              <a:srgbClr val="FFF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9"/>
            <p:cNvSpPr/>
            <p:nvPr/>
          </p:nvSpPr>
          <p:spPr>
            <a:xfrm>
              <a:off x="6553687" y="2200398"/>
              <a:ext cx="244452" cy="290120"/>
            </a:xfrm>
            <a:custGeom>
              <a:avLst/>
              <a:gdLst/>
              <a:ahLst/>
              <a:cxnLst/>
              <a:rect l="l" t="t" r="r" b="b"/>
              <a:pathLst>
                <a:path w="3565" h="4231" extrusionOk="0">
                  <a:moveTo>
                    <a:pt x="1617" y="1"/>
                  </a:moveTo>
                  <a:cubicBezTo>
                    <a:pt x="1538" y="1"/>
                    <a:pt x="1458" y="9"/>
                    <a:pt x="1378" y="24"/>
                  </a:cubicBezTo>
                  <a:cubicBezTo>
                    <a:pt x="523" y="183"/>
                    <a:pt x="0" y="1260"/>
                    <a:pt x="222" y="2417"/>
                  </a:cubicBezTo>
                  <a:cubicBezTo>
                    <a:pt x="423" y="3467"/>
                    <a:pt x="1161" y="4231"/>
                    <a:pt x="1948" y="4231"/>
                  </a:cubicBezTo>
                  <a:cubicBezTo>
                    <a:pt x="2027" y="4231"/>
                    <a:pt x="2107" y="4223"/>
                    <a:pt x="2186" y="4207"/>
                  </a:cubicBezTo>
                  <a:cubicBezTo>
                    <a:pt x="3042" y="4048"/>
                    <a:pt x="3565" y="2971"/>
                    <a:pt x="3343" y="1815"/>
                  </a:cubicBezTo>
                  <a:cubicBezTo>
                    <a:pt x="3141" y="764"/>
                    <a:pt x="2404" y="1"/>
                    <a:pt x="1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9"/>
            <p:cNvSpPr/>
            <p:nvPr/>
          </p:nvSpPr>
          <p:spPr>
            <a:xfrm>
              <a:off x="7503129" y="2536601"/>
              <a:ext cx="474779" cy="438985"/>
            </a:xfrm>
            <a:custGeom>
              <a:avLst/>
              <a:gdLst/>
              <a:ahLst/>
              <a:cxnLst/>
              <a:rect l="l" t="t" r="r" b="b"/>
              <a:pathLst>
                <a:path w="6924" h="6402" extrusionOk="0">
                  <a:moveTo>
                    <a:pt x="5530" y="1"/>
                  </a:moveTo>
                  <a:cubicBezTo>
                    <a:pt x="5530" y="1"/>
                    <a:pt x="3343" y="666"/>
                    <a:pt x="888" y="2995"/>
                  </a:cubicBezTo>
                  <a:cubicBezTo>
                    <a:pt x="888" y="2995"/>
                    <a:pt x="1" y="3661"/>
                    <a:pt x="365" y="4991"/>
                  </a:cubicBezTo>
                  <a:cubicBezTo>
                    <a:pt x="539" y="5736"/>
                    <a:pt x="1157" y="6290"/>
                    <a:pt x="1918" y="6401"/>
                  </a:cubicBezTo>
                  <a:lnTo>
                    <a:pt x="4088" y="6021"/>
                  </a:lnTo>
                  <a:cubicBezTo>
                    <a:pt x="4674" y="5926"/>
                    <a:pt x="5229" y="5720"/>
                    <a:pt x="5720" y="5419"/>
                  </a:cubicBezTo>
                  <a:lnTo>
                    <a:pt x="6924" y="4675"/>
                  </a:lnTo>
                  <a:lnTo>
                    <a:pt x="6639" y="3328"/>
                  </a:lnTo>
                  <a:lnTo>
                    <a:pt x="6544" y="2219"/>
                  </a:lnTo>
                  <a:lnTo>
                    <a:pt x="55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9"/>
            <p:cNvSpPr/>
            <p:nvPr/>
          </p:nvSpPr>
          <p:spPr>
            <a:xfrm>
              <a:off x="7772547" y="2532761"/>
              <a:ext cx="284703" cy="338050"/>
            </a:xfrm>
            <a:custGeom>
              <a:avLst/>
              <a:gdLst/>
              <a:ahLst/>
              <a:cxnLst/>
              <a:rect l="l" t="t" r="r" b="b"/>
              <a:pathLst>
                <a:path w="4152" h="4930" extrusionOk="0">
                  <a:moveTo>
                    <a:pt x="1864" y="1"/>
                  </a:moveTo>
                  <a:cubicBezTo>
                    <a:pt x="1777" y="1"/>
                    <a:pt x="1689" y="9"/>
                    <a:pt x="1601" y="25"/>
                  </a:cubicBezTo>
                  <a:cubicBezTo>
                    <a:pt x="603" y="215"/>
                    <a:pt x="1" y="1467"/>
                    <a:pt x="254" y="2814"/>
                  </a:cubicBezTo>
                  <a:cubicBezTo>
                    <a:pt x="485" y="4043"/>
                    <a:pt x="1364" y="4929"/>
                    <a:pt x="2275" y="4929"/>
                  </a:cubicBezTo>
                  <a:cubicBezTo>
                    <a:pt x="2362" y="4929"/>
                    <a:pt x="2449" y="4921"/>
                    <a:pt x="2535" y="4905"/>
                  </a:cubicBezTo>
                  <a:cubicBezTo>
                    <a:pt x="3533" y="4699"/>
                    <a:pt x="4151" y="3463"/>
                    <a:pt x="3882" y="2116"/>
                  </a:cubicBezTo>
                  <a:cubicBezTo>
                    <a:pt x="3650" y="887"/>
                    <a:pt x="2785" y="1"/>
                    <a:pt x="1864" y="1"/>
                  </a:cubicBezTo>
                  <a:close/>
                </a:path>
              </a:pathLst>
            </a:custGeom>
            <a:solidFill>
              <a:srgbClr val="FFF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9"/>
            <p:cNvSpPr/>
            <p:nvPr/>
          </p:nvSpPr>
          <p:spPr>
            <a:xfrm>
              <a:off x="7794238" y="2551412"/>
              <a:ext cx="244521" cy="289914"/>
            </a:xfrm>
            <a:custGeom>
              <a:avLst/>
              <a:gdLst/>
              <a:ahLst/>
              <a:cxnLst/>
              <a:rect l="l" t="t" r="r" b="b"/>
              <a:pathLst>
                <a:path w="3566" h="4228" extrusionOk="0">
                  <a:moveTo>
                    <a:pt x="1599" y="1"/>
                  </a:moveTo>
                  <a:cubicBezTo>
                    <a:pt x="1526" y="1"/>
                    <a:pt x="1452" y="8"/>
                    <a:pt x="1379" y="21"/>
                  </a:cubicBezTo>
                  <a:cubicBezTo>
                    <a:pt x="524" y="195"/>
                    <a:pt x="1" y="1257"/>
                    <a:pt x="223" y="2413"/>
                  </a:cubicBezTo>
                  <a:cubicBezTo>
                    <a:pt x="424" y="3464"/>
                    <a:pt x="1175" y="4227"/>
                    <a:pt x="1952" y="4227"/>
                  </a:cubicBezTo>
                  <a:cubicBezTo>
                    <a:pt x="2030" y="4227"/>
                    <a:pt x="2109" y="4219"/>
                    <a:pt x="2187" y="4204"/>
                  </a:cubicBezTo>
                  <a:cubicBezTo>
                    <a:pt x="3043" y="4029"/>
                    <a:pt x="3565" y="2968"/>
                    <a:pt x="3344" y="1811"/>
                  </a:cubicBezTo>
                  <a:cubicBezTo>
                    <a:pt x="3141" y="754"/>
                    <a:pt x="2382" y="1"/>
                    <a:pt x="15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9"/>
            <p:cNvSpPr/>
            <p:nvPr/>
          </p:nvSpPr>
          <p:spPr>
            <a:xfrm>
              <a:off x="4843719" y="2951592"/>
              <a:ext cx="877833" cy="242326"/>
            </a:xfrm>
            <a:custGeom>
              <a:avLst/>
              <a:gdLst/>
              <a:ahLst/>
              <a:cxnLst/>
              <a:rect l="l" t="t" r="r" b="b"/>
              <a:pathLst>
                <a:path w="12802" h="3534" extrusionOk="0">
                  <a:moveTo>
                    <a:pt x="1934" y="1"/>
                  </a:moveTo>
                  <a:lnTo>
                    <a:pt x="1" y="682"/>
                  </a:lnTo>
                  <a:lnTo>
                    <a:pt x="10124" y="3534"/>
                  </a:lnTo>
                  <a:cubicBezTo>
                    <a:pt x="11154" y="3154"/>
                    <a:pt x="12073" y="2520"/>
                    <a:pt x="12802" y="1696"/>
                  </a:cubicBezTo>
                  <a:lnTo>
                    <a:pt x="12390" y="1284"/>
                  </a:lnTo>
                  <a:lnTo>
                    <a:pt x="19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9"/>
            <p:cNvSpPr/>
            <p:nvPr/>
          </p:nvSpPr>
          <p:spPr>
            <a:xfrm>
              <a:off x="4843719" y="2951592"/>
              <a:ext cx="877833" cy="242326"/>
            </a:xfrm>
            <a:custGeom>
              <a:avLst/>
              <a:gdLst/>
              <a:ahLst/>
              <a:cxnLst/>
              <a:rect l="l" t="t" r="r" b="b"/>
              <a:pathLst>
                <a:path w="12802" h="3534" extrusionOk="0">
                  <a:moveTo>
                    <a:pt x="1934" y="1"/>
                  </a:moveTo>
                  <a:lnTo>
                    <a:pt x="1" y="682"/>
                  </a:lnTo>
                  <a:lnTo>
                    <a:pt x="10124" y="3534"/>
                  </a:lnTo>
                  <a:cubicBezTo>
                    <a:pt x="11154" y="3154"/>
                    <a:pt x="12073" y="2520"/>
                    <a:pt x="12802" y="1696"/>
                  </a:cubicBezTo>
                  <a:lnTo>
                    <a:pt x="19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9"/>
            <p:cNvSpPr/>
            <p:nvPr/>
          </p:nvSpPr>
          <p:spPr>
            <a:xfrm>
              <a:off x="7926833" y="1580654"/>
              <a:ext cx="282508" cy="158671"/>
            </a:xfrm>
            <a:custGeom>
              <a:avLst/>
              <a:gdLst/>
              <a:ahLst/>
              <a:cxnLst/>
              <a:rect l="l" t="t" r="r" b="b"/>
              <a:pathLst>
                <a:path w="4120" h="2314" extrusionOk="0">
                  <a:moveTo>
                    <a:pt x="2091" y="0"/>
                  </a:moveTo>
                  <a:cubicBezTo>
                    <a:pt x="1695" y="32"/>
                    <a:pt x="1299" y="159"/>
                    <a:pt x="951" y="381"/>
                  </a:cubicBezTo>
                  <a:cubicBezTo>
                    <a:pt x="412" y="713"/>
                    <a:pt x="16" y="1220"/>
                    <a:pt x="0" y="1838"/>
                  </a:cubicBezTo>
                  <a:lnTo>
                    <a:pt x="0" y="2313"/>
                  </a:lnTo>
                  <a:cubicBezTo>
                    <a:pt x="2230" y="1032"/>
                    <a:pt x="3332" y="826"/>
                    <a:pt x="3809" y="826"/>
                  </a:cubicBezTo>
                  <a:cubicBezTo>
                    <a:pt x="4033" y="826"/>
                    <a:pt x="4119" y="872"/>
                    <a:pt x="4119" y="872"/>
                  </a:cubicBezTo>
                  <a:cubicBezTo>
                    <a:pt x="3533" y="412"/>
                    <a:pt x="2836" y="111"/>
                    <a:pt x="20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3FA68C4-25E7-2213-46E7-6567FAE56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81825"/>
            <a:ext cx="3667604" cy="25128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9DD932-D945-A78F-2CC8-9CFC64631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893" y="1379633"/>
            <a:ext cx="5264421" cy="2194500"/>
          </a:xfrm>
        </p:spPr>
        <p:txBody>
          <a:bodyPr/>
          <a:lstStyle/>
          <a:p>
            <a:pPr marL="584200" indent="-457200">
              <a:buClr>
                <a:schemeClr val="bg2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  <a:latin typeface="+mj-lt"/>
              </a:rPr>
              <a:t>Generates E-ticket &amp; receipt automatically </a:t>
            </a:r>
          </a:p>
          <a:p>
            <a:pPr marL="584200" indent="-457200">
              <a:buClr>
                <a:schemeClr val="bg2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  <a:latin typeface="+mj-lt"/>
              </a:rPr>
              <a:t>Built using FPDF in Python </a:t>
            </a:r>
          </a:p>
          <a:p>
            <a:pPr marL="584200" indent="-457200">
              <a:buClr>
                <a:schemeClr val="bg2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  <a:latin typeface="+mj-lt"/>
              </a:rPr>
              <a:t>Includes passenger, flight &amp; payment details </a:t>
            </a:r>
          </a:p>
          <a:p>
            <a:pPr marL="584200" indent="-457200">
              <a:buClr>
                <a:schemeClr val="bg2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  <a:latin typeface="+mj-lt"/>
              </a:rPr>
              <a:t>Shows booking status (confirmed) </a:t>
            </a:r>
          </a:p>
          <a:p>
            <a:pPr marL="584200" indent="-457200">
              <a:buClr>
                <a:schemeClr val="bg2"/>
              </a:buClr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  <a:latin typeface="+mj-lt"/>
              </a:rPr>
              <a:t>Allows download/save as PDF </a:t>
            </a:r>
          </a:p>
          <a:p>
            <a:pPr marL="584200" indent="-457200">
              <a:buFont typeface="+mj-lt"/>
              <a:buAutoNum type="arabicPeriod"/>
            </a:pPr>
            <a:endParaRPr lang="en-IN" sz="20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E4549A-ACA3-5920-A73B-5BC0F6E7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/>
              <a:t>PDF Receipt Generation System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258FC68-3325-842A-3782-CBAC9CC3D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307" y="1139755"/>
            <a:ext cx="2188066" cy="28639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26" name="Google Shape;1680;p66">
            <a:extLst>
              <a:ext uri="{FF2B5EF4-FFF2-40B4-BE49-F238E27FC236}">
                <a16:creationId xmlns:a16="http://schemas.microsoft.com/office/drawing/2014/main" id="{8BCFE614-6B08-44C4-6F9D-C87773AF0FFE}"/>
              </a:ext>
            </a:extLst>
          </p:cNvPr>
          <p:cNvGrpSpPr/>
          <p:nvPr/>
        </p:nvGrpSpPr>
        <p:grpSpPr>
          <a:xfrm>
            <a:off x="5780314" y="1228594"/>
            <a:ext cx="498022" cy="302078"/>
            <a:chOff x="3392125" y="3077025"/>
            <a:chExt cx="455525" cy="237825"/>
          </a:xfrm>
        </p:grpSpPr>
        <p:sp>
          <p:nvSpPr>
            <p:cNvPr id="27" name="Google Shape;1681;p66">
              <a:extLst>
                <a:ext uri="{FF2B5EF4-FFF2-40B4-BE49-F238E27FC236}">
                  <a16:creationId xmlns:a16="http://schemas.microsoft.com/office/drawing/2014/main" id="{6BF6C061-DE5A-4B14-C477-5C4CBF69EB86}"/>
                </a:ext>
              </a:extLst>
            </p:cNvPr>
            <p:cNvSpPr/>
            <p:nvPr/>
          </p:nvSpPr>
          <p:spPr>
            <a:xfrm>
              <a:off x="3392125" y="3077025"/>
              <a:ext cx="455525" cy="237825"/>
            </a:xfrm>
            <a:custGeom>
              <a:avLst/>
              <a:gdLst/>
              <a:ahLst/>
              <a:cxnLst/>
              <a:rect l="l" t="t" r="r" b="b"/>
              <a:pathLst>
                <a:path w="18221" h="9513" extrusionOk="0">
                  <a:moveTo>
                    <a:pt x="17859" y="0"/>
                  </a:moveTo>
                  <a:lnTo>
                    <a:pt x="362" y="17"/>
                  </a:lnTo>
                  <a:cubicBezTo>
                    <a:pt x="165" y="17"/>
                    <a:pt x="1" y="165"/>
                    <a:pt x="1" y="362"/>
                  </a:cubicBezTo>
                  <a:lnTo>
                    <a:pt x="17" y="9151"/>
                  </a:lnTo>
                  <a:cubicBezTo>
                    <a:pt x="17" y="9348"/>
                    <a:pt x="181" y="9513"/>
                    <a:pt x="378" y="9513"/>
                  </a:cubicBezTo>
                  <a:lnTo>
                    <a:pt x="17859" y="9496"/>
                  </a:lnTo>
                  <a:cubicBezTo>
                    <a:pt x="18056" y="9496"/>
                    <a:pt x="18220" y="9332"/>
                    <a:pt x="18220" y="9135"/>
                  </a:cubicBezTo>
                  <a:lnTo>
                    <a:pt x="18204" y="345"/>
                  </a:lnTo>
                  <a:cubicBezTo>
                    <a:pt x="18204" y="148"/>
                    <a:pt x="18056" y="0"/>
                    <a:pt x="178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82;p66">
              <a:extLst>
                <a:ext uri="{FF2B5EF4-FFF2-40B4-BE49-F238E27FC236}">
                  <a16:creationId xmlns:a16="http://schemas.microsoft.com/office/drawing/2014/main" id="{56259D3D-118F-6FBE-24FE-8CC0AA094699}"/>
                </a:ext>
              </a:extLst>
            </p:cNvPr>
            <p:cNvSpPr/>
            <p:nvPr/>
          </p:nvSpPr>
          <p:spPr>
            <a:xfrm>
              <a:off x="3437725" y="3138625"/>
              <a:ext cx="99000" cy="102300"/>
            </a:xfrm>
            <a:custGeom>
              <a:avLst/>
              <a:gdLst/>
              <a:ahLst/>
              <a:cxnLst/>
              <a:rect l="l" t="t" r="r" b="b"/>
              <a:pathLst>
                <a:path w="3960" h="4092" extrusionOk="0">
                  <a:moveTo>
                    <a:pt x="1955" y="1"/>
                  </a:moveTo>
                  <a:cubicBezTo>
                    <a:pt x="1791" y="116"/>
                    <a:pt x="1692" y="296"/>
                    <a:pt x="1676" y="493"/>
                  </a:cubicBezTo>
                  <a:lnTo>
                    <a:pt x="1676" y="1315"/>
                  </a:lnTo>
                  <a:cubicBezTo>
                    <a:pt x="1676" y="1315"/>
                    <a:pt x="1676" y="1331"/>
                    <a:pt x="1676" y="1331"/>
                  </a:cubicBezTo>
                  <a:lnTo>
                    <a:pt x="1479" y="1430"/>
                  </a:lnTo>
                  <a:cubicBezTo>
                    <a:pt x="1474" y="1435"/>
                    <a:pt x="1468" y="1437"/>
                    <a:pt x="1461" y="1437"/>
                  </a:cubicBezTo>
                  <a:cubicBezTo>
                    <a:pt x="1446" y="1437"/>
                    <a:pt x="1429" y="1425"/>
                    <a:pt x="1429" y="1413"/>
                  </a:cubicBezTo>
                  <a:cubicBezTo>
                    <a:pt x="1429" y="1402"/>
                    <a:pt x="1429" y="1390"/>
                    <a:pt x="1424" y="1390"/>
                  </a:cubicBezTo>
                  <a:cubicBezTo>
                    <a:pt x="1421" y="1390"/>
                    <a:pt x="1418" y="1392"/>
                    <a:pt x="1413" y="1397"/>
                  </a:cubicBezTo>
                  <a:lnTo>
                    <a:pt x="1183" y="1397"/>
                  </a:lnTo>
                  <a:cubicBezTo>
                    <a:pt x="1178" y="1392"/>
                    <a:pt x="1175" y="1390"/>
                    <a:pt x="1172" y="1390"/>
                  </a:cubicBezTo>
                  <a:cubicBezTo>
                    <a:pt x="1167" y="1390"/>
                    <a:pt x="1167" y="1402"/>
                    <a:pt x="1167" y="1413"/>
                  </a:cubicBezTo>
                  <a:lnTo>
                    <a:pt x="1167" y="1578"/>
                  </a:lnTo>
                  <a:cubicBezTo>
                    <a:pt x="1167" y="1594"/>
                    <a:pt x="1150" y="1594"/>
                    <a:pt x="1150" y="1611"/>
                  </a:cubicBezTo>
                  <a:lnTo>
                    <a:pt x="772" y="1791"/>
                  </a:lnTo>
                  <a:cubicBezTo>
                    <a:pt x="767" y="1796"/>
                    <a:pt x="763" y="1798"/>
                    <a:pt x="758" y="1798"/>
                  </a:cubicBezTo>
                  <a:cubicBezTo>
                    <a:pt x="748" y="1798"/>
                    <a:pt x="739" y="1786"/>
                    <a:pt x="739" y="1775"/>
                  </a:cubicBezTo>
                  <a:lnTo>
                    <a:pt x="739" y="1758"/>
                  </a:lnTo>
                  <a:cubicBezTo>
                    <a:pt x="739" y="1742"/>
                    <a:pt x="723" y="1726"/>
                    <a:pt x="707" y="1726"/>
                  </a:cubicBezTo>
                  <a:lnTo>
                    <a:pt x="493" y="1726"/>
                  </a:lnTo>
                  <a:cubicBezTo>
                    <a:pt x="477" y="1726"/>
                    <a:pt x="460" y="1742"/>
                    <a:pt x="460" y="1758"/>
                  </a:cubicBezTo>
                  <a:lnTo>
                    <a:pt x="460" y="1939"/>
                  </a:lnTo>
                  <a:cubicBezTo>
                    <a:pt x="460" y="1956"/>
                    <a:pt x="460" y="1956"/>
                    <a:pt x="460" y="1972"/>
                  </a:cubicBezTo>
                  <a:lnTo>
                    <a:pt x="17" y="2202"/>
                  </a:lnTo>
                  <a:cubicBezTo>
                    <a:pt x="0" y="2202"/>
                    <a:pt x="0" y="2218"/>
                    <a:pt x="0" y="2218"/>
                  </a:cubicBezTo>
                  <a:lnTo>
                    <a:pt x="0" y="2563"/>
                  </a:lnTo>
                  <a:cubicBezTo>
                    <a:pt x="0" y="2575"/>
                    <a:pt x="8" y="2587"/>
                    <a:pt x="19" y="2587"/>
                  </a:cubicBezTo>
                  <a:cubicBezTo>
                    <a:pt x="23" y="2587"/>
                    <a:pt x="28" y="2585"/>
                    <a:pt x="33" y="2580"/>
                  </a:cubicBezTo>
                  <a:lnTo>
                    <a:pt x="1380" y="2284"/>
                  </a:lnTo>
                  <a:lnTo>
                    <a:pt x="1397" y="2284"/>
                  </a:lnTo>
                  <a:lnTo>
                    <a:pt x="1659" y="2399"/>
                  </a:lnTo>
                  <a:cubicBezTo>
                    <a:pt x="1676" y="2399"/>
                    <a:pt x="1676" y="2399"/>
                    <a:pt x="1676" y="2416"/>
                  </a:cubicBezTo>
                  <a:lnTo>
                    <a:pt x="1676" y="2728"/>
                  </a:lnTo>
                  <a:cubicBezTo>
                    <a:pt x="1676" y="2728"/>
                    <a:pt x="1676" y="2974"/>
                    <a:pt x="1725" y="3270"/>
                  </a:cubicBezTo>
                  <a:cubicBezTo>
                    <a:pt x="1725" y="3270"/>
                    <a:pt x="1725" y="3286"/>
                    <a:pt x="1709" y="3286"/>
                  </a:cubicBezTo>
                  <a:lnTo>
                    <a:pt x="1134" y="3631"/>
                  </a:lnTo>
                  <a:cubicBezTo>
                    <a:pt x="1134" y="3631"/>
                    <a:pt x="1117" y="3648"/>
                    <a:pt x="1134" y="3648"/>
                  </a:cubicBezTo>
                  <a:lnTo>
                    <a:pt x="1134" y="3828"/>
                  </a:lnTo>
                  <a:cubicBezTo>
                    <a:pt x="1122" y="3840"/>
                    <a:pt x="1127" y="3852"/>
                    <a:pt x="1137" y="3852"/>
                  </a:cubicBezTo>
                  <a:cubicBezTo>
                    <a:pt x="1141" y="3852"/>
                    <a:pt x="1145" y="3850"/>
                    <a:pt x="1150" y="3845"/>
                  </a:cubicBezTo>
                  <a:lnTo>
                    <a:pt x="1824" y="3746"/>
                  </a:lnTo>
                  <a:cubicBezTo>
                    <a:pt x="1824" y="3746"/>
                    <a:pt x="1840" y="3763"/>
                    <a:pt x="1857" y="3763"/>
                  </a:cubicBezTo>
                  <a:cubicBezTo>
                    <a:pt x="1873" y="3878"/>
                    <a:pt x="1906" y="3993"/>
                    <a:pt x="1972" y="4091"/>
                  </a:cubicBezTo>
                  <a:cubicBezTo>
                    <a:pt x="2054" y="3993"/>
                    <a:pt x="2087" y="3878"/>
                    <a:pt x="2103" y="3763"/>
                  </a:cubicBezTo>
                  <a:cubicBezTo>
                    <a:pt x="2103" y="3763"/>
                    <a:pt x="2119" y="3746"/>
                    <a:pt x="2136" y="3746"/>
                  </a:cubicBezTo>
                  <a:lnTo>
                    <a:pt x="2793" y="3845"/>
                  </a:lnTo>
                  <a:cubicBezTo>
                    <a:pt x="2798" y="3850"/>
                    <a:pt x="2803" y="3852"/>
                    <a:pt x="2807" y="3852"/>
                  </a:cubicBezTo>
                  <a:cubicBezTo>
                    <a:pt x="2818" y="3852"/>
                    <a:pt x="2826" y="3840"/>
                    <a:pt x="2826" y="3828"/>
                  </a:cubicBezTo>
                  <a:lnTo>
                    <a:pt x="2826" y="3648"/>
                  </a:lnTo>
                  <a:cubicBezTo>
                    <a:pt x="2826" y="3648"/>
                    <a:pt x="2809" y="3631"/>
                    <a:pt x="2809" y="3631"/>
                  </a:cubicBezTo>
                  <a:lnTo>
                    <a:pt x="2234" y="3303"/>
                  </a:lnTo>
                  <a:cubicBezTo>
                    <a:pt x="2234" y="3286"/>
                    <a:pt x="2234" y="3286"/>
                    <a:pt x="2234" y="3270"/>
                  </a:cubicBezTo>
                  <a:cubicBezTo>
                    <a:pt x="2251" y="2991"/>
                    <a:pt x="2267" y="2744"/>
                    <a:pt x="2267" y="2744"/>
                  </a:cubicBezTo>
                  <a:lnTo>
                    <a:pt x="2267" y="2416"/>
                  </a:lnTo>
                  <a:cubicBezTo>
                    <a:pt x="2267" y="2416"/>
                    <a:pt x="2267" y="2399"/>
                    <a:pt x="2284" y="2399"/>
                  </a:cubicBezTo>
                  <a:lnTo>
                    <a:pt x="2547" y="2284"/>
                  </a:lnTo>
                  <a:lnTo>
                    <a:pt x="2563" y="2284"/>
                  </a:lnTo>
                  <a:lnTo>
                    <a:pt x="3927" y="2580"/>
                  </a:lnTo>
                  <a:cubicBezTo>
                    <a:pt x="3943" y="2580"/>
                    <a:pt x="3959" y="2563"/>
                    <a:pt x="3959" y="2547"/>
                  </a:cubicBezTo>
                  <a:lnTo>
                    <a:pt x="3959" y="2218"/>
                  </a:lnTo>
                  <a:cubicBezTo>
                    <a:pt x="3959" y="2202"/>
                    <a:pt x="3943" y="2202"/>
                    <a:pt x="3943" y="2202"/>
                  </a:cubicBezTo>
                  <a:lnTo>
                    <a:pt x="3499" y="1972"/>
                  </a:lnTo>
                  <a:cubicBezTo>
                    <a:pt x="3483" y="1956"/>
                    <a:pt x="3483" y="1956"/>
                    <a:pt x="3483" y="1939"/>
                  </a:cubicBezTo>
                  <a:lnTo>
                    <a:pt x="3483" y="1758"/>
                  </a:lnTo>
                  <a:cubicBezTo>
                    <a:pt x="3483" y="1742"/>
                    <a:pt x="3483" y="1726"/>
                    <a:pt x="3467" y="1726"/>
                  </a:cubicBezTo>
                  <a:lnTo>
                    <a:pt x="3237" y="1726"/>
                  </a:lnTo>
                  <a:cubicBezTo>
                    <a:pt x="3220" y="1726"/>
                    <a:pt x="3204" y="1742"/>
                    <a:pt x="3204" y="1758"/>
                  </a:cubicBezTo>
                  <a:lnTo>
                    <a:pt x="3204" y="1775"/>
                  </a:lnTo>
                  <a:cubicBezTo>
                    <a:pt x="3204" y="1786"/>
                    <a:pt x="3196" y="1798"/>
                    <a:pt x="3185" y="1798"/>
                  </a:cubicBezTo>
                  <a:cubicBezTo>
                    <a:pt x="3181" y="1798"/>
                    <a:pt x="3176" y="1796"/>
                    <a:pt x="3171" y="1791"/>
                  </a:cubicBezTo>
                  <a:lnTo>
                    <a:pt x="2793" y="1611"/>
                  </a:lnTo>
                  <a:cubicBezTo>
                    <a:pt x="2793" y="1594"/>
                    <a:pt x="2777" y="1594"/>
                    <a:pt x="2793" y="1578"/>
                  </a:cubicBezTo>
                  <a:lnTo>
                    <a:pt x="2793" y="1413"/>
                  </a:lnTo>
                  <a:cubicBezTo>
                    <a:pt x="2793" y="1397"/>
                    <a:pt x="2777" y="1381"/>
                    <a:pt x="2760" y="1381"/>
                  </a:cubicBezTo>
                  <a:lnTo>
                    <a:pt x="2547" y="1381"/>
                  </a:lnTo>
                  <a:cubicBezTo>
                    <a:pt x="2530" y="1381"/>
                    <a:pt x="2514" y="1397"/>
                    <a:pt x="2514" y="1413"/>
                  </a:cubicBezTo>
                  <a:cubicBezTo>
                    <a:pt x="2514" y="1425"/>
                    <a:pt x="2506" y="1437"/>
                    <a:pt x="2495" y="1437"/>
                  </a:cubicBezTo>
                  <a:cubicBezTo>
                    <a:pt x="2491" y="1437"/>
                    <a:pt x="2486" y="1435"/>
                    <a:pt x="2481" y="1430"/>
                  </a:cubicBezTo>
                  <a:lnTo>
                    <a:pt x="2284" y="1331"/>
                  </a:lnTo>
                  <a:cubicBezTo>
                    <a:pt x="2267" y="1331"/>
                    <a:pt x="2267" y="1315"/>
                    <a:pt x="2267" y="1315"/>
                  </a:cubicBezTo>
                  <a:lnTo>
                    <a:pt x="2267" y="493"/>
                  </a:lnTo>
                  <a:cubicBezTo>
                    <a:pt x="2251" y="296"/>
                    <a:pt x="2152" y="116"/>
                    <a:pt x="19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83;p66">
              <a:extLst>
                <a:ext uri="{FF2B5EF4-FFF2-40B4-BE49-F238E27FC236}">
                  <a16:creationId xmlns:a16="http://schemas.microsoft.com/office/drawing/2014/main" id="{3CAB39D1-690F-56FA-5962-ADB0E562CD46}"/>
                </a:ext>
              </a:extLst>
            </p:cNvPr>
            <p:cNvSpPr/>
            <p:nvPr/>
          </p:nvSpPr>
          <p:spPr>
            <a:xfrm>
              <a:off x="3678800" y="3107400"/>
              <a:ext cx="12775" cy="26325"/>
            </a:xfrm>
            <a:custGeom>
              <a:avLst/>
              <a:gdLst/>
              <a:ahLst/>
              <a:cxnLst/>
              <a:rect l="l" t="t" r="r" b="b"/>
              <a:pathLst>
                <a:path w="511" h="1053" extrusionOk="0">
                  <a:moveTo>
                    <a:pt x="1" y="1"/>
                  </a:moveTo>
                  <a:lnTo>
                    <a:pt x="1" y="1052"/>
                  </a:lnTo>
                  <a:lnTo>
                    <a:pt x="510" y="1052"/>
                  </a:lnTo>
                  <a:lnTo>
                    <a:pt x="5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84;p66">
              <a:extLst>
                <a:ext uri="{FF2B5EF4-FFF2-40B4-BE49-F238E27FC236}">
                  <a16:creationId xmlns:a16="http://schemas.microsoft.com/office/drawing/2014/main" id="{22C3AA62-DB6B-9150-C82A-298FE48FF62A}"/>
                </a:ext>
              </a:extLst>
            </p:cNvPr>
            <p:cNvSpPr/>
            <p:nvPr/>
          </p:nvSpPr>
          <p:spPr>
            <a:xfrm>
              <a:off x="3678400" y="3148475"/>
              <a:ext cx="13175" cy="26325"/>
            </a:xfrm>
            <a:custGeom>
              <a:avLst/>
              <a:gdLst/>
              <a:ahLst/>
              <a:cxnLst/>
              <a:rect l="l" t="t" r="r" b="b"/>
              <a:pathLst>
                <a:path w="527" h="1053" extrusionOk="0">
                  <a:moveTo>
                    <a:pt x="0" y="1"/>
                  </a:moveTo>
                  <a:lnTo>
                    <a:pt x="0" y="1052"/>
                  </a:lnTo>
                  <a:lnTo>
                    <a:pt x="526" y="1052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85;p66">
              <a:extLst>
                <a:ext uri="{FF2B5EF4-FFF2-40B4-BE49-F238E27FC236}">
                  <a16:creationId xmlns:a16="http://schemas.microsoft.com/office/drawing/2014/main" id="{8D05A71C-DD55-B49F-37C8-7DB4829BB816}"/>
                </a:ext>
              </a:extLst>
            </p:cNvPr>
            <p:cNvSpPr/>
            <p:nvPr/>
          </p:nvSpPr>
          <p:spPr>
            <a:xfrm>
              <a:off x="3678800" y="3188725"/>
              <a:ext cx="13175" cy="26325"/>
            </a:xfrm>
            <a:custGeom>
              <a:avLst/>
              <a:gdLst/>
              <a:ahLst/>
              <a:cxnLst/>
              <a:rect l="l" t="t" r="r" b="b"/>
              <a:pathLst>
                <a:path w="527" h="1053" extrusionOk="0">
                  <a:moveTo>
                    <a:pt x="1" y="1"/>
                  </a:moveTo>
                  <a:lnTo>
                    <a:pt x="1" y="1052"/>
                  </a:lnTo>
                  <a:lnTo>
                    <a:pt x="527" y="1052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86;p66">
              <a:extLst>
                <a:ext uri="{FF2B5EF4-FFF2-40B4-BE49-F238E27FC236}">
                  <a16:creationId xmlns:a16="http://schemas.microsoft.com/office/drawing/2014/main" id="{6BE1E7E9-28EC-0423-EDD3-9D5A3DF6C73C}"/>
                </a:ext>
              </a:extLst>
            </p:cNvPr>
            <p:cNvSpPr/>
            <p:nvPr/>
          </p:nvSpPr>
          <p:spPr>
            <a:xfrm>
              <a:off x="3678800" y="3229400"/>
              <a:ext cx="13175" cy="26300"/>
            </a:xfrm>
            <a:custGeom>
              <a:avLst/>
              <a:gdLst/>
              <a:ahLst/>
              <a:cxnLst/>
              <a:rect l="l" t="t" r="r" b="b"/>
              <a:pathLst>
                <a:path w="527" h="1052" extrusionOk="0">
                  <a:moveTo>
                    <a:pt x="1" y="0"/>
                  </a:moveTo>
                  <a:lnTo>
                    <a:pt x="1" y="1052"/>
                  </a:lnTo>
                  <a:lnTo>
                    <a:pt x="527" y="1052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87;p66">
              <a:extLst>
                <a:ext uri="{FF2B5EF4-FFF2-40B4-BE49-F238E27FC236}">
                  <a16:creationId xmlns:a16="http://schemas.microsoft.com/office/drawing/2014/main" id="{5AE457EC-7E77-00B3-CFEC-25BE007A9AC2}"/>
                </a:ext>
              </a:extLst>
            </p:cNvPr>
            <p:cNvSpPr/>
            <p:nvPr/>
          </p:nvSpPr>
          <p:spPr>
            <a:xfrm>
              <a:off x="3678800" y="3270050"/>
              <a:ext cx="13175" cy="26325"/>
            </a:xfrm>
            <a:custGeom>
              <a:avLst/>
              <a:gdLst/>
              <a:ahLst/>
              <a:cxnLst/>
              <a:rect l="l" t="t" r="r" b="b"/>
              <a:pathLst>
                <a:path w="527" h="1053" extrusionOk="0">
                  <a:moveTo>
                    <a:pt x="1" y="1"/>
                  </a:moveTo>
                  <a:lnTo>
                    <a:pt x="1" y="1052"/>
                  </a:lnTo>
                  <a:lnTo>
                    <a:pt x="527" y="1052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88;p66">
              <a:extLst>
                <a:ext uri="{FF2B5EF4-FFF2-40B4-BE49-F238E27FC236}">
                  <a16:creationId xmlns:a16="http://schemas.microsoft.com/office/drawing/2014/main" id="{B806D719-5288-2BA5-D526-9A15227FDF68}"/>
                </a:ext>
              </a:extLst>
            </p:cNvPr>
            <p:cNvSpPr/>
            <p:nvPr/>
          </p:nvSpPr>
          <p:spPr>
            <a:xfrm>
              <a:off x="3563800" y="3183400"/>
              <a:ext cx="39450" cy="9475"/>
            </a:xfrm>
            <a:custGeom>
              <a:avLst/>
              <a:gdLst/>
              <a:ahLst/>
              <a:cxnLst/>
              <a:rect l="l" t="t" r="r" b="b"/>
              <a:pathLst>
                <a:path w="1578" h="379" extrusionOk="0">
                  <a:moveTo>
                    <a:pt x="1" y="0"/>
                  </a:moveTo>
                  <a:lnTo>
                    <a:pt x="1" y="378"/>
                  </a:lnTo>
                  <a:lnTo>
                    <a:pt x="1578" y="378"/>
                  </a:lnTo>
                  <a:lnTo>
                    <a:pt x="15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89;p66">
              <a:extLst>
                <a:ext uri="{FF2B5EF4-FFF2-40B4-BE49-F238E27FC236}">
                  <a16:creationId xmlns:a16="http://schemas.microsoft.com/office/drawing/2014/main" id="{16D91141-5828-04FC-C186-64A926D42CB7}"/>
                </a:ext>
              </a:extLst>
            </p:cNvPr>
            <p:cNvSpPr/>
            <p:nvPr/>
          </p:nvSpPr>
          <p:spPr>
            <a:xfrm>
              <a:off x="3563800" y="3206800"/>
              <a:ext cx="76425" cy="9900"/>
            </a:xfrm>
            <a:custGeom>
              <a:avLst/>
              <a:gdLst/>
              <a:ahLst/>
              <a:cxnLst/>
              <a:rect l="l" t="t" r="r" b="b"/>
              <a:pathLst>
                <a:path w="3057" h="396" extrusionOk="0">
                  <a:moveTo>
                    <a:pt x="3057" y="1"/>
                  </a:moveTo>
                  <a:lnTo>
                    <a:pt x="1" y="17"/>
                  </a:lnTo>
                  <a:lnTo>
                    <a:pt x="1" y="395"/>
                  </a:lnTo>
                  <a:lnTo>
                    <a:pt x="3057" y="395"/>
                  </a:lnTo>
                  <a:lnTo>
                    <a:pt x="30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90;p66">
              <a:extLst>
                <a:ext uri="{FF2B5EF4-FFF2-40B4-BE49-F238E27FC236}">
                  <a16:creationId xmlns:a16="http://schemas.microsoft.com/office/drawing/2014/main" id="{6FC42094-482C-E098-2EDB-D5E682142349}"/>
                </a:ext>
              </a:extLst>
            </p:cNvPr>
            <p:cNvSpPr/>
            <p:nvPr/>
          </p:nvSpPr>
          <p:spPr>
            <a:xfrm>
              <a:off x="3563800" y="3230625"/>
              <a:ext cx="76425" cy="9875"/>
            </a:xfrm>
            <a:custGeom>
              <a:avLst/>
              <a:gdLst/>
              <a:ahLst/>
              <a:cxnLst/>
              <a:rect l="l" t="t" r="r" b="b"/>
              <a:pathLst>
                <a:path w="3057" h="395" extrusionOk="0">
                  <a:moveTo>
                    <a:pt x="1" y="1"/>
                  </a:moveTo>
                  <a:lnTo>
                    <a:pt x="1" y="395"/>
                  </a:lnTo>
                  <a:lnTo>
                    <a:pt x="3057" y="395"/>
                  </a:lnTo>
                  <a:lnTo>
                    <a:pt x="30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91;p66">
              <a:extLst>
                <a:ext uri="{FF2B5EF4-FFF2-40B4-BE49-F238E27FC236}">
                  <a16:creationId xmlns:a16="http://schemas.microsoft.com/office/drawing/2014/main" id="{33250789-1B1A-2DE8-79A2-B57E66F85BDD}"/>
                </a:ext>
              </a:extLst>
            </p:cNvPr>
            <p:cNvSpPr/>
            <p:nvPr/>
          </p:nvSpPr>
          <p:spPr>
            <a:xfrm>
              <a:off x="3734675" y="3146425"/>
              <a:ext cx="39850" cy="9475"/>
            </a:xfrm>
            <a:custGeom>
              <a:avLst/>
              <a:gdLst/>
              <a:ahLst/>
              <a:cxnLst/>
              <a:rect l="l" t="t" r="r" b="b"/>
              <a:pathLst>
                <a:path w="1594" h="379" extrusionOk="0">
                  <a:moveTo>
                    <a:pt x="0" y="1"/>
                  </a:moveTo>
                  <a:lnTo>
                    <a:pt x="0" y="379"/>
                  </a:lnTo>
                  <a:lnTo>
                    <a:pt x="1594" y="379"/>
                  </a:lnTo>
                  <a:lnTo>
                    <a:pt x="15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92;p66">
              <a:extLst>
                <a:ext uri="{FF2B5EF4-FFF2-40B4-BE49-F238E27FC236}">
                  <a16:creationId xmlns:a16="http://schemas.microsoft.com/office/drawing/2014/main" id="{25B0DB79-6B8B-60CA-7565-BBCC20B80103}"/>
                </a:ext>
              </a:extLst>
            </p:cNvPr>
            <p:cNvSpPr/>
            <p:nvPr/>
          </p:nvSpPr>
          <p:spPr>
            <a:xfrm>
              <a:off x="3734675" y="3169850"/>
              <a:ext cx="76825" cy="9875"/>
            </a:xfrm>
            <a:custGeom>
              <a:avLst/>
              <a:gdLst/>
              <a:ahLst/>
              <a:cxnLst/>
              <a:rect l="l" t="t" r="r" b="b"/>
              <a:pathLst>
                <a:path w="3073" h="395" extrusionOk="0">
                  <a:moveTo>
                    <a:pt x="0" y="0"/>
                  </a:moveTo>
                  <a:lnTo>
                    <a:pt x="0" y="394"/>
                  </a:lnTo>
                  <a:lnTo>
                    <a:pt x="3072" y="394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93;p66">
              <a:extLst>
                <a:ext uri="{FF2B5EF4-FFF2-40B4-BE49-F238E27FC236}">
                  <a16:creationId xmlns:a16="http://schemas.microsoft.com/office/drawing/2014/main" id="{70CA0017-9AA5-F094-F279-689D387677CC}"/>
                </a:ext>
              </a:extLst>
            </p:cNvPr>
            <p:cNvSpPr/>
            <p:nvPr/>
          </p:nvSpPr>
          <p:spPr>
            <a:xfrm>
              <a:off x="3735075" y="3193675"/>
              <a:ext cx="76425" cy="9875"/>
            </a:xfrm>
            <a:custGeom>
              <a:avLst/>
              <a:gdLst/>
              <a:ahLst/>
              <a:cxnLst/>
              <a:rect l="l" t="t" r="r" b="b"/>
              <a:pathLst>
                <a:path w="3057" h="395" extrusionOk="0">
                  <a:moveTo>
                    <a:pt x="1" y="0"/>
                  </a:moveTo>
                  <a:lnTo>
                    <a:pt x="1" y="394"/>
                  </a:lnTo>
                  <a:lnTo>
                    <a:pt x="3056" y="394"/>
                  </a:lnTo>
                  <a:lnTo>
                    <a:pt x="30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94;p66">
              <a:extLst>
                <a:ext uri="{FF2B5EF4-FFF2-40B4-BE49-F238E27FC236}">
                  <a16:creationId xmlns:a16="http://schemas.microsoft.com/office/drawing/2014/main" id="{B98BB6D5-449F-B37C-66E9-45B7D571AEED}"/>
                </a:ext>
              </a:extLst>
            </p:cNvPr>
            <p:cNvSpPr/>
            <p:nvPr/>
          </p:nvSpPr>
          <p:spPr>
            <a:xfrm>
              <a:off x="3734250" y="3230225"/>
              <a:ext cx="9075" cy="47650"/>
            </a:xfrm>
            <a:custGeom>
              <a:avLst/>
              <a:gdLst/>
              <a:ahLst/>
              <a:cxnLst/>
              <a:rect l="l" t="t" r="r" b="b"/>
              <a:pathLst>
                <a:path w="363" h="1906" extrusionOk="0">
                  <a:moveTo>
                    <a:pt x="1" y="0"/>
                  </a:moveTo>
                  <a:lnTo>
                    <a:pt x="1" y="1906"/>
                  </a:lnTo>
                  <a:lnTo>
                    <a:pt x="362" y="19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95;p66">
              <a:extLst>
                <a:ext uri="{FF2B5EF4-FFF2-40B4-BE49-F238E27FC236}">
                  <a16:creationId xmlns:a16="http://schemas.microsoft.com/office/drawing/2014/main" id="{49ACC518-70EE-9ECB-F740-563C23FEC75E}"/>
                </a:ext>
              </a:extLst>
            </p:cNvPr>
            <p:cNvSpPr/>
            <p:nvPr/>
          </p:nvSpPr>
          <p:spPr>
            <a:xfrm>
              <a:off x="3747000" y="3230225"/>
              <a:ext cx="4525" cy="47650"/>
            </a:xfrm>
            <a:custGeom>
              <a:avLst/>
              <a:gdLst/>
              <a:ahLst/>
              <a:cxnLst/>
              <a:rect l="l" t="t" r="r" b="b"/>
              <a:pathLst>
                <a:path w="181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181" y="1906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96;p66">
              <a:extLst>
                <a:ext uri="{FF2B5EF4-FFF2-40B4-BE49-F238E27FC236}">
                  <a16:creationId xmlns:a16="http://schemas.microsoft.com/office/drawing/2014/main" id="{AD6FAFCD-DF24-CD61-73CC-D13383D55328}"/>
                </a:ext>
              </a:extLst>
            </p:cNvPr>
            <p:cNvSpPr/>
            <p:nvPr/>
          </p:nvSpPr>
          <p:spPr>
            <a:xfrm>
              <a:off x="3755625" y="3230225"/>
              <a:ext cx="9050" cy="47650"/>
            </a:xfrm>
            <a:custGeom>
              <a:avLst/>
              <a:gdLst/>
              <a:ahLst/>
              <a:cxnLst/>
              <a:rect l="l" t="t" r="r" b="b"/>
              <a:pathLst>
                <a:path w="362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361" y="1906"/>
                  </a:lnTo>
                  <a:lnTo>
                    <a:pt x="3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97;p66">
              <a:extLst>
                <a:ext uri="{FF2B5EF4-FFF2-40B4-BE49-F238E27FC236}">
                  <a16:creationId xmlns:a16="http://schemas.microsoft.com/office/drawing/2014/main" id="{631BEC8D-76A3-99E0-6908-EE9D30CB230E}"/>
                </a:ext>
              </a:extLst>
            </p:cNvPr>
            <p:cNvSpPr/>
            <p:nvPr/>
          </p:nvSpPr>
          <p:spPr>
            <a:xfrm>
              <a:off x="3768350" y="3230225"/>
              <a:ext cx="4950" cy="47650"/>
            </a:xfrm>
            <a:custGeom>
              <a:avLst/>
              <a:gdLst/>
              <a:ahLst/>
              <a:cxnLst/>
              <a:rect l="l" t="t" r="r" b="b"/>
              <a:pathLst>
                <a:path w="198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198" y="1906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98;p66">
              <a:extLst>
                <a:ext uri="{FF2B5EF4-FFF2-40B4-BE49-F238E27FC236}">
                  <a16:creationId xmlns:a16="http://schemas.microsoft.com/office/drawing/2014/main" id="{81108F5F-0756-7873-474E-8E26B5A64647}"/>
                </a:ext>
              </a:extLst>
            </p:cNvPr>
            <p:cNvSpPr/>
            <p:nvPr/>
          </p:nvSpPr>
          <p:spPr>
            <a:xfrm>
              <a:off x="3776975" y="3230225"/>
              <a:ext cx="9050" cy="47650"/>
            </a:xfrm>
            <a:custGeom>
              <a:avLst/>
              <a:gdLst/>
              <a:ahLst/>
              <a:cxnLst/>
              <a:rect l="l" t="t" r="r" b="b"/>
              <a:pathLst>
                <a:path w="362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362" y="1906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99;p66">
              <a:extLst>
                <a:ext uri="{FF2B5EF4-FFF2-40B4-BE49-F238E27FC236}">
                  <a16:creationId xmlns:a16="http://schemas.microsoft.com/office/drawing/2014/main" id="{CDCDDAF7-A83D-907E-75D9-BCFCD93448F4}"/>
                </a:ext>
              </a:extLst>
            </p:cNvPr>
            <p:cNvSpPr/>
            <p:nvPr/>
          </p:nvSpPr>
          <p:spPr>
            <a:xfrm>
              <a:off x="3790125" y="3230225"/>
              <a:ext cx="4525" cy="47650"/>
            </a:xfrm>
            <a:custGeom>
              <a:avLst/>
              <a:gdLst/>
              <a:ahLst/>
              <a:cxnLst/>
              <a:rect l="l" t="t" r="r" b="b"/>
              <a:pathLst>
                <a:path w="181" h="1906" extrusionOk="0">
                  <a:moveTo>
                    <a:pt x="0" y="0"/>
                  </a:moveTo>
                  <a:lnTo>
                    <a:pt x="0" y="1906"/>
                  </a:lnTo>
                  <a:lnTo>
                    <a:pt x="181" y="1906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6979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8" name="Google Shape;7918;p70"/>
          <p:cNvSpPr txBox="1">
            <a:spLocks noGrp="1"/>
          </p:cNvSpPr>
          <p:nvPr>
            <p:ph type="title" idx="4"/>
          </p:nvPr>
        </p:nvSpPr>
        <p:spPr>
          <a:xfrm>
            <a:off x="2902998" y="235397"/>
            <a:ext cx="5022122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i="0" dirty="0"/>
              <a:t>Advantages</a:t>
            </a:r>
            <a:endParaRPr sz="4000" i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72BAB-B28B-0E8E-AC60-09F5F7790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6469" y="1110417"/>
            <a:ext cx="7015359" cy="2143530"/>
          </a:xfrm>
        </p:spPr>
        <p:txBody>
          <a:bodyPr/>
          <a:lstStyle/>
          <a:p>
            <a:pPr marL="139700" indent="0"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  <a:latin typeface="+mn-lt"/>
              </a:rPr>
              <a:t>1. AI-based booking system </a:t>
            </a:r>
          </a:p>
          <a:p>
            <a:pPr marL="139700" indent="0"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  <a:latin typeface="+mn-lt"/>
              </a:rPr>
              <a:t>2. Saves time and effort </a:t>
            </a:r>
          </a:p>
          <a:p>
            <a:pPr marL="139700" indent="0"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  <a:latin typeface="+mn-lt"/>
              </a:rPr>
              <a:t>3. User-friendly interface </a:t>
            </a:r>
          </a:p>
          <a:p>
            <a:pPr marL="139700" indent="0">
              <a:lnSpc>
                <a:spcPct val="150000"/>
              </a:lnSpc>
            </a:pPr>
            <a:r>
              <a:rPr lang="en-US" sz="2000" dirty="0">
                <a:solidFill>
                  <a:schemeClr val="bg2"/>
                </a:solidFill>
                <a:latin typeface="+mn-lt"/>
              </a:rPr>
              <a:t>4. Smart and automated </a:t>
            </a:r>
          </a:p>
          <a:p>
            <a:endParaRPr lang="en-IN" dirty="0"/>
          </a:p>
        </p:txBody>
      </p:sp>
      <p:grpSp>
        <p:nvGrpSpPr>
          <p:cNvPr id="454" name="Google Shape;454;p36"/>
          <p:cNvGrpSpPr/>
          <p:nvPr/>
        </p:nvGrpSpPr>
        <p:grpSpPr>
          <a:xfrm>
            <a:off x="-102836" y="331281"/>
            <a:ext cx="3885552" cy="1795720"/>
            <a:chOff x="4315146" y="1516835"/>
            <a:chExt cx="3743667" cy="1730148"/>
          </a:xfrm>
        </p:grpSpPr>
        <p:sp>
          <p:nvSpPr>
            <p:cNvPr id="455" name="Google Shape;455;p36"/>
            <p:cNvSpPr/>
            <p:nvPr/>
          </p:nvSpPr>
          <p:spPr>
            <a:xfrm rot="944273">
              <a:off x="6572573" y="2738077"/>
              <a:ext cx="263089" cy="255812"/>
            </a:xfrm>
            <a:custGeom>
              <a:avLst/>
              <a:gdLst/>
              <a:ahLst/>
              <a:cxnLst/>
              <a:rect l="l" t="t" r="r" b="b"/>
              <a:pathLst>
                <a:path w="4302" h="4183" extrusionOk="0">
                  <a:moveTo>
                    <a:pt x="2298" y="1"/>
                  </a:moveTo>
                  <a:cubicBezTo>
                    <a:pt x="2241" y="1"/>
                    <a:pt x="2183" y="3"/>
                    <a:pt x="2123" y="8"/>
                  </a:cubicBezTo>
                  <a:cubicBezTo>
                    <a:pt x="0" y="150"/>
                    <a:pt x="697" y="2685"/>
                    <a:pt x="777" y="2986"/>
                  </a:cubicBezTo>
                  <a:cubicBezTo>
                    <a:pt x="792" y="3002"/>
                    <a:pt x="808" y="3018"/>
                    <a:pt x="808" y="3034"/>
                  </a:cubicBezTo>
                  <a:lnTo>
                    <a:pt x="951" y="3350"/>
                  </a:lnTo>
                  <a:cubicBezTo>
                    <a:pt x="1255" y="3918"/>
                    <a:pt x="1795" y="4183"/>
                    <a:pt x="2332" y="4183"/>
                  </a:cubicBezTo>
                  <a:cubicBezTo>
                    <a:pt x="3025" y="4183"/>
                    <a:pt x="3712" y="3742"/>
                    <a:pt x="3882" y="2939"/>
                  </a:cubicBezTo>
                  <a:cubicBezTo>
                    <a:pt x="3882" y="2939"/>
                    <a:pt x="4301" y="1"/>
                    <a:pt x="2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 rot="944273">
              <a:off x="6609827" y="2804344"/>
              <a:ext cx="192883" cy="191905"/>
            </a:xfrm>
            <a:custGeom>
              <a:avLst/>
              <a:gdLst/>
              <a:ahLst/>
              <a:cxnLst/>
              <a:rect l="l" t="t" r="r" b="b"/>
              <a:pathLst>
                <a:path w="3154" h="3138" extrusionOk="0">
                  <a:moveTo>
                    <a:pt x="1585" y="0"/>
                  </a:moveTo>
                  <a:cubicBezTo>
                    <a:pt x="714" y="0"/>
                    <a:pt x="1" y="697"/>
                    <a:pt x="1" y="1569"/>
                  </a:cubicBezTo>
                  <a:cubicBezTo>
                    <a:pt x="1" y="2440"/>
                    <a:pt x="714" y="3137"/>
                    <a:pt x="1585" y="3137"/>
                  </a:cubicBezTo>
                  <a:cubicBezTo>
                    <a:pt x="2456" y="3137"/>
                    <a:pt x="3153" y="2440"/>
                    <a:pt x="3153" y="1569"/>
                  </a:cubicBezTo>
                  <a:cubicBezTo>
                    <a:pt x="3153" y="697"/>
                    <a:pt x="2456" y="0"/>
                    <a:pt x="15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 rot="944273">
              <a:off x="6609827" y="2804344"/>
              <a:ext cx="192883" cy="191905"/>
            </a:xfrm>
            <a:custGeom>
              <a:avLst/>
              <a:gdLst/>
              <a:ahLst/>
              <a:cxnLst/>
              <a:rect l="l" t="t" r="r" b="b"/>
              <a:pathLst>
                <a:path w="3154" h="3138" extrusionOk="0">
                  <a:moveTo>
                    <a:pt x="1585" y="0"/>
                  </a:moveTo>
                  <a:cubicBezTo>
                    <a:pt x="714" y="0"/>
                    <a:pt x="1" y="697"/>
                    <a:pt x="1" y="1569"/>
                  </a:cubicBezTo>
                  <a:cubicBezTo>
                    <a:pt x="1" y="2440"/>
                    <a:pt x="714" y="3137"/>
                    <a:pt x="1585" y="3137"/>
                  </a:cubicBezTo>
                  <a:cubicBezTo>
                    <a:pt x="2456" y="3137"/>
                    <a:pt x="3153" y="2440"/>
                    <a:pt x="3153" y="1569"/>
                  </a:cubicBezTo>
                  <a:cubicBezTo>
                    <a:pt x="3153" y="697"/>
                    <a:pt x="2456" y="0"/>
                    <a:pt x="1585" y="0"/>
                  </a:cubicBezTo>
                  <a:close/>
                </a:path>
              </a:pathLst>
            </a:custGeom>
            <a:solidFill>
              <a:schemeClr val="lt1"/>
            </a:solidFill>
            <a:ln w="800" cap="flat" cmpd="sng">
              <a:solidFill>
                <a:schemeClr val="lt1"/>
              </a:solidFill>
              <a:prstDash val="solid"/>
              <a:miter lim="15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 rot="944273">
              <a:off x="6689977" y="2726937"/>
              <a:ext cx="91182" cy="28070"/>
            </a:xfrm>
            <a:custGeom>
              <a:avLst/>
              <a:gdLst/>
              <a:ahLst/>
              <a:cxnLst/>
              <a:rect l="l" t="t" r="r" b="b"/>
              <a:pathLst>
                <a:path w="1491" h="459" extrusionOk="0">
                  <a:moveTo>
                    <a:pt x="843" y="0"/>
                  </a:moveTo>
                  <a:cubicBezTo>
                    <a:pt x="795" y="0"/>
                    <a:pt x="746" y="5"/>
                    <a:pt x="698" y="15"/>
                  </a:cubicBezTo>
                  <a:cubicBezTo>
                    <a:pt x="397" y="31"/>
                    <a:pt x="128" y="189"/>
                    <a:pt x="1" y="459"/>
                  </a:cubicBezTo>
                  <a:cubicBezTo>
                    <a:pt x="223" y="348"/>
                    <a:pt x="492" y="269"/>
                    <a:pt x="746" y="269"/>
                  </a:cubicBezTo>
                  <a:cubicBezTo>
                    <a:pt x="811" y="260"/>
                    <a:pt x="876" y="256"/>
                    <a:pt x="942" y="256"/>
                  </a:cubicBezTo>
                  <a:cubicBezTo>
                    <a:pt x="1129" y="256"/>
                    <a:pt x="1314" y="289"/>
                    <a:pt x="1490" y="348"/>
                  </a:cubicBezTo>
                  <a:cubicBezTo>
                    <a:pt x="1344" y="135"/>
                    <a:pt x="1097" y="0"/>
                    <a:pt x="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 rot="944273">
              <a:off x="4315146" y="1891482"/>
              <a:ext cx="3743667" cy="1355501"/>
            </a:xfrm>
            <a:custGeom>
              <a:avLst/>
              <a:gdLst/>
              <a:ahLst/>
              <a:cxnLst/>
              <a:rect l="l" t="t" r="r" b="b"/>
              <a:pathLst>
                <a:path w="61216" h="22165" extrusionOk="0">
                  <a:moveTo>
                    <a:pt x="38973" y="1"/>
                  </a:moveTo>
                  <a:lnTo>
                    <a:pt x="31875" y="1411"/>
                  </a:lnTo>
                  <a:lnTo>
                    <a:pt x="31558" y="729"/>
                  </a:lnTo>
                  <a:cubicBezTo>
                    <a:pt x="31558" y="729"/>
                    <a:pt x="31321" y="428"/>
                    <a:pt x="31083" y="428"/>
                  </a:cubicBezTo>
                  <a:cubicBezTo>
                    <a:pt x="30846" y="428"/>
                    <a:pt x="30133" y="1427"/>
                    <a:pt x="30133" y="1427"/>
                  </a:cubicBezTo>
                  <a:lnTo>
                    <a:pt x="23605" y="587"/>
                  </a:lnTo>
                  <a:lnTo>
                    <a:pt x="23463" y="872"/>
                  </a:lnTo>
                  <a:lnTo>
                    <a:pt x="23463" y="1157"/>
                  </a:lnTo>
                  <a:lnTo>
                    <a:pt x="29277" y="2472"/>
                  </a:lnTo>
                  <a:cubicBezTo>
                    <a:pt x="29277" y="2472"/>
                    <a:pt x="28374" y="3470"/>
                    <a:pt x="28010" y="4215"/>
                  </a:cubicBezTo>
                  <a:cubicBezTo>
                    <a:pt x="27645" y="4959"/>
                    <a:pt x="25570" y="9585"/>
                    <a:pt x="25570" y="9585"/>
                  </a:cubicBezTo>
                  <a:lnTo>
                    <a:pt x="21419" y="9284"/>
                  </a:lnTo>
                  <a:lnTo>
                    <a:pt x="1283" y="6053"/>
                  </a:lnTo>
                  <a:cubicBezTo>
                    <a:pt x="1267" y="6053"/>
                    <a:pt x="1236" y="6037"/>
                    <a:pt x="1220" y="6021"/>
                  </a:cubicBezTo>
                  <a:lnTo>
                    <a:pt x="459" y="5118"/>
                  </a:lnTo>
                  <a:cubicBezTo>
                    <a:pt x="441" y="5099"/>
                    <a:pt x="417" y="5092"/>
                    <a:pt x="394" y="5092"/>
                  </a:cubicBezTo>
                  <a:cubicBezTo>
                    <a:pt x="378" y="5092"/>
                    <a:pt x="362" y="5095"/>
                    <a:pt x="349" y="5102"/>
                  </a:cubicBezTo>
                  <a:lnTo>
                    <a:pt x="63" y="5197"/>
                  </a:lnTo>
                  <a:cubicBezTo>
                    <a:pt x="16" y="5229"/>
                    <a:pt x="0" y="5276"/>
                    <a:pt x="16" y="5324"/>
                  </a:cubicBezTo>
                  <a:lnTo>
                    <a:pt x="475" y="6607"/>
                  </a:lnTo>
                  <a:cubicBezTo>
                    <a:pt x="491" y="6639"/>
                    <a:pt x="523" y="6670"/>
                    <a:pt x="555" y="6670"/>
                  </a:cubicBezTo>
                  <a:lnTo>
                    <a:pt x="24128" y="12770"/>
                  </a:lnTo>
                  <a:lnTo>
                    <a:pt x="23114" y="15004"/>
                  </a:lnTo>
                  <a:cubicBezTo>
                    <a:pt x="23114" y="15004"/>
                    <a:pt x="22401" y="16699"/>
                    <a:pt x="22496" y="18410"/>
                  </a:cubicBezTo>
                  <a:cubicBezTo>
                    <a:pt x="22496" y="20533"/>
                    <a:pt x="23986" y="22164"/>
                    <a:pt x="26093" y="22164"/>
                  </a:cubicBezTo>
                  <a:cubicBezTo>
                    <a:pt x="27455" y="22164"/>
                    <a:pt x="28897" y="21531"/>
                    <a:pt x="29578" y="20469"/>
                  </a:cubicBezTo>
                  <a:cubicBezTo>
                    <a:pt x="30687" y="18758"/>
                    <a:pt x="31162" y="15590"/>
                    <a:pt x="31162" y="15590"/>
                  </a:cubicBezTo>
                  <a:cubicBezTo>
                    <a:pt x="31907" y="15400"/>
                    <a:pt x="32477" y="14782"/>
                    <a:pt x="32588" y="14006"/>
                  </a:cubicBezTo>
                  <a:cubicBezTo>
                    <a:pt x="32842" y="12659"/>
                    <a:pt x="32842" y="12881"/>
                    <a:pt x="33159" y="12738"/>
                  </a:cubicBezTo>
                  <a:cubicBezTo>
                    <a:pt x="33460" y="12611"/>
                    <a:pt x="59172" y="5165"/>
                    <a:pt x="60297" y="4833"/>
                  </a:cubicBezTo>
                  <a:cubicBezTo>
                    <a:pt x="60313" y="4833"/>
                    <a:pt x="60344" y="4817"/>
                    <a:pt x="60344" y="4801"/>
                  </a:cubicBezTo>
                  <a:lnTo>
                    <a:pt x="61200" y="3407"/>
                  </a:lnTo>
                  <a:cubicBezTo>
                    <a:pt x="61216" y="3375"/>
                    <a:pt x="61216" y="3312"/>
                    <a:pt x="61184" y="3280"/>
                  </a:cubicBezTo>
                  <a:lnTo>
                    <a:pt x="61041" y="3138"/>
                  </a:lnTo>
                  <a:cubicBezTo>
                    <a:pt x="61026" y="3122"/>
                    <a:pt x="61002" y="3114"/>
                    <a:pt x="60978" y="3114"/>
                  </a:cubicBezTo>
                  <a:cubicBezTo>
                    <a:pt x="60954" y="3114"/>
                    <a:pt x="60931" y="3122"/>
                    <a:pt x="60915" y="3138"/>
                  </a:cubicBezTo>
                  <a:lnTo>
                    <a:pt x="59726" y="4167"/>
                  </a:lnTo>
                  <a:cubicBezTo>
                    <a:pt x="59726" y="4183"/>
                    <a:pt x="59711" y="4183"/>
                    <a:pt x="59695" y="4199"/>
                  </a:cubicBezTo>
                  <a:lnTo>
                    <a:pt x="37927" y="8793"/>
                  </a:lnTo>
                  <a:lnTo>
                    <a:pt x="32351" y="9411"/>
                  </a:lnTo>
                  <a:lnTo>
                    <a:pt x="32351" y="9411"/>
                  </a:lnTo>
                  <a:lnTo>
                    <a:pt x="32953" y="5847"/>
                  </a:lnTo>
                  <a:cubicBezTo>
                    <a:pt x="32953" y="5847"/>
                    <a:pt x="33317" y="4801"/>
                    <a:pt x="32351" y="2456"/>
                  </a:cubicBezTo>
                  <a:lnTo>
                    <a:pt x="38973" y="619"/>
                  </a:lnTo>
                  <a:lnTo>
                    <a:pt x="389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0" name="Google Shape;460;p36"/>
            <p:cNvSpPr/>
            <p:nvPr/>
          </p:nvSpPr>
          <p:spPr>
            <a:xfrm rot="944273">
              <a:off x="5254071" y="2408385"/>
              <a:ext cx="265168" cy="252631"/>
            </a:xfrm>
            <a:custGeom>
              <a:avLst/>
              <a:gdLst/>
              <a:ahLst/>
              <a:cxnLst/>
              <a:rect l="l" t="t" r="r" b="b"/>
              <a:pathLst>
                <a:path w="4336" h="4131" extrusionOk="0">
                  <a:moveTo>
                    <a:pt x="2829" y="0"/>
                  </a:moveTo>
                  <a:cubicBezTo>
                    <a:pt x="2634" y="0"/>
                    <a:pt x="2404" y="32"/>
                    <a:pt x="2133" y="113"/>
                  </a:cubicBezTo>
                  <a:cubicBezTo>
                    <a:pt x="976" y="462"/>
                    <a:pt x="485" y="1983"/>
                    <a:pt x="485" y="1983"/>
                  </a:cubicBezTo>
                  <a:cubicBezTo>
                    <a:pt x="0" y="3133"/>
                    <a:pt x="928" y="4130"/>
                    <a:pt x="1920" y="4130"/>
                  </a:cubicBezTo>
                  <a:cubicBezTo>
                    <a:pt x="2322" y="4130"/>
                    <a:pt x="2734" y="3966"/>
                    <a:pt x="3068" y="3583"/>
                  </a:cubicBezTo>
                  <a:cubicBezTo>
                    <a:pt x="3670" y="3155"/>
                    <a:pt x="4050" y="2125"/>
                    <a:pt x="4050" y="2125"/>
                  </a:cubicBezTo>
                  <a:cubicBezTo>
                    <a:pt x="4335" y="921"/>
                    <a:pt x="3717" y="335"/>
                    <a:pt x="3717" y="335"/>
                  </a:cubicBezTo>
                  <a:cubicBezTo>
                    <a:pt x="3717" y="335"/>
                    <a:pt x="3466" y="0"/>
                    <a:pt x="2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 rot="944273">
              <a:off x="5267716" y="2467648"/>
              <a:ext cx="188052" cy="188052"/>
            </a:xfrm>
            <a:custGeom>
              <a:avLst/>
              <a:gdLst/>
              <a:ahLst/>
              <a:cxnLst/>
              <a:rect l="l" t="t" r="r" b="b"/>
              <a:pathLst>
                <a:path w="3075" h="3075" extrusionOk="0">
                  <a:moveTo>
                    <a:pt x="1537" y="1"/>
                  </a:moveTo>
                  <a:cubicBezTo>
                    <a:pt x="698" y="1"/>
                    <a:pt x="1" y="682"/>
                    <a:pt x="1" y="1537"/>
                  </a:cubicBezTo>
                  <a:cubicBezTo>
                    <a:pt x="1" y="2377"/>
                    <a:pt x="698" y="3074"/>
                    <a:pt x="1537" y="3074"/>
                  </a:cubicBezTo>
                  <a:cubicBezTo>
                    <a:pt x="2393" y="3074"/>
                    <a:pt x="3074" y="2377"/>
                    <a:pt x="3074" y="1537"/>
                  </a:cubicBezTo>
                  <a:cubicBezTo>
                    <a:pt x="3074" y="682"/>
                    <a:pt x="2393" y="1"/>
                    <a:pt x="1537" y="1"/>
                  </a:cubicBezTo>
                  <a:close/>
                </a:path>
              </a:pathLst>
            </a:custGeom>
            <a:solidFill>
              <a:schemeClr val="lt1"/>
            </a:solidFill>
            <a:ln w="800" cap="flat" cmpd="sng">
              <a:solidFill>
                <a:schemeClr val="lt1"/>
              </a:solidFill>
              <a:prstDash val="solid"/>
              <a:miter lim="158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 rot="944273">
              <a:off x="5285545" y="2484145"/>
              <a:ext cx="153132" cy="152215"/>
            </a:xfrm>
            <a:custGeom>
              <a:avLst/>
              <a:gdLst/>
              <a:ahLst/>
              <a:cxnLst/>
              <a:rect l="l" t="t" r="r" b="b"/>
              <a:pathLst>
                <a:path w="2504" h="2489" extrusionOk="0">
                  <a:moveTo>
                    <a:pt x="1252" y="1"/>
                  </a:moveTo>
                  <a:cubicBezTo>
                    <a:pt x="571" y="1"/>
                    <a:pt x="1" y="555"/>
                    <a:pt x="1" y="1237"/>
                  </a:cubicBezTo>
                  <a:cubicBezTo>
                    <a:pt x="1" y="1934"/>
                    <a:pt x="571" y="2488"/>
                    <a:pt x="1252" y="2488"/>
                  </a:cubicBezTo>
                  <a:cubicBezTo>
                    <a:pt x="1949" y="2488"/>
                    <a:pt x="2504" y="1934"/>
                    <a:pt x="2504" y="1237"/>
                  </a:cubicBezTo>
                  <a:cubicBezTo>
                    <a:pt x="2504" y="555"/>
                    <a:pt x="1949" y="1"/>
                    <a:pt x="1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 rot="944273">
              <a:off x="5420407" y="2412697"/>
              <a:ext cx="117907" cy="69044"/>
            </a:xfrm>
            <a:custGeom>
              <a:avLst/>
              <a:gdLst/>
              <a:ahLst/>
              <a:cxnLst/>
              <a:rect l="l" t="t" r="r" b="b"/>
              <a:pathLst>
                <a:path w="1928" h="1129" extrusionOk="0">
                  <a:moveTo>
                    <a:pt x="786" y="0"/>
                  </a:moveTo>
                  <a:cubicBezTo>
                    <a:pt x="456" y="0"/>
                    <a:pt x="1" y="384"/>
                    <a:pt x="1" y="384"/>
                  </a:cubicBezTo>
                  <a:cubicBezTo>
                    <a:pt x="205" y="335"/>
                    <a:pt x="384" y="315"/>
                    <a:pt x="540" y="315"/>
                  </a:cubicBezTo>
                  <a:cubicBezTo>
                    <a:pt x="1186" y="315"/>
                    <a:pt x="1442" y="654"/>
                    <a:pt x="1442" y="654"/>
                  </a:cubicBezTo>
                  <a:cubicBezTo>
                    <a:pt x="1569" y="796"/>
                    <a:pt x="1664" y="955"/>
                    <a:pt x="1727" y="1129"/>
                  </a:cubicBezTo>
                  <a:cubicBezTo>
                    <a:pt x="1928" y="19"/>
                    <a:pt x="913" y="4"/>
                    <a:pt x="844" y="4"/>
                  </a:cubicBezTo>
                  <a:cubicBezTo>
                    <a:pt x="842" y="4"/>
                    <a:pt x="841" y="4"/>
                    <a:pt x="840" y="4"/>
                  </a:cubicBezTo>
                  <a:cubicBezTo>
                    <a:pt x="823" y="2"/>
                    <a:pt x="805" y="0"/>
                    <a:pt x="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 rot="944273">
              <a:off x="5417635" y="2362019"/>
              <a:ext cx="73692" cy="91060"/>
            </a:xfrm>
            <a:custGeom>
              <a:avLst/>
              <a:gdLst/>
              <a:ahLst/>
              <a:cxnLst/>
              <a:rect l="l" t="t" r="r" b="b"/>
              <a:pathLst>
                <a:path w="1205" h="1489" extrusionOk="0">
                  <a:moveTo>
                    <a:pt x="286" y="1"/>
                  </a:moveTo>
                  <a:lnTo>
                    <a:pt x="1" y="1411"/>
                  </a:lnTo>
                  <a:cubicBezTo>
                    <a:pt x="1" y="1411"/>
                    <a:pt x="22" y="1488"/>
                    <a:pt x="97" y="1488"/>
                  </a:cubicBezTo>
                  <a:cubicBezTo>
                    <a:pt x="134" y="1488"/>
                    <a:pt x="185" y="1469"/>
                    <a:pt x="254" y="1411"/>
                  </a:cubicBezTo>
                  <a:cubicBezTo>
                    <a:pt x="476" y="1237"/>
                    <a:pt x="713" y="1078"/>
                    <a:pt x="951" y="952"/>
                  </a:cubicBezTo>
                  <a:lnTo>
                    <a:pt x="1205" y="207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 rot="944273">
              <a:off x="6631161" y="2824782"/>
              <a:ext cx="151175" cy="151236"/>
            </a:xfrm>
            <a:custGeom>
              <a:avLst/>
              <a:gdLst/>
              <a:ahLst/>
              <a:cxnLst/>
              <a:rect l="l" t="t" r="r" b="b"/>
              <a:pathLst>
                <a:path w="2472" h="2473" extrusionOk="0">
                  <a:moveTo>
                    <a:pt x="1236" y="1"/>
                  </a:moveTo>
                  <a:cubicBezTo>
                    <a:pt x="555" y="1"/>
                    <a:pt x="0" y="555"/>
                    <a:pt x="0" y="1237"/>
                  </a:cubicBezTo>
                  <a:cubicBezTo>
                    <a:pt x="0" y="1918"/>
                    <a:pt x="555" y="2472"/>
                    <a:pt x="1236" y="2472"/>
                  </a:cubicBezTo>
                  <a:cubicBezTo>
                    <a:pt x="1917" y="2472"/>
                    <a:pt x="2472" y="1918"/>
                    <a:pt x="2472" y="1237"/>
                  </a:cubicBezTo>
                  <a:cubicBezTo>
                    <a:pt x="2472" y="555"/>
                    <a:pt x="1917" y="1"/>
                    <a:pt x="12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 rot="944273">
              <a:off x="6720258" y="2692003"/>
              <a:ext cx="39751" cy="83354"/>
            </a:xfrm>
            <a:custGeom>
              <a:avLst/>
              <a:gdLst/>
              <a:ahLst/>
              <a:cxnLst/>
              <a:rect l="l" t="t" r="r" b="b"/>
              <a:pathLst>
                <a:path w="650" h="1363" extrusionOk="0">
                  <a:moveTo>
                    <a:pt x="618" y="0"/>
                  </a:moveTo>
                  <a:lnTo>
                    <a:pt x="48" y="174"/>
                  </a:lnTo>
                  <a:cubicBezTo>
                    <a:pt x="48" y="174"/>
                    <a:pt x="1" y="1363"/>
                    <a:pt x="295" y="1363"/>
                  </a:cubicBezTo>
                  <a:cubicBezTo>
                    <a:pt x="297" y="1363"/>
                    <a:pt x="299" y="1363"/>
                    <a:pt x="301" y="1362"/>
                  </a:cubicBezTo>
                  <a:cubicBezTo>
                    <a:pt x="602" y="1347"/>
                    <a:pt x="650" y="1061"/>
                    <a:pt x="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 rot="944273">
              <a:off x="5915186" y="1899741"/>
              <a:ext cx="382769" cy="98827"/>
            </a:xfrm>
            <a:custGeom>
              <a:avLst/>
              <a:gdLst/>
              <a:ahLst/>
              <a:cxnLst/>
              <a:rect l="l" t="t" r="r" b="b"/>
              <a:pathLst>
                <a:path w="6259" h="1616" extrusionOk="0">
                  <a:moveTo>
                    <a:pt x="1" y="0"/>
                  </a:moveTo>
                  <a:lnTo>
                    <a:pt x="1" y="269"/>
                  </a:lnTo>
                  <a:lnTo>
                    <a:pt x="5815" y="1616"/>
                  </a:lnTo>
                  <a:lnTo>
                    <a:pt x="6259" y="109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 rot="944273">
              <a:off x="6428686" y="2013852"/>
              <a:ext cx="418606" cy="131850"/>
            </a:xfrm>
            <a:custGeom>
              <a:avLst/>
              <a:gdLst/>
              <a:ahLst/>
              <a:cxnLst/>
              <a:rect l="l" t="t" r="r" b="b"/>
              <a:pathLst>
                <a:path w="6845" h="2156" extrusionOk="0">
                  <a:moveTo>
                    <a:pt x="6845" y="1"/>
                  </a:moveTo>
                  <a:lnTo>
                    <a:pt x="1" y="1601"/>
                  </a:lnTo>
                  <a:lnTo>
                    <a:pt x="223" y="2155"/>
                  </a:lnTo>
                  <a:lnTo>
                    <a:pt x="6845" y="318"/>
                  </a:lnTo>
                  <a:lnTo>
                    <a:pt x="684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 rot="944273">
              <a:off x="6213196" y="2349500"/>
              <a:ext cx="1837954" cy="757711"/>
            </a:xfrm>
            <a:custGeom>
              <a:avLst/>
              <a:gdLst/>
              <a:ahLst/>
              <a:cxnLst/>
              <a:rect l="l" t="t" r="r" b="b"/>
              <a:pathLst>
                <a:path w="30054" h="12390" extrusionOk="0">
                  <a:moveTo>
                    <a:pt x="29927" y="1"/>
                  </a:moveTo>
                  <a:lnTo>
                    <a:pt x="28945" y="1237"/>
                  </a:lnTo>
                  <a:cubicBezTo>
                    <a:pt x="28929" y="1252"/>
                    <a:pt x="28913" y="1252"/>
                    <a:pt x="28881" y="1268"/>
                  </a:cubicBezTo>
                  <a:lnTo>
                    <a:pt x="888" y="8112"/>
                  </a:lnTo>
                  <a:cubicBezTo>
                    <a:pt x="824" y="8128"/>
                    <a:pt x="777" y="8192"/>
                    <a:pt x="761" y="8255"/>
                  </a:cubicBezTo>
                  <a:lnTo>
                    <a:pt x="0" y="12390"/>
                  </a:lnTo>
                  <a:cubicBezTo>
                    <a:pt x="745" y="12200"/>
                    <a:pt x="1315" y="11582"/>
                    <a:pt x="1426" y="10806"/>
                  </a:cubicBezTo>
                  <a:cubicBezTo>
                    <a:pt x="1680" y="9459"/>
                    <a:pt x="1680" y="9681"/>
                    <a:pt x="1997" y="9538"/>
                  </a:cubicBezTo>
                  <a:cubicBezTo>
                    <a:pt x="2298" y="9411"/>
                    <a:pt x="28010" y="1965"/>
                    <a:pt x="29135" y="1633"/>
                  </a:cubicBezTo>
                  <a:cubicBezTo>
                    <a:pt x="29151" y="1633"/>
                    <a:pt x="29182" y="1617"/>
                    <a:pt x="29182" y="1601"/>
                  </a:cubicBezTo>
                  <a:lnTo>
                    <a:pt x="30038" y="207"/>
                  </a:lnTo>
                  <a:cubicBezTo>
                    <a:pt x="30054" y="175"/>
                    <a:pt x="30054" y="112"/>
                    <a:pt x="30022" y="80"/>
                  </a:cubicBezTo>
                  <a:lnTo>
                    <a:pt x="299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 rot="944273">
              <a:off x="4391850" y="1917703"/>
              <a:ext cx="1521170" cy="458296"/>
            </a:xfrm>
            <a:custGeom>
              <a:avLst/>
              <a:gdLst/>
              <a:ahLst/>
              <a:cxnLst/>
              <a:rect l="l" t="t" r="r" b="b"/>
              <a:pathLst>
                <a:path w="24874" h="7494" extrusionOk="0">
                  <a:moveTo>
                    <a:pt x="1" y="0"/>
                  </a:moveTo>
                  <a:cubicBezTo>
                    <a:pt x="1" y="16"/>
                    <a:pt x="1" y="32"/>
                    <a:pt x="1" y="48"/>
                  </a:cubicBezTo>
                  <a:lnTo>
                    <a:pt x="460" y="1331"/>
                  </a:lnTo>
                  <a:cubicBezTo>
                    <a:pt x="476" y="1363"/>
                    <a:pt x="508" y="1394"/>
                    <a:pt x="540" y="1394"/>
                  </a:cubicBezTo>
                  <a:lnTo>
                    <a:pt x="24113" y="7494"/>
                  </a:lnTo>
                  <a:lnTo>
                    <a:pt x="24858" y="5894"/>
                  </a:lnTo>
                  <a:cubicBezTo>
                    <a:pt x="24874" y="5862"/>
                    <a:pt x="24858" y="5830"/>
                    <a:pt x="24842" y="5830"/>
                  </a:cubicBezTo>
                  <a:lnTo>
                    <a:pt x="872" y="1030"/>
                  </a:lnTo>
                  <a:cubicBezTo>
                    <a:pt x="856" y="1030"/>
                    <a:pt x="825" y="1014"/>
                    <a:pt x="809" y="99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 rot="944273">
              <a:off x="6392008" y="1516835"/>
              <a:ext cx="44643" cy="541711"/>
            </a:xfrm>
            <a:custGeom>
              <a:avLst/>
              <a:gdLst/>
              <a:ahLst/>
              <a:cxnLst/>
              <a:rect l="l" t="t" r="r" b="b"/>
              <a:pathLst>
                <a:path w="730" h="8858" extrusionOk="0">
                  <a:moveTo>
                    <a:pt x="565" y="0"/>
                  </a:moveTo>
                  <a:cubicBezTo>
                    <a:pt x="550" y="0"/>
                    <a:pt x="535" y="6"/>
                    <a:pt x="523" y="18"/>
                  </a:cubicBezTo>
                  <a:lnTo>
                    <a:pt x="286" y="160"/>
                  </a:lnTo>
                  <a:cubicBezTo>
                    <a:pt x="238" y="192"/>
                    <a:pt x="222" y="239"/>
                    <a:pt x="222" y="287"/>
                  </a:cubicBezTo>
                  <a:lnTo>
                    <a:pt x="190" y="7511"/>
                  </a:lnTo>
                  <a:cubicBezTo>
                    <a:pt x="206" y="7590"/>
                    <a:pt x="190" y="7670"/>
                    <a:pt x="175" y="7733"/>
                  </a:cubicBezTo>
                  <a:lnTo>
                    <a:pt x="0" y="8794"/>
                  </a:lnTo>
                  <a:lnTo>
                    <a:pt x="492" y="8858"/>
                  </a:lnTo>
                  <a:lnTo>
                    <a:pt x="729" y="7590"/>
                  </a:lnTo>
                  <a:lnTo>
                    <a:pt x="729" y="224"/>
                  </a:lnTo>
                  <a:cubicBezTo>
                    <a:pt x="729" y="192"/>
                    <a:pt x="713" y="144"/>
                    <a:pt x="682" y="113"/>
                  </a:cubicBezTo>
                  <a:lnTo>
                    <a:pt x="634" y="33"/>
                  </a:lnTo>
                  <a:cubicBezTo>
                    <a:pt x="615" y="14"/>
                    <a:pt x="589" y="0"/>
                    <a:pt x="5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 rot="944273">
              <a:off x="5695303" y="2023298"/>
              <a:ext cx="637541" cy="1011871"/>
            </a:xfrm>
            <a:custGeom>
              <a:avLst/>
              <a:gdLst/>
              <a:ahLst/>
              <a:cxnLst/>
              <a:rect l="l" t="t" r="r" b="b"/>
              <a:pathLst>
                <a:path w="10425" h="16546" extrusionOk="0">
                  <a:moveTo>
                    <a:pt x="10045" y="0"/>
                  </a:moveTo>
                  <a:cubicBezTo>
                    <a:pt x="10298" y="1094"/>
                    <a:pt x="10092" y="1775"/>
                    <a:pt x="10092" y="1775"/>
                  </a:cubicBezTo>
                  <a:lnTo>
                    <a:pt x="7795" y="12072"/>
                  </a:lnTo>
                  <a:cubicBezTo>
                    <a:pt x="7652" y="12706"/>
                    <a:pt x="7145" y="12975"/>
                    <a:pt x="6654" y="13340"/>
                  </a:cubicBezTo>
                  <a:cubicBezTo>
                    <a:pt x="6195" y="13641"/>
                    <a:pt x="5688" y="13863"/>
                    <a:pt x="5149" y="13989"/>
                  </a:cubicBezTo>
                  <a:cubicBezTo>
                    <a:pt x="4737" y="14069"/>
                    <a:pt x="4310" y="14132"/>
                    <a:pt x="3882" y="14164"/>
                  </a:cubicBezTo>
                  <a:cubicBezTo>
                    <a:pt x="3681" y="14174"/>
                    <a:pt x="3479" y="14180"/>
                    <a:pt x="3276" y="14180"/>
                  </a:cubicBezTo>
                  <a:cubicBezTo>
                    <a:pt x="2870" y="14180"/>
                    <a:pt x="2461" y="14158"/>
                    <a:pt x="2060" y="14116"/>
                  </a:cubicBezTo>
                  <a:cubicBezTo>
                    <a:pt x="1078" y="13926"/>
                    <a:pt x="808" y="13562"/>
                    <a:pt x="761" y="13514"/>
                  </a:cubicBezTo>
                  <a:cubicBezTo>
                    <a:pt x="634" y="13340"/>
                    <a:pt x="381" y="13134"/>
                    <a:pt x="571" y="12168"/>
                  </a:cubicBezTo>
                  <a:lnTo>
                    <a:pt x="571" y="12168"/>
                  </a:lnTo>
                  <a:cubicBezTo>
                    <a:pt x="238" y="12960"/>
                    <a:pt x="48" y="13799"/>
                    <a:pt x="0" y="14639"/>
                  </a:cubicBezTo>
                  <a:cubicBezTo>
                    <a:pt x="127" y="15051"/>
                    <a:pt x="397" y="15384"/>
                    <a:pt x="745" y="15590"/>
                  </a:cubicBezTo>
                  <a:cubicBezTo>
                    <a:pt x="1434" y="16039"/>
                    <a:pt x="2648" y="16545"/>
                    <a:pt x="3166" y="16545"/>
                  </a:cubicBezTo>
                  <a:cubicBezTo>
                    <a:pt x="3196" y="16545"/>
                    <a:pt x="3223" y="16544"/>
                    <a:pt x="3248" y="16540"/>
                  </a:cubicBezTo>
                  <a:cubicBezTo>
                    <a:pt x="3723" y="16477"/>
                    <a:pt x="4183" y="16366"/>
                    <a:pt x="4611" y="16192"/>
                  </a:cubicBezTo>
                  <a:cubicBezTo>
                    <a:pt x="5878" y="15764"/>
                    <a:pt x="6639" y="15399"/>
                    <a:pt x="7114" y="15051"/>
                  </a:cubicBezTo>
                  <a:cubicBezTo>
                    <a:pt x="7589" y="14702"/>
                    <a:pt x="8080" y="13799"/>
                    <a:pt x="8302" y="12912"/>
                  </a:cubicBezTo>
                  <a:cubicBezTo>
                    <a:pt x="8302" y="12912"/>
                    <a:pt x="10266" y="2757"/>
                    <a:pt x="10330" y="2361"/>
                  </a:cubicBezTo>
                  <a:cubicBezTo>
                    <a:pt x="10425" y="1553"/>
                    <a:pt x="10330" y="745"/>
                    <a:pt x="10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 rot="944273">
              <a:off x="5559807" y="2882283"/>
              <a:ext cx="498047" cy="279173"/>
            </a:xfrm>
            <a:custGeom>
              <a:avLst/>
              <a:gdLst/>
              <a:ahLst/>
              <a:cxnLst/>
              <a:rect l="l" t="t" r="r" b="b"/>
              <a:pathLst>
                <a:path w="8144" h="4565" extrusionOk="0">
                  <a:moveTo>
                    <a:pt x="8144" y="1"/>
                  </a:moveTo>
                  <a:lnTo>
                    <a:pt x="8144" y="1"/>
                  </a:lnTo>
                  <a:cubicBezTo>
                    <a:pt x="7779" y="650"/>
                    <a:pt x="7035" y="1759"/>
                    <a:pt x="5926" y="2361"/>
                  </a:cubicBezTo>
                  <a:cubicBezTo>
                    <a:pt x="5102" y="2837"/>
                    <a:pt x="4199" y="3169"/>
                    <a:pt x="3280" y="3359"/>
                  </a:cubicBezTo>
                  <a:cubicBezTo>
                    <a:pt x="3234" y="3366"/>
                    <a:pt x="3188" y="3370"/>
                    <a:pt x="3143" y="3370"/>
                  </a:cubicBezTo>
                  <a:cubicBezTo>
                    <a:pt x="3080" y="3370"/>
                    <a:pt x="3019" y="3362"/>
                    <a:pt x="2963" y="3344"/>
                  </a:cubicBezTo>
                  <a:cubicBezTo>
                    <a:pt x="2488" y="3217"/>
                    <a:pt x="840" y="2536"/>
                    <a:pt x="1" y="1680"/>
                  </a:cubicBezTo>
                  <a:lnTo>
                    <a:pt x="1" y="1680"/>
                  </a:lnTo>
                  <a:cubicBezTo>
                    <a:pt x="280" y="3344"/>
                    <a:pt x="1735" y="4565"/>
                    <a:pt x="3406" y="4565"/>
                  </a:cubicBezTo>
                  <a:cubicBezTo>
                    <a:pt x="3438" y="4565"/>
                    <a:pt x="3470" y="4564"/>
                    <a:pt x="3502" y="4563"/>
                  </a:cubicBezTo>
                  <a:cubicBezTo>
                    <a:pt x="4864" y="4563"/>
                    <a:pt x="6306" y="3930"/>
                    <a:pt x="6987" y="2868"/>
                  </a:cubicBezTo>
                  <a:cubicBezTo>
                    <a:pt x="7510" y="2060"/>
                    <a:pt x="7890" y="951"/>
                    <a:pt x="81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 rot="944273">
              <a:off x="5594742" y="2844706"/>
              <a:ext cx="420563" cy="124084"/>
            </a:xfrm>
            <a:custGeom>
              <a:avLst/>
              <a:gdLst/>
              <a:ahLst/>
              <a:cxnLst/>
              <a:rect l="l" t="t" r="r" b="b"/>
              <a:pathLst>
                <a:path w="6877" h="2029" extrusionOk="0">
                  <a:moveTo>
                    <a:pt x="245" y="1"/>
                  </a:moveTo>
                  <a:cubicBezTo>
                    <a:pt x="202" y="1"/>
                    <a:pt x="157" y="32"/>
                    <a:pt x="143" y="84"/>
                  </a:cubicBezTo>
                  <a:lnTo>
                    <a:pt x="17" y="559"/>
                  </a:lnTo>
                  <a:cubicBezTo>
                    <a:pt x="1" y="607"/>
                    <a:pt x="17" y="670"/>
                    <a:pt x="48" y="702"/>
                  </a:cubicBezTo>
                  <a:lnTo>
                    <a:pt x="254" y="987"/>
                  </a:lnTo>
                  <a:lnTo>
                    <a:pt x="381" y="1051"/>
                  </a:lnTo>
                  <a:lnTo>
                    <a:pt x="3059" y="2017"/>
                  </a:lnTo>
                  <a:cubicBezTo>
                    <a:pt x="3090" y="2025"/>
                    <a:pt x="3122" y="2029"/>
                    <a:pt x="3154" y="2029"/>
                  </a:cubicBezTo>
                  <a:cubicBezTo>
                    <a:pt x="3185" y="2029"/>
                    <a:pt x="3217" y="2025"/>
                    <a:pt x="3249" y="2017"/>
                  </a:cubicBezTo>
                  <a:lnTo>
                    <a:pt x="6385" y="1035"/>
                  </a:lnTo>
                  <a:cubicBezTo>
                    <a:pt x="6449" y="1019"/>
                    <a:pt x="6496" y="987"/>
                    <a:pt x="6544" y="940"/>
                  </a:cubicBezTo>
                  <a:lnTo>
                    <a:pt x="6671" y="829"/>
                  </a:lnTo>
                  <a:cubicBezTo>
                    <a:pt x="6829" y="655"/>
                    <a:pt x="6877" y="417"/>
                    <a:pt x="6782" y="211"/>
                  </a:cubicBezTo>
                  <a:cubicBezTo>
                    <a:pt x="6750" y="179"/>
                    <a:pt x="6718" y="148"/>
                    <a:pt x="6671" y="148"/>
                  </a:cubicBezTo>
                  <a:lnTo>
                    <a:pt x="3233" y="639"/>
                  </a:lnTo>
                  <a:cubicBezTo>
                    <a:pt x="3193" y="647"/>
                    <a:pt x="3154" y="651"/>
                    <a:pt x="3114" y="651"/>
                  </a:cubicBezTo>
                  <a:cubicBezTo>
                    <a:pt x="3074" y="651"/>
                    <a:pt x="3035" y="647"/>
                    <a:pt x="2995" y="639"/>
                  </a:cubicBezTo>
                  <a:lnTo>
                    <a:pt x="270" y="5"/>
                  </a:lnTo>
                  <a:cubicBezTo>
                    <a:pt x="262" y="2"/>
                    <a:pt x="253" y="1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15"/>
          <p:cNvGrpSpPr/>
          <p:nvPr/>
        </p:nvGrpSpPr>
        <p:grpSpPr>
          <a:xfrm>
            <a:off x="159355" y="2444806"/>
            <a:ext cx="8566710" cy="1775910"/>
            <a:chOff x="-104775" y="3225130"/>
            <a:chExt cx="8566710" cy="1775910"/>
          </a:xfrm>
        </p:grpSpPr>
        <p:grpSp>
          <p:nvGrpSpPr>
            <p:cNvPr id="65" name="Google Shape;65;p15"/>
            <p:cNvGrpSpPr/>
            <p:nvPr/>
          </p:nvGrpSpPr>
          <p:grpSpPr>
            <a:xfrm rot="-206156">
              <a:off x="6649380" y="3276487"/>
              <a:ext cx="1764001" cy="1673196"/>
              <a:chOff x="4138184" y="930105"/>
              <a:chExt cx="3959591" cy="3755764"/>
            </a:xfrm>
          </p:grpSpPr>
          <p:sp>
            <p:nvSpPr>
              <p:cNvPr id="66" name="Google Shape;66;p15"/>
              <p:cNvSpPr/>
              <p:nvPr/>
            </p:nvSpPr>
            <p:spPr>
              <a:xfrm>
                <a:off x="5909881" y="2233489"/>
                <a:ext cx="2187893" cy="2136822"/>
              </a:xfrm>
              <a:custGeom>
                <a:avLst/>
                <a:gdLst/>
                <a:ahLst/>
                <a:cxnLst/>
                <a:rect l="l" t="t" r="r" b="b"/>
                <a:pathLst>
                  <a:path w="101444" h="99076" extrusionOk="0">
                    <a:moveTo>
                      <a:pt x="14196" y="0"/>
                    </a:moveTo>
                    <a:lnTo>
                      <a:pt x="13949" y="247"/>
                    </a:lnTo>
                    <a:cubicBezTo>
                      <a:pt x="13167" y="1029"/>
                      <a:pt x="14217" y="2900"/>
                      <a:pt x="15657" y="4361"/>
                    </a:cubicBezTo>
                    <a:lnTo>
                      <a:pt x="47276" y="36103"/>
                    </a:lnTo>
                    <a:lnTo>
                      <a:pt x="49374" y="38223"/>
                    </a:lnTo>
                    <a:cubicBezTo>
                      <a:pt x="38492" y="44025"/>
                      <a:pt x="28062" y="50051"/>
                      <a:pt x="19956" y="55257"/>
                    </a:cubicBezTo>
                    <a:lnTo>
                      <a:pt x="640" y="54413"/>
                    </a:lnTo>
                    <a:lnTo>
                      <a:pt x="495" y="54577"/>
                    </a:lnTo>
                    <a:cubicBezTo>
                      <a:pt x="1" y="55194"/>
                      <a:pt x="105" y="56080"/>
                      <a:pt x="722" y="56574"/>
                    </a:cubicBezTo>
                    <a:lnTo>
                      <a:pt x="8806" y="63012"/>
                    </a:lnTo>
                    <a:cubicBezTo>
                      <a:pt x="3808" y="66983"/>
                      <a:pt x="3602" y="68320"/>
                      <a:pt x="3972" y="69060"/>
                    </a:cubicBezTo>
                    <a:cubicBezTo>
                      <a:pt x="4166" y="69418"/>
                      <a:pt x="4567" y="69740"/>
                      <a:pt x="5666" y="69740"/>
                    </a:cubicBezTo>
                    <a:cubicBezTo>
                      <a:pt x="6782" y="69740"/>
                      <a:pt x="8617" y="69408"/>
                      <a:pt x="11686" y="68443"/>
                    </a:cubicBezTo>
                    <a:lnTo>
                      <a:pt x="12489" y="78729"/>
                    </a:lnTo>
                    <a:cubicBezTo>
                      <a:pt x="12530" y="79121"/>
                      <a:pt x="12695" y="79470"/>
                      <a:pt x="12983" y="79717"/>
                    </a:cubicBezTo>
                    <a:cubicBezTo>
                      <a:pt x="13234" y="79932"/>
                      <a:pt x="13548" y="80054"/>
                      <a:pt x="13884" y="80054"/>
                    </a:cubicBezTo>
                    <a:cubicBezTo>
                      <a:pt x="13932" y="80054"/>
                      <a:pt x="13982" y="80051"/>
                      <a:pt x="14031" y="80046"/>
                    </a:cubicBezTo>
                    <a:lnTo>
                      <a:pt x="14237" y="80026"/>
                    </a:lnTo>
                    <a:lnTo>
                      <a:pt x="14258" y="79985"/>
                    </a:lnTo>
                    <a:lnTo>
                      <a:pt x="14319" y="79985"/>
                    </a:lnTo>
                    <a:lnTo>
                      <a:pt x="21561" y="68176"/>
                    </a:lnTo>
                    <a:lnTo>
                      <a:pt x="21582" y="68176"/>
                    </a:lnTo>
                    <a:lnTo>
                      <a:pt x="24421" y="63527"/>
                    </a:lnTo>
                    <a:cubicBezTo>
                      <a:pt x="33163" y="59762"/>
                      <a:pt x="43902" y="54558"/>
                      <a:pt x="54703" y="48838"/>
                    </a:cubicBezTo>
                    <a:lnTo>
                      <a:pt x="55505" y="52007"/>
                    </a:lnTo>
                    <a:lnTo>
                      <a:pt x="63981" y="95351"/>
                    </a:lnTo>
                    <a:cubicBezTo>
                      <a:pt x="64351" y="97244"/>
                      <a:pt x="65236" y="99076"/>
                      <a:pt x="66265" y="99076"/>
                    </a:cubicBezTo>
                    <a:lnTo>
                      <a:pt x="66430" y="99076"/>
                    </a:lnTo>
                    <a:lnTo>
                      <a:pt x="66759" y="99013"/>
                    </a:lnTo>
                    <a:lnTo>
                      <a:pt x="66759" y="98994"/>
                    </a:lnTo>
                    <a:lnTo>
                      <a:pt x="66800" y="98994"/>
                    </a:lnTo>
                    <a:lnTo>
                      <a:pt x="68322" y="70645"/>
                    </a:lnTo>
                    <a:cubicBezTo>
                      <a:pt x="68671" y="70480"/>
                      <a:pt x="69000" y="70294"/>
                      <a:pt x="69351" y="70110"/>
                    </a:cubicBezTo>
                    <a:cubicBezTo>
                      <a:pt x="69433" y="70069"/>
                      <a:pt x="69515" y="70028"/>
                      <a:pt x="69576" y="69987"/>
                    </a:cubicBezTo>
                    <a:cubicBezTo>
                      <a:pt x="71614" y="68917"/>
                      <a:pt x="73444" y="67785"/>
                      <a:pt x="74760" y="66797"/>
                    </a:cubicBezTo>
                    <a:cubicBezTo>
                      <a:pt x="76777" y="65296"/>
                      <a:pt x="76839" y="64679"/>
                      <a:pt x="76633" y="64287"/>
                    </a:cubicBezTo>
                    <a:cubicBezTo>
                      <a:pt x="76511" y="64078"/>
                      <a:pt x="76301" y="63892"/>
                      <a:pt x="75762" y="63892"/>
                    </a:cubicBezTo>
                    <a:cubicBezTo>
                      <a:pt x="75297" y="63892"/>
                      <a:pt x="74590" y="64030"/>
                      <a:pt x="73485" y="64411"/>
                    </a:cubicBezTo>
                    <a:cubicBezTo>
                      <a:pt x="72107" y="64905"/>
                      <a:pt x="70379" y="65667"/>
                      <a:pt x="68548" y="66613"/>
                    </a:cubicBezTo>
                    <a:lnTo>
                      <a:pt x="68753" y="62910"/>
                    </a:lnTo>
                    <a:lnTo>
                      <a:pt x="68816" y="62888"/>
                    </a:lnTo>
                    <a:lnTo>
                      <a:pt x="68816" y="62024"/>
                    </a:lnTo>
                    <a:cubicBezTo>
                      <a:pt x="68877" y="61983"/>
                      <a:pt x="68939" y="61964"/>
                      <a:pt x="69022" y="61922"/>
                    </a:cubicBezTo>
                    <a:cubicBezTo>
                      <a:pt x="69617" y="61634"/>
                      <a:pt x="70235" y="61325"/>
                      <a:pt x="70852" y="60996"/>
                    </a:cubicBezTo>
                    <a:cubicBezTo>
                      <a:pt x="71263" y="60770"/>
                      <a:pt x="71655" y="60565"/>
                      <a:pt x="72045" y="60338"/>
                    </a:cubicBezTo>
                    <a:cubicBezTo>
                      <a:pt x="73589" y="59474"/>
                      <a:pt x="74966" y="58590"/>
                      <a:pt x="76016" y="57808"/>
                    </a:cubicBezTo>
                    <a:cubicBezTo>
                      <a:pt x="76345" y="57561"/>
                      <a:pt x="76592" y="57355"/>
                      <a:pt x="76818" y="57169"/>
                    </a:cubicBezTo>
                    <a:cubicBezTo>
                      <a:pt x="78052" y="56100"/>
                      <a:pt x="78073" y="55606"/>
                      <a:pt x="77909" y="55277"/>
                    </a:cubicBezTo>
                    <a:cubicBezTo>
                      <a:pt x="77789" y="55071"/>
                      <a:pt x="77583" y="54893"/>
                      <a:pt x="77062" y="54893"/>
                    </a:cubicBezTo>
                    <a:cubicBezTo>
                      <a:pt x="76598" y="54893"/>
                      <a:pt x="75885" y="55034"/>
                      <a:pt x="74760" y="55422"/>
                    </a:cubicBezTo>
                    <a:cubicBezTo>
                      <a:pt x="74472" y="55524"/>
                      <a:pt x="74143" y="55647"/>
                      <a:pt x="73814" y="55771"/>
                    </a:cubicBezTo>
                    <a:cubicBezTo>
                      <a:pt x="72437" y="56305"/>
                      <a:pt x="70852" y="57046"/>
                      <a:pt x="69227" y="57910"/>
                    </a:cubicBezTo>
                    <a:cubicBezTo>
                      <a:pt x="69145" y="57951"/>
                      <a:pt x="69083" y="57992"/>
                      <a:pt x="69000" y="58033"/>
                    </a:cubicBezTo>
                    <a:lnTo>
                      <a:pt x="69186" y="54906"/>
                    </a:lnTo>
                    <a:cubicBezTo>
                      <a:pt x="69741" y="54618"/>
                      <a:pt x="70297" y="54330"/>
                      <a:pt x="70873" y="54023"/>
                    </a:cubicBezTo>
                    <a:cubicBezTo>
                      <a:pt x="70975" y="53982"/>
                      <a:pt x="71531" y="53672"/>
                      <a:pt x="72333" y="53220"/>
                    </a:cubicBezTo>
                    <a:cubicBezTo>
                      <a:pt x="75501" y="51431"/>
                      <a:pt x="82578" y="47212"/>
                      <a:pt x="81673" y="45506"/>
                    </a:cubicBezTo>
                    <a:cubicBezTo>
                      <a:pt x="81501" y="45181"/>
                      <a:pt x="81095" y="45043"/>
                      <a:pt x="80528" y="45043"/>
                    </a:cubicBezTo>
                    <a:cubicBezTo>
                      <a:pt x="79873" y="45043"/>
                      <a:pt x="79003" y="45228"/>
                      <a:pt x="78032" y="45526"/>
                    </a:cubicBezTo>
                    <a:cubicBezTo>
                      <a:pt x="75029" y="46431"/>
                      <a:pt x="71038" y="48386"/>
                      <a:pt x="69494" y="49187"/>
                    </a:cubicBezTo>
                    <a:lnTo>
                      <a:pt x="69535" y="48323"/>
                    </a:lnTo>
                    <a:lnTo>
                      <a:pt x="69659" y="45917"/>
                    </a:lnTo>
                    <a:lnTo>
                      <a:pt x="69968" y="40424"/>
                    </a:lnTo>
                    <a:cubicBezTo>
                      <a:pt x="70009" y="40404"/>
                      <a:pt x="70029" y="40382"/>
                      <a:pt x="70070" y="40363"/>
                    </a:cubicBezTo>
                    <a:cubicBezTo>
                      <a:pt x="70379" y="40198"/>
                      <a:pt x="70709" y="39992"/>
                      <a:pt x="71038" y="39806"/>
                    </a:cubicBezTo>
                    <a:cubicBezTo>
                      <a:pt x="71222" y="39683"/>
                      <a:pt x="71428" y="39581"/>
                      <a:pt x="71614" y="39477"/>
                    </a:cubicBezTo>
                    <a:cubicBezTo>
                      <a:pt x="71675" y="39436"/>
                      <a:pt x="71757" y="39395"/>
                      <a:pt x="71839" y="39334"/>
                    </a:cubicBezTo>
                    <a:cubicBezTo>
                      <a:pt x="74020" y="38059"/>
                      <a:pt x="76222" y="36762"/>
                      <a:pt x="78381" y="35467"/>
                    </a:cubicBezTo>
                    <a:cubicBezTo>
                      <a:pt x="88338" y="29418"/>
                      <a:pt x="101443" y="20860"/>
                      <a:pt x="100826" y="17898"/>
                    </a:cubicBezTo>
                    <a:lnTo>
                      <a:pt x="100846" y="17528"/>
                    </a:lnTo>
                    <a:lnTo>
                      <a:pt x="100703" y="17610"/>
                    </a:lnTo>
                    <a:cubicBezTo>
                      <a:pt x="100440" y="17209"/>
                      <a:pt x="99845" y="17029"/>
                      <a:pt x="98986" y="17029"/>
                    </a:cubicBezTo>
                    <a:cubicBezTo>
                      <a:pt x="92656" y="17029"/>
                      <a:pt x="72016" y="26829"/>
                      <a:pt x="64825" y="30343"/>
                    </a:cubicBezTo>
                    <a:lnTo>
                      <a:pt x="58406" y="26497"/>
                    </a:lnTo>
                    <a:lnTo>
                      <a:pt x="57748" y="26105"/>
                    </a:lnTo>
                    <a:cubicBezTo>
                      <a:pt x="60258" y="24706"/>
                      <a:pt x="68177" y="20098"/>
                      <a:pt x="67231" y="18309"/>
                    </a:cubicBezTo>
                    <a:cubicBezTo>
                      <a:pt x="67094" y="18044"/>
                      <a:pt x="66825" y="17807"/>
                      <a:pt x="66112" y="17807"/>
                    </a:cubicBezTo>
                    <a:cubicBezTo>
                      <a:pt x="65440" y="17807"/>
                      <a:pt x="64371" y="18018"/>
                      <a:pt x="62644" y="18617"/>
                    </a:cubicBezTo>
                    <a:cubicBezTo>
                      <a:pt x="60258" y="19440"/>
                      <a:pt x="57233" y="20819"/>
                      <a:pt x="54106" y="22465"/>
                    </a:cubicBezTo>
                    <a:cubicBezTo>
                      <a:pt x="53675" y="22690"/>
                      <a:pt x="53263" y="22937"/>
                      <a:pt x="52830" y="23164"/>
                    </a:cubicBezTo>
                    <a:lnTo>
                      <a:pt x="51061" y="22095"/>
                    </a:lnTo>
                    <a:lnTo>
                      <a:pt x="50156" y="21560"/>
                    </a:lnTo>
                    <a:cubicBezTo>
                      <a:pt x="52111" y="20510"/>
                      <a:pt x="53859" y="19420"/>
                      <a:pt x="55135" y="18474"/>
                    </a:cubicBezTo>
                    <a:cubicBezTo>
                      <a:pt x="57172" y="16952"/>
                      <a:pt x="57233" y="16334"/>
                      <a:pt x="57007" y="15943"/>
                    </a:cubicBezTo>
                    <a:cubicBezTo>
                      <a:pt x="56872" y="15689"/>
                      <a:pt x="56560" y="15582"/>
                      <a:pt x="56131" y="15582"/>
                    </a:cubicBezTo>
                    <a:cubicBezTo>
                      <a:pt x="54095" y="15582"/>
                      <a:pt x="49414" y="17998"/>
                      <a:pt x="48326" y="18576"/>
                    </a:cubicBezTo>
                    <a:cubicBezTo>
                      <a:pt x="47770" y="18885"/>
                      <a:pt x="47215" y="19193"/>
                      <a:pt x="46700" y="19481"/>
                    </a:cubicBezTo>
                    <a:lnTo>
                      <a:pt x="43120" y="17342"/>
                    </a:lnTo>
                    <a:lnTo>
                      <a:pt x="42771" y="17136"/>
                    </a:lnTo>
                    <a:cubicBezTo>
                      <a:pt x="44972" y="15902"/>
                      <a:pt x="49498" y="13186"/>
                      <a:pt x="48839" y="11952"/>
                    </a:cubicBezTo>
                    <a:cubicBezTo>
                      <a:pt x="48704" y="11699"/>
                      <a:pt x="48395" y="11592"/>
                      <a:pt x="47970" y="11592"/>
                    </a:cubicBezTo>
                    <a:cubicBezTo>
                      <a:pt x="45937" y="11592"/>
                      <a:pt x="41247" y="14028"/>
                      <a:pt x="40158" y="14606"/>
                    </a:cubicBezTo>
                    <a:cubicBezTo>
                      <a:pt x="39870" y="14750"/>
                      <a:pt x="39582" y="14894"/>
                      <a:pt x="39315" y="15059"/>
                    </a:cubicBezTo>
                    <a:lnTo>
                      <a:pt x="14196" y="0"/>
                    </a:lnTo>
                    <a:close/>
                  </a:path>
                </a:pathLst>
              </a:custGeom>
              <a:solidFill>
                <a:srgbClr val="13394F">
                  <a:alpha val="345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" name="Google Shape;67;p15"/>
              <p:cNvGrpSpPr/>
              <p:nvPr/>
            </p:nvGrpSpPr>
            <p:grpSpPr>
              <a:xfrm>
                <a:off x="4138184" y="930105"/>
                <a:ext cx="3868174" cy="3755764"/>
                <a:chOff x="4138184" y="930105"/>
                <a:chExt cx="3868174" cy="3755764"/>
              </a:xfrm>
            </p:grpSpPr>
            <p:sp>
              <p:nvSpPr>
                <p:cNvPr id="68" name="Google Shape;68;p15"/>
                <p:cNvSpPr/>
                <p:nvPr/>
              </p:nvSpPr>
              <p:spPr>
                <a:xfrm>
                  <a:off x="4138184" y="930105"/>
                  <a:ext cx="3868174" cy="3755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352" h="174140" extrusionOk="0">
                      <a:moveTo>
                        <a:pt x="24442" y="1"/>
                      </a:moveTo>
                      <a:lnTo>
                        <a:pt x="24442" y="1"/>
                      </a:lnTo>
                      <a:cubicBezTo>
                        <a:pt x="23537" y="886"/>
                        <a:pt x="24915" y="3704"/>
                        <a:pt x="27466" y="6276"/>
                      </a:cubicBezTo>
                      <a:lnTo>
                        <a:pt x="88011" y="67066"/>
                      </a:lnTo>
                      <a:cubicBezTo>
                        <a:pt x="87846" y="67170"/>
                        <a:pt x="87660" y="67252"/>
                        <a:pt x="87495" y="67354"/>
                      </a:cubicBezTo>
                      <a:cubicBezTo>
                        <a:pt x="67109" y="78175"/>
                        <a:pt x="48778" y="88832"/>
                        <a:pt x="34748" y="97842"/>
                      </a:cubicBezTo>
                      <a:lnTo>
                        <a:pt x="598" y="96361"/>
                      </a:lnTo>
                      <a:lnTo>
                        <a:pt x="598" y="96361"/>
                      </a:lnTo>
                      <a:cubicBezTo>
                        <a:pt x="1" y="97123"/>
                        <a:pt x="124" y="98254"/>
                        <a:pt x="886" y="98871"/>
                      </a:cubicBezTo>
                      <a:lnTo>
                        <a:pt x="15967" y="110885"/>
                      </a:lnTo>
                      <a:cubicBezTo>
                        <a:pt x="9403" y="115987"/>
                        <a:pt x="6029" y="119670"/>
                        <a:pt x="6852" y="121253"/>
                      </a:cubicBezTo>
                      <a:cubicBezTo>
                        <a:pt x="7150" y="121805"/>
                        <a:pt x="7957" y="122070"/>
                        <a:pt x="9222" y="122070"/>
                      </a:cubicBezTo>
                      <a:cubicBezTo>
                        <a:pt x="11547" y="122070"/>
                        <a:pt x="15419" y="121177"/>
                        <a:pt x="20534" y="119525"/>
                      </a:cubicBezTo>
                      <a:lnTo>
                        <a:pt x="22056" y="138720"/>
                      </a:lnTo>
                      <a:cubicBezTo>
                        <a:pt x="22114" y="139657"/>
                        <a:pt x="22914" y="140372"/>
                        <a:pt x="23840" y="140372"/>
                      </a:cubicBezTo>
                      <a:cubicBezTo>
                        <a:pt x="23889" y="140372"/>
                        <a:pt x="23939" y="140370"/>
                        <a:pt x="23990" y="140366"/>
                      </a:cubicBezTo>
                      <a:lnTo>
                        <a:pt x="41866" y="111255"/>
                      </a:lnTo>
                      <a:cubicBezTo>
                        <a:pt x="57172" y="104672"/>
                        <a:pt x="76284" y="95477"/>
                        <a:pt x="96671" y="84635"/>
                      </a:cubicBezTo>
                      <a:lnTo>
                        <a:pt x="97041" y="84451"/>
                      </a:lnTo>
                      <a:lnTo>
                        <a:pt x="113397" y="168117"/>
                      </a:lnTo>
                      <a:cubicBezTo>
                        <a:pt x="114067" y="171506"/>
                        <a:pt x="115529" y="174140"/>
                        <a:pt x="116736" y="174140"/>
                      </a:cubicBezTo>
                      <a:cubicBezTo>
                        <a:pt x="116789" y="174140"/>
                        <a:pt x="116842" y="174134"/>
                        <a:pt x="116894" y="174124"/>
                      </a:cubicBezTo>
                      <a:lnTo>
                        <a:pt x="119651" y="123949"/>
                      </a:lnTo>
                      <a:cubicBezTo>
                        <a:pt x="120493" y="123538"/>
                        <a:pt x="121379" y="123085"/>
                        <a:pt x="122263" y="122633"/>
                      </a:cubicBezTo>
                      <a:cubicBezTo>
                        <a:pt x="129608" y="118724"/>
                        <a:pt x="135080" y="114629"/>
                        <a:pt x="134463" y="113477"/>
                      </a:cubicBezTo>
                      <a:cubicBezTo>
                        <a:pt x="134356" y="113272"/>
                        <a:pt x="134065" y="113175"/>
                        <a:pt x="133616" y="113175"/>
                      </a:cubicBezTo>
                      <a:cubicBezTo>
                        <a:pt x="131540" y="113175"/>
                        <a:pt x="126100" y="115259"/>
                        <a:pt x="120062" y="118456"/>
                      </a:cubicBezTo>
                      <a:cubicBezTo>
                        <a:pt x="120021" y="118477"/>
                        <a:pt x="119980" y="118497"/>
                        <a:pt x="119958" y="118518"/>
                      </a:cubicBezTo>
                      <a:lnTo>
                        <a:pt x="120493" y="108663"/>
                      </a:lnTo>
                      <a:cubicBezTo>
                        <a:pt x="121790" y="108046"/>
                        <a:pt x="123148" y="107388"/>
                        <a:pt x="124525" y="106647"/>
                      </a:cubicBezTo>
                      <a:cubicBezTo>
                        <a:pt x="131871" y="102738"/>
                        <a:pt x="137343" y="98645"/>
                        <a:pt x="136726" y="97493"/>
                      </a:cubicBezTo>
                      <a:cubicBezTo>
                        <a:pt x="136619" y="97288"/>
                        <a:pt x="136328" y="97191"/>
                        <a:pt x="135878" y="97191"/>
                      </a:cubicBezTo>
                      <a:cubicBezTo>
                        <a:pt x="133802" y="97191"/>
                        <a:pt x="128362" y="99275"/>
                        <a:pt x="122325" y="102472"/>
                      </a:cubicBezTo>
                      <a:cubicBezTo>
                        <a:pt x="121790" y="102760"/>
                        <a:pt x="121296" y="103026"/>
                        <a:pt x="120781" y="103314"/>
                      </a:cubicBezTo>
                      <a:lnTo>
                        <a:pt x="121193" y="96012"/>
                      </a:lnTo>
                      <a:cubicBezTo>
                        <a:pt x="122304" y="95456"/>
                        <a:pt x="123415" y="94880"/>
                        <a:pt x="124567" y="94284"/>
                      </a:cubicBezTo>
                      <a:cubicBezTo>
                        <a:pt x="135922" y="88256"/>
                        <a:pt x="144357" y="81919"/>
                        <a:pt x="143411" y="80150"/>
                      </a:cubicBezTo>
                      <a:cubicBezTo>
                        <a:pt x="143244" y="79835"/>
                        <a:pt x="142793" y="79685"/>
                        <a:pt x="142100" y="79685"/>
                      </a:cubicBezTo>
                      <a:cubicBezTo>
                        <a:pt x="138947" y="79685"/>
                        <a:pt x="130787" y="82791"/>
                        <a:pt x="121645" y="87597"/>
                      </a:cubicBezTo>
                      <a:lnTo>
                        <a:pt x="122592" y="70338"/>
                      </a:lnTo>
                      <a:cubicBezTo>
                        <a:pt x="156269" y="51020"/>
                        <a:pt x="179351" y="34583"/>
                        <a:pt x="177314" y="30736"/>
                      </a:cubicBezTo>
                      <a:cubicBezTo>
                        <a:pt x="177018" y="30181"/>
                        <a:pt x="176211" y="29913"/>
                        <a:pt x="174939" y="29913"/>
                      </a:cubicBezTo>
                      <a:cubicBezTo>
                        <a:pt x="167445" y="29913"/>
                        <a:pt x="143845" y="39208"/>
                        <a:pt x="114157" y="53735"/>
                      </a:cubicBezTo>
                      <a:lnTo>
                        <a:pt x="100148" y="45342"/>
                      </a:lnTo>
                      <a:cubicBezTo>
                        <a:pt x="110887" y="39521"/>
                        <a:pt x="118704" y="33575"/>
                        <a:pt x="117778" y="31868"/>
                      </a:cubicBezTo>
                      <a:cubicBezTo>
                        <a:pt x="117614" y="31554"/>
                        <a:pt x="117165" y="31405"/>
                        <a:pt x="116475" y="31405"/>
                      </a:cubicBezTo>
                      <a:cubicBezTo>
                        <a:pt x="113272" y="31405"/>
                        <a:pt x="104861" y="34623"/>
                        <a:pt x="95519" y="39582"/>
                      </a:cubicBezTo>
                      <a:cubicBezTo>
                        <a:pt x="94635" y="40056"/>
                        <a:pt x="93749" y="40528"/>
                        <a:pt x="92885" y="41002"/>
                      </a:cubicBezTo>
                      <a:lnTo>
                        <a:pt x="86653" y="37258"/>
                      </a:lnTo>
                      <a:cubicBezTo>
                        <a:pt x="86919" y="37134"/>
                        <a:pt x="87188" y="36990"/>
                        <a:pt x="87476" y="36846"/>
                      </a:cubicBezTo>
                      <a:cubicBezTo>
                        <a:pt x="94819" y="32938"/>
                        <a:pt x="100272" y="28843"/>
                        <a:pt x="99674" y="27691"/>
                      </a:cubicBezTo>
                      <a:cubicBezTo>
                        <a:pt x="99564" y="27486"/>
                        <a:pt x="99270" y="27389"/>
                        <a:pt x="98819" y="27389"/>
                      </a:cubicBezTo>
                      <a:cubicBezTo>
                        <a:pt x="96732" y="27389"/>
                        <a:pt x="91292" y="29473"/>
                        <a:pt x="85254" y="32669"/>
                      </a:cubicBezTo>
                      <a:cubicBezTo>
                        <a:pt x="84122" y="33287"/>
                        <a:pt x="83032" y="33884"/>
                        <a:pt x="82003" y="34480"/>
                      </a:cubicBezTo>
                      <a:lnTo>
                        <a:pt x="73569" y="29440"/>
                      </a:lnTo>
                      <a:cubicBezTo>
                        <a:pt x="80605" y="25634"/>
                        <a:pt x="85748" y="21725"/>
                        <a:pt x="85150" y="20614"/>
                      </a:cubicBezTo>
                      <a:cubicBezTo>
                        <a:pt x="85044" y="20409"/>
                        <a:pt x="84753" y="20312"/>
                        <a:pt x="84305" y="20312"/>
                      </a:cubicBezTo>
                      <a:cubicBezTo>
                        <a:pt x="82231" y="20312"/>
                        <a:pt x="76790" y="22400"/>
                        <a:pt x="70750" y="25614"/>
                      </a:cubicBezTo>
                      <a:cubicBezTo>
                        <a:pt x="70113" y="25943"/>
                        <a:pt x="69496" y="26292"/>
                        <a:pt x="68878" y="26621"/>
                      </a:cubicBezTo>
                      <a:lnTo>
                        <a:pt x="68878" y="26621"/>
                      </a:lnTo>
                      <a:lnTo>
                        <a:pt x="2444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15"/>
                <p:cNvSpPr/>
                <p:nvPr/>
              </p:nvSpPr>
              <p:spPr>
                <a:xfrm>
                  <a:off x="4286848" y="1607173"/>
                  <a:ext cx="3675555" cy="3078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421" h="142725" extrusionOk="0">
                      <a:moveTo>
                        <a:pt x="170421" y="1"/>
                      </a:moveTo>
                      <a:lnTo>
                        <a:pt x="63" y="88914"/>
                      </a:lnTo>
                      <a:lnTo>
                        <a:pt x="63" y="88914"/>
                      </a:lnTo>
                      <a:cubicBezTo>
                        <a:pt x="0" y="89243"/>
                        <a:pt x="0" y="89531"/>
                        <a:pt x="124" y="89758"/>
                      </a:cubicBezTo>
                      <a:cubicBezTo>
                        <a:pt x="423" y="90320"/>
                        <a:pt x="1237" y="90589"/>
                        <a:pt x="2515" y="90589"/>
                      </a:cubicBezTo>
                      <a:cubicBezTo>
                        <a:pt x="4841" y="90589"/>
                        <a:pt x="8706" y="89697"/>
                        <a:pt x="13805" y="88050"/>
                      </a:cubicBezTo>
                      <a:lnTo>
                        <a:pt x="15306" y="107245"/>
                      </a:lnTo>
                      <a:cubicBezTo>
                        <a:pt x="15384" y="108182"/>
                        <a:pt x="16167" y="108897"/>
                        <a:pt x="17090" y="108897"/>
                      </a:cubicBezTo>
                      <a:cubicBezTo>
                        <a:pt x="17140" y="108897"/>
                        <a:pt x="17190" y="108895"/>
                        <a:pt x="17240" y="108891"/>
                      </a:cubicBezTo>
                      <a:lnTo>
                        <a:pt x="35097" y="79801"/>
                      </a:lnTo>
                      <a:cubicBezTo>
                        <a:pt x="50383" y="73238"/>
                        <a:pt x="69452" y="64043"/>
                        <a:pt x="89819" y="53222"/>
                      </a:cubicBezTo>
                      <a:lnTo>
                        <a:pt x="90189" y="53036"/>
                      </a:lnTo>
                      <a:lnTo>
                        <a:pt x="106565" y="136683"/>
                      </a:lnTo>
                      <a:cubicBezTo>
                        <a:pt x="107237" y="140103"/>
                        <a:pt x="108726" y="142724"/>
                        <a:pt x="109918" y="142724"/>
                      </a:cubicBezTo>
                      <a:cubicBezTo>
                        <a:pt x="109966" y="142724"/>
                        <a:pt x="110014" y="142720"/>
                        <a:pt x="110062" y="142711"/>
                      </a:cubicBezTo>
                      <a:lnTo>
                        <a:pt x="112799" y="92556"/>
                      </a:lnTo>
                      <a:cubicBezTo>
                        <a:pt x="113641" y="92123"/>
                        <a:pt x="114505" y="91692"/>
                        <a:pt x="115391" y="91218"/>
                      </a:cubicBezTo>
                      <a:cubicBezTo>
                        <a:pt x="122734" y="87331"/>
                        <a:pt x="128187" y="83236"/>
                        <a:pt x="127570" y="82084"/>
                      </a:cubicBezTo>
                      <a:cubicBezTo>
                        <a:pt x="127463" y="81878"/>
                        <a:pt x="127170" y="81780"/>
                        <a:pt x="126718" y="81780"/>
                      </a:cubicBezTo>
                      <a:cubicBezTo>
                        <a:pt x="124642" y="81780"/>
                        <a:pt x="119221" y="83852"/>
                        <a:pt x="113189" y="87063"/>
                      </a:cubicBezTo>
                      <a:cubicBezTo>
                        <a:pt x="113148" y="87084"/>
                        <a:pt x="113128" y="87104"/>
                        <a:pt x="113087" y="87104"/>
                      </a:cubicBezTo>
                      <a:lnTo>
                        <a:pt x="113622" y="77250"/>
                      </a:lnTo>
                      <a:cubicBezTo>
                        <a:pt x="114917" y="76653"/>
                        <a:pt x="116255" y="75975"/>
                        <a:pt x="117654" y="75234"/>
                      </a:cubicBezTo>
                      <a:cubicBezTo>
                        <a:pt x="124997" y="71345"/>
                        <a:pt x="130450" y="67252"/>
                        <a:pt x="129833" y="66100"/>
                      </a:cubicBezTo>
                      <a:cubicBezTo>
                        <a:pt x="129723" y="65895"/>
                        <a:pt x="129429" y="65798"/>
                        <a:pt x="128978" y="65798"/>
                      </a:cubicBezTo>
                      <a:cubicBezTo>
                        <a:pt x="126896" y="65798"/>
                        <a:pt x="121469" y="67882"/>
                        <a:pt x="115432" y="71079"/>
                      </a:cubicBezTo>
                      <a:cubicBezTo>
                        <a:pt x="114917" y="71367"/>
                        <a:pt x="114403" y="71633"/>
                        <a:pt x="113910" y="71921"/>
                      </a:cubicBezTo>
                      <a:lnTo>
                        <a:pt x="114300" y="64619"/>
                      </a:lnTo>
                      <a:cubicBezTo>
                        <a:pt x="115411" y="64063"/>
                        <a:pt x="116543" y="63487"/>
                        <a:pt x="117674" y="62870"/>
                      </a:cubicBezTo>
                      <a:cubicBezTo>
                        <a:pt x="129010" y="56863"/>
                        <a:pt x="137444" y="50548"/>
                        <a:pt x="136498" y="48757"/>
                      </a:cubicBezTo>
                      <a:cubicBezTo>
                        <a:pt x="136331" y="48442"/>
                        <a:pt x="135880" y="48292"/>
                        <a:pt x="135187" y="48292"/>
                      </a:cubicBezTo>
                      <a:cubicBezTo>
                        <a:pt x="132034" y="48292"/>
                        <a:pt x="123877" y="51398"/>
                        <a:pt x="114752" y="56204"/>
                      </a:cubicBezTo>
                      <a:lnTo>
                        <a:pt x="114752" y="56204"/>
                      </a:lnTo>
                      <a:lnTo>
                        <a:pt x="115699" y="38965"/>
                      </a:lnTo>
                      <a:cubicBezTo>
                        <a:pt x="147791" y="20532"/>
                        <a:pt x="170236" y="4754"/>
                        <a:pt x="1704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" name="Google Shape;70;p15"/>
                <p:cNvSpPr/>
                <p:nvPr/>
              </p:nvSpPr>
              <p:spPr>
                <a:xfrm>
                  <a:off x="7647367" y="1641789"/>
                  <a:ext cx="157982" cy="168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5" h="7819" extrusionOk="0">
                      <a:moveTo>
                        <a:pt x="3498" y="1"/>
                      </a:moveTo>
                      <a:lnTo>
                        <a:pt x="1" y="1421"/>
                      </a:lnTo>
                      <a:cubicBezTo>
                        <a:pt x="3498" y="3128"/>
                        <a:pt x="3684" y="7818"/>
                        <a:pt x="3684" y="7818"/>
                      </a:cubicBezTo>
                      <a:lnTo>
                        <a:pt x="7016" y="5226"/>
                      </a:lnTo>
                      <a:cubicBezTo>
                        <a:pt x="7324" y="680"/>
                        <a:pt x="3498" y="1"/>
                        <a:pt x="34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" name="Google Shape;71;p15"/>
                <p:cNvSpPr/>
                <p:nvPr/>
              </p:nvSpPr>
              <p:spPr>
                <a:xfrm>
                  <a:off x="7647367" y="1641789"/>
                  <a:ext cx="157982" cy="113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5" h="5248" extrusionOk="0">
                      <a:moveTo>
                        <a:pt x="3498" y="1"/>
                      </a:moveTo>
                      <a:lnTo>
                        <a:pt x="1" y="1421"/>
                      </a:lnTo>
                      <a:cubicBezTo>
                        <a:pt x="195" y="1419"/>
                        <a:pt x="390" y="1418"/>
                        <a:pt x="585" y="1418"/>
                      </a:cubicBezTo>
                      <a:cubicBezTo>
                        <a:pt x="2807" y="1418"/>
                        <a:pt x="5034" y="1605"/>
                        <a:pt x="6358" y="3704"/>
                      </a:cubicBezTo>
                      <a:cubicBezTo>
                        <a:pt x="6666" y="4197"/>
                        <a:pt x="6872" y="4712"/>
                        <a:pt x="6995" y="5247"/>
                      </a:cubicBezTo>
                      <a:lnTo>
                        <a:pt x="7016" y="5226"/>
                      </a:lnTo>
                      <a:cubicBezTo>
                        <a:pt x="7324" y="680"/>
                        <a:pt x="3498" y="1"/>
                        <a:pt x="349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15"/>
                <p:cNvSpPr/>
                <p:nvPr/>
              </p:nvSpPr>
              <p:spPr>
                <a:xfrm>
                  <a:off x="5940040" y="2183564"/>
                  <a:ext cx="524047" cy="193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8" h="8949" extrusionOk="0">
                      <a:moveTo>
                        <a:pt x="1" y="4485"/>
                      </a:moveTo>
                      <a:cubicBezTo>
                        <a:pt x="3" y="4488"/>
                        <a:pt x="6" y="4491"/>
                        <a:pt x="9" y="4493"/>
                      </a:cubicBezTo>
                      <a:lnTo>
                        <a:pt x="9" y="4493"/>
                      </a:lnTo>
                      <a:lnTo>
                        <a:pt x="1" y="4485"/>
                      </a:lnTo>
                      <a:close/>
                      <a:moveTo>
                        <a:pt x="24297" y="0"/>
                      </a:moveTo>
                      <a:cubicBezTo>
                        <a:pt x="24296" y="1"/>
                        <a:pt x="10841" y="5515"/>
                        <a:pt x="3703" y="5515"/>
                      </a:cubicBezTo>
                      <a:cubicBezTo>
                        <a:pt x="2052" y="5515"/>
                        <a:pt x="740" y="5220"/>
                        <a:pt x="9" y="4493"/>
                      </a:cubicBezTo>
                      <a:lnTo>
                        <a:pt x="9" y="4493"/>
                      </a:lnTo>
                      <a:lnTo>
                        <a:pt x="4466" y="8948"/>
                      </a:lnTo>
                      <a:lnTo>
                        <a:pt x="2429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15"/>
                <p:cNvSpPr/>
                <p:nvPr/>
              </p:nvSpPr>
              <p:spPr>
                <a:xfrm>
                  <a:off x="6223998" y="2751480"/>
                  <a:ext cx="35975" cy="145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8" h="6749" extrusionOk="0">
                      <a:moveTo>
                        <a:pt x="330" y="1"/>
                      </a:moveTo>
                      <a:cubicBezTo>
                        <a:pt x="228" y="61"/>
                        <a:pt x="104" y="103"/>
                        <a:pt x="1" y="165"/>
                      </a:cubicBezTo>
                      <a:lnTo>
                        <a:pt x="1668" y="6748"/>
                      </a:lnTo>
                      <a:lnTo>
                        <a:pt x="330" y="1"/>
                      </a:ln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15"/>
                <p:cNvSpPr/>
                <p:nvPr/>
              </p:nvSpPr>
              <p:spPr>
                <a:xfrm>
                  <a:off x="6231094" y="2751027"/>
                  <a:ext cx="32438" cy="161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4" h="7469" extrusionOk="0">
                      <a:moveTo>
                        <a:pt x="42" y="0"/>
                      </a:moveTo>
                      <a:cubicBezTo>
                        <a:pt x="22" y="0"/>
                        <a:pt x="22" y="0"/>
                        <a:pt x="1" y="22"/>
                      </a:cubicBezTo>
                      <a:lnTo>
                        <a:pt x="1339" y="6769"/>
                      </a:lnTo>
                      <a:lnTo>
                        <a:pt x="1504" y="7469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CEBF9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15"/>
                <p:cNvSpPr/>
                <p:nvPr/>
              </p:nvSpPr>
              <p:spPr>
                <a:xfrm>
                  <a:off x="6223998" y="2502116"/>
                  <a:ext cx="436612" cy="409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4" h="19010" extrusionOk="0">
                      <a:moveTo>
                        <a:pt x="26" y="11713"/>
                      </a:moveTo>
                      <a:lnTo>
                        <a:pt x="26" y="11713"/>
                      </a:lnTo>
                      <a:cubicBezTo>
                        <a:pt x="17" y="11717"/>
                        <a:pt x="9" y="11722"/>
                        <a:pt x="1" y="11727"/>
                      </a:cubicBezTo>
                      <a:lnTo>
                        <a:pt x="26" y="11713"/>
                      </a:lnTo>
                      <a:close/>
                      <a:moveTo>
                        <a:pt x="20244" y="1"/>
                      </a:moveTo>
                      <a:lnTo>
                        <a:pt x="26" y="11713"/>
                      </a:lnTo>
                      <a:lnTo>
                        <a:pt x="26" y="11713"/>
                      </a:lnTo>
                      <a:cubicBezTo>
                        <a:pt x="124" y="11658"/>
                        <a:pt x="236" y="11619"/>
                        <a:pt x="330" y="11563"/>
                      </a:cubicBezTo>
                      <a:cubicBezTo>
                        <a:pt x="351" y="11541"/>
                        <a:pt x="351" y="11541"/>
                        <a:pt x="371" y="11541"/>
                      </a:cubicBezTo>
                      <a:lnTo>
                        <a:pt x="1833" y="19010"/>
                      </a:lnTo>
                      <a:cubicBezTo>
                        <a:pt x="3355" y="11151"/>
                        <a:pt x="20242" y="2"/>
                        <a:pt x="202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15"/>
                <p:cNvSpPr/>
                <p:nvPr/>
              </p:nvSpPr>
              <p:spPr>
                <a:xfrm>
                  <a:off x="5976878" y="1907997"/>
                  <a:ext cx="347884" cy="119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30" h="5552" extrusionOk="0">
                      <a:moveTo>
                        <a:pt x="14895" y="1"/>
                      </a:moveTo>
                      <a:cubicBezTo>
                        <a:pt x="14895" y="1"/>
                        <a:pt x="7966" y="4736"/>
                        <a:pt x="3060" y="4736"/>
                      </a:cubicBezTo>
                      <a:cubicBezTo>
                        <a:pt x="1883" y="4736"/>
                        <a:pt x="821" y="4463"/>
                        <a:pt x="1" y="3786"/>
                      </a:cubicBezTo>
                      <a:lnTo>
                        <a:pt x="1" y="3786"/>
                      </a:lnTo>
                      <a:cubicBezTo>
                        <a:pt x="1" y="3786"/>
                        <a:pt x="739" y="5551"/>
                        <a:pt x="3856" y="5551"/>
                      </a:cubicBezTo>
                      <a:cubicBezTo>
                        <a:pt x="6268" y="5551"/>
                        <a:pt x="10106" y="4494"/>
                        <a:pt x="16130" y="742"/>
                      </a:cubicBezTo>
                      <a:lnTo>
                        <a:pt x="1489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15"/>
                <p:cNvSpPr/>
                <p:nvPr/>
              </p:nvSpPr>
              <p:spPr>
                <a:xfrm>
                  <a:off x="4550856" y="3032785"/>
                  <a:ext cx="336777" cy="231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15" h="10740" extrusionOk="0">
                      <a:moveTo>
                        <a:pt x="7797" y="0"/>
                      </a:moveTo>
                      <a:lnTo>
                        <a:pt x="7797" y="0"/>
                      </a:lnTo>
                      <a:cubicBezTo>
                        <a:pt x="11357" y="2406"/>
                        <a:pt x="1" y="10739"/>
                        <a:pt x="1" y="10739"/>
                      </a:cubicBezTo>
                      <a:lnTo>
                        <a:pt x="15614" y="349"/>
                      </a:lnTo>
                      <a:lnTo>
                        <a:pt x="779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8" name="Google Shape;78;p15"/>
                <p:cNvSpPr/>
                <p:nvPr/>
              </p:nvSpPr>
              <p:spPr>
                <a:xfrm>
                  <a:off x="4630268" y="3328281"/>
                  <a:ext cx="413535" cy="15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74" h="7325" extrusionOk="0">
                      <a:moveTo>
                        <a:pt x="19174" y="0"/>
                      </a:moveTo>
                      <a:lnTo>
                        <a:pt x="0" y="7324"/>
                      </a:lnTo>
                      <a:cubicBezTo>
                        <a:pt x="4260" y="6008"/>
                        <a:pt x="7304" y="5555"/>
                        <a:pt x="9485" y="5555"/>
                      </a:cubicBezTo>
                      <a:cubicBezTo>
                        <a:pt x="13825" y="5555"/>
                        <a:pt x="14689" y="7324"/>
                        <a:pt x="14689" y="7324"/>
                      </a:cubicBezTo>
                      <a:lnTo>
                        <a:pt x="1917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15"/>
                <p:cNvSpPr/>
                <p:nvPr/>
              </p:nvSpPr>
              <p:spPr>
                <a:xfrm>
                  <a:off x="5741727" y="1733645"/>
                  <a:ext cx="300845" cy="110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49" h="5110" extrusionOk="0">
                      <a:moveTo>
                        <a:pt x="12303" y="1"/>
                      </a:moveTo>
                      <a:cubicBezTo>
                        <a:pt x="12303" y="1"/>
                        <a:pt x="5931" y="4197"/>
                        <a:pt x="2044" y="4197"/>
                      </a:cubicBezTo>
                      <a:cubicBezTo>
                        <a:pt x="1225" y="4197"/>
                        <a:pt x="516" y="4010"/>
                        <a:pt x="1" y="3559"/>
                      </a:cubicBezTo>
                      <a:lnTo>
                        <a:pt x="1" y="3559"/>
                      </a:lnTo>
                      <a:cubicBezTo>
                        <a:pt x="1" y="3559"/>
                        <a:pt x="291" y="5110"/>
                        <a:pt x="2911" y="5110"/>
                      </a:cubicBezTo>
                      <a:cubicBezTo>
                        <a:pt x="4918" y="5110"/>
                        <a:pt x="8292" y="4200"/>
                        <a:pt x="13949" y="988"/>
                      </a:cubicBezTo>
                      <a:lnTo>
                        <a:pt x="1230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15"/>
                <p:cNvSpPr/>
                <p:nvPr/>
              </p:nvSpPr>
              <p:spPr>
                <a:xfrm>
                  <a:off x="5495038" y="1565052"/>
                  <a:ext cx="246711" cy="82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9" h="3809" extrusionOk="0">
                      <a:moveTo>
                        <a:pt x="10657" y="0"/>
                      </a:moveTo>
                      <a:cubicBezTo>
                        <a:pt x="10657" y="0"/>
                        <a:pt x="6835" y="3289"/>
                        <a:pt x="3293" y="3289"/>
                      </a:cubicBezTo>
                      <a:cubicBezTo>
                        <a:pt x="2114" y="3289"/>
                        <a:pt x="966" y="2925"/>
                        <a:pt x="0" y="1954"/>
                      </a:cubicBezTo>
                      <a:lnTo>
                        <a:pt x="0" y="1954"/>
                      </a:lnTo>
                      <a:cubicBezTo>
                        <a:pt x="1" y="1954"/>
                        <a:pt x="1007" y="3808"/>
                        <a:pt x="3740" y="3808"/>
                      </a:cubicBezTo>
                      <a:cubicBezTo>
                        <a:pt x="5513" y="3808"/>
                        <a:pt x="8014" y="3027"/>
                        <a:pt x="11439" y="453"/>
                      </a:cubicBezTo>
                      <a:lnTo>
                        <a:pt x="10657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15"/>
                <p:cNvSpPr/>
                <p:nvPr/>
              </p:nvSpPr>
              <p:spPr>
                <a:xfrm>
                  <a:off x="6415259" y="3000843"/>
                  <a:ext cx="336755" cy="98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14" h="4587" extrusionOk="0">
                      <a:moveTo>
                        <a:pt x="0" y="2798"/>
                      </a:moveTo>
                      <a:cubicBezTo>
                        <a:pt x="596" y="3517"/>
                        <a:pt x="1440" y="3929"/>
                        <a:pt x="2448" y="4073"/>
                      </a:cubicBezTo>
                      <a:cubicBezTo>
                        <a:pt x="823" y="3558"/>
                        <a:pt x="0" y="2798"/>
                        <a:pt x="0" y="2798"/>
                      </a:cubicBezTo>
                      <a:close/>
                      <a:moveTo>
                        <a:pt x="15614" y="0"/>
                      </a:moveTo>
                      <a:cubicBezTo>
                        <a:pt x="15613" y="0"/>
                        <a:pt x="8454" y="4156"/>
                        <a:pt x="3558" y="4156"/>
                      </a:cubicBezTo>
                      <a:cubicBezTo>
                        <a:pt x="3168" y="4156"/>
                        <a:pt x="2798" y="4134"/>
                        <a:pt x="2448" y="4073"/>
                      </a:cubicBezTo>
                      <a:lnTo>
                        <a:pt x="2448" y="4073"/>
                      </a:lnTo>
                      <a:cubicBezTo>
                        <a:pt x="3333" y="4361"/>
                        <a:pt x="4444" y="4587"/>
                        <a:pt x="5802" y="4587"/>
                      </a:cubicBezTo>
                      <a:cubicBezTo>
                        <a:pt x="8270" y="4587"/>
                        <a:pt x="11499" y="3868"/>
                        <a:pt x="15531" y="1481"/>
                      </a:cubicBezTo>
                      <a:lnTo>
                        <a:pt x="1561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15"/>
                <p:cNvSpPr/>
                <p:nvPr/>
              </p:nvSpPr>
              <p:spPr>
                <a:xfrm>
                  <a:off x="6761762" y="2786096"/>
                  <a:ext cx="1790" cy="3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1543" extrusionOk="0">
                      <a:moveTo>
                        <a:pt x="83" y="0"/>
                      </a:moveTo>
                      <a:lnTo>
                        <a:pt x="83" y="0"/>
                      </a:lnTo>
                      <a:lnTo>
                        <a:pt x="0" y="1542"/>
                      </a:lnTo>
                      <a:lnTo>
                        <a:pt x="0" y="1542"/>
                      </a:ln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15"/>
                <p:cNvSpPr/>
                <p:nvPr/>
              </p:nvSpPr>
              <p:spPr>
                <a:xfrm>
                  <a:off x="6486669" y="2786096"/>
                  <a:ext cx="276884" cy="147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38" h="6850" extrusionOk="0">
                      <a:moveTo>
                        <a:pt x="12838" y="0"/>
                      </a:moveTo>
                      <a:lnTo>
                        <a:pt x="1" y="6850"/>
                      </a:lnTo>
                      <a:cubicBezTo>
                        <a:pt x="3149" y="5739"/>
                        <a:pt x="12755" y="1542"/>
                        <a:pt x="12755" y="1542"/>
                      </a:cubicBezTo>
                      <a:lnTo>
                        <a:pt x="1283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15"/>
                <p:cNvSpPr/>
                <p:nvPr/>
              </p:nvSpPr>
              <p:spPr>
                <a:xfrm>
                  <a:off x="6735601" y="3273694"/>
                  <a:ext cx="1790" cy="328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1523" extrusionOk="0">
                      <a:moveTo>
                        <a:pt x="83" y="0"/>
                      </a:moveTo>
                      <a:lnTo>
                        <a:pt x="0" y="1523"/>
                      </a:lnTo>
                      <a:cubicBezTo>
                        <a:pt x="20" y="1503"/>
                        <a:pt x="42" y="1503"/>
                        <a:pt x="83" y="1481"/>
                      </a:cubicBez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15"/>
                <p:cNvSpPr/>
                <p:nvPr/>
              </p:nvSpPr>
              <p:spPr>
                <a:xfrm>
                  <a:off x="6737369" y="3273262"/>
                  <a:ext cx="22" cy="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21" extrusionOk="0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1" y="20"/>
                      </a:lnTo>
                      <a:lnTo>
                        <a:pt x="1" y="20"/>
                      </a:lnTo>
                      <a:close/>
                    </a:path>
                  </a:pathLst>
                </a:custGeom>
                <a:solidFill>
                  <a:srgbClr val="CEBF9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15"/>
                <p:cNvSpPr/>
                <p:nvPr/>
              </p:nvSpPr>
              <p:spPr>
                <a:xfrm>
                  <a:off x="6463613" y="3273262"/>
                  <a:ext cx="273778" cy="79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94" h="3704" extrusionOk="0">
                      <a:moveTo>
                        <a:pt x="12694" y="0"/>
                      </a:moveTo>
                      <a:cubicBezTo>
                        <a:pt x="12694" y="0"/>
                        <a:pt x="6912" y="3004"/>
                        <a:pt x="3066" y="3004"/>
                      </a:cubicBezTo>
                      <a:cubicBezTo>
                        <a:pt x="1708" y="3004"/>
                        <a:pt x="576" y="2634"/>
                        <a:pt x="21" y="1625"/>
                      </a:cubicBezTo>
                      <a:lnTo>
                        <a:pt x="21" y="1625"/>
                      </a:lnTo>
                      <a:cubicBezTo>
                        <a:pt x="21" y="1625"/>
                        <a:pt x="0" y="3703"/>
                        <a:pt x="3662" y="3703"/>
                      </a:cubicBezTo>
                      <a:cubicBezTo>
                        <a:pt x="5513" y="3703"/>
                        <a:pt x="8332" y="3169"/>
                        <a:pt x="12611" y="1543"/>
                      </a:cubicBezTo>
                      <a:lnTo>
                        <a:pt x="12694" y="20"/>
                      </a:lnTo>
                      <a:lnTo>
                        <a:pt x="1269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15"/>
                <p:cNvSpPr/>
                <p:nvPr/>
              </p:nvSpPr>
              <p:spPr>
                <a:xfrm>
                  <a:off x="6510630" y="3603375"/>
                  <a:ext cx="209011" cy="79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1" h="3704" extrusionOk="0">
                      <a:moveTo>
                        <a:pt x="9691" y="0"/>
                      </a:moveTo>
                      <a:lnTo>
                        <a:pt x="9691" y="0"/>
                      </a:lnTo>
                      <a:cubicBezTo>
                        <a:pt x="9691" y="0"/>
                        <a:pt x="5124" y="3292"/>
                        <a:pt x="1709" y="3292"/>
                      </a:cubicBezTo>
                      <a:cubicBezTo>
                        <a:pt x="1092" y="3292"/>
                        <a:pt x="516" y="3188"/>
                        <a:pt x="0" y="2941"/>
                      </a:cubicBezTo>
                      <a:lnTo>
                        <a:pt x="0" y="2941"/>
                      </a:lnTo>
                      <a:cubicBezTo>
                        <a:pt x="1" y="2941"/>
                        <a:pt x="1029" y="3703"/>
                        <a:pt x="3086" y="3703"/>
                      </a:cubicBezTo>
                      <a:cubicBezTo>
                        <a:pt x="4650" y="3703"/>
                        <a:pt x="6811" y="3251"/>
                        <a:pt x="9567" y="1646"/>
                      </a:cubicBezTo>
                      <a:lnTo>
                        <a:pt x="969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4908898" y="1244710"/>
                  <a:ext cx="1177154" cy="96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80" h="44950" extrusionOk="0">
                      <a:moveTo>
                        <a:pt x="187" y="0"/>
                      </a:moveTo>
                      <a:cubicBezTo>
                        <a:pt x="83" y="0"/>
                        <a:pt x="1" y="83"/>
                        <a:pt x="1" y="185"/>
                      </a:cubicBezTo>
                      <a:cubicBezTo>
                        <a:pt x="1" y="288"/>
                        <a:pt x="83" y="371"/>
                        <a:pt x="187" y="371"/>
                      </a:cubicBezTo>
                      <a:lnTo>
                        <a:pt x="3333" y="371"/>
                      </a:lnTo>
                      <a:lnTo>
                        <a:pt x="54270" y="44889"/>
                      </a:lnTo>
                      <a:cubicBezTo>
                        <a:pt x="54292" y="44930"/>
                        <a:pt x="54333" y="44950"/>
                        <a:pt x="54374" y="44950"/>
                      </a:cubicBezTo>
                      <a:cubicBezTo>
                        <a:pt x="54435" y="44950"/>
                        <a:pt x="54476" y="44930"/>
                        <a:pt x="54517" y="44889"/>
                      </a:cubicBezTo>
                      <a:cubicBezTo>
                        <a:pt x="54580" y="44807"/>
                        <a:pt x="54580" y="44683"/>
                        <a:pt x="54497" y="44621"/>
                      </a:cubicBezTo>
                      <a:lnTo>
                        <a:pt x="3519" y="41"/>
                      </a:lnTo>
                      <a:cubicBezTo>
                        <a:pt x="3498" y="20"/>
                        <a:pt x="3457" y="0"/>
                        <a:pt x="33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5215933" y="1521658"/>
                  <a:ext cx="87456" cy="39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5" h="1848" extrusionOk="0">
                      <a:moveTo>
                        <a:pt x="3856" y="0"/>
                      </a:moveTo>
                      <a:cubicBezTo>
                        <a:pt x="3831" y="0"/>
                        <a:pt x="3807" y="5"/>
                        <a:pt x="3786" y="16"/>
                      </a:cubicBezTo>
                      <a:lnTo>
                        <a:pt x="145" y="1497"/>
                      </a:lnTo>
                      <a:cubicBezTo>
                        <a:pt x="63" y="1519"/>
                        <a:pt x="1" y="1642"/>
                        <a:pt x="42" y="1724"/>
                      </a:cubicBezTo>
                      <a:cubicBezTo>
                        <a:pt x="83" y="1807"/>
                        <a:pt x="145" y="1848"/>
                        <a:pt x="228" y="1848"/>
                      </a:cubicBezTo>
                      <a:cubicBezTo>
                        <a:pt x="248" y="1848"/>
                        <a:pt x="269" y="1848"/>
                        <a:pt x="289" y="1826"/>
                      </a:cubicBezTo>
                      <a:lnTo>
                        <a:pt x="3931" y="345"/>
                      </a:lnTo>
                      <a:cubicBezTo>
                        <a:pt x="4013" y="326"/>
                        <a:pt x="4054" y="202"/>
                        <a:pt x="4033" y="120"/>
                      </a:cubicBezTo>
                      <a:cubicBezTo>
                        <a:pt x="4002" y="43"/>
                        <a:pt x="3926" y="0"/>
                        <a:pt x="385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5533191" y="1806500"/>
                  <a:ext cx="89656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7" h="1910" extrusionOk="0">
                      <a:moveTo>
                        <a:pt x="3957" y="0"/>
                      </a:moveTo>
                      <a:cubicBezTo>
                        <a:pt x="3934" y="0"/>
                        <a:pt x="3910" y="5"/>
                        <a:pt x="3888" y="16"/>
                      </a:cubicBezTo>
                      <a:lnTo>
                        <a:pt x="144" y="1560"/>
                      </a:lnTo>
                      <a:cubicBezTo>
                        <a:pt x="42" y="1601"/>
                        <a:pt x="1" y="1703"/>
                        <a:pt x="42" y="1807"/>
                      </a:cubicBezTo>
                      <a:cubicBezTo>
                        <a:pt x="62" y="1868"/>
                        <a:pt x="144" y="1909"/>
                        <a:pt x="206" y="1909"/>
                      </a:cubicBezTo>
                      <a:lnTo>
                        <a:pt x="289" y="1909"/>
                      </a:lnTo>
                      <a:lnTo>
                        <a:pt x="4011" y="346"/>
                      </a:lnTo>
                      <a:cubicBezTo>
                        <a:pt x="4115" y="304"/>
                        <a:pt x="4156" y="202"/>
                        <a:pt x="4115" y="99"/>
                      </a:cubicBezTo>
                      <a:cubicBezTo>
                        <a:pt x="4085" y="39"/>
                        <a:pt x="4021" y="0"/>
                        <a:pt x="395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5887696" y="2114419"/>
                  <a:ext cx="93646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2" h="1910" extrusionOk="0">
                      <a:moveTo>
                        <a:pt x="4143" y="1"/>
                      </a:moveTo>
                      <a:cubicBezTo>
                        <a:pt x="4119" y="1"/>
                        <a:pt x="4095" y="6"/>
                        <a:pt x="4073" y="17"/>
                      </a:cubicBezTo>
                      <a:lnTo>
                        <a:pt x="145" y="1560"/>
                      </a:lnTo>
                      <a:cubicBezTo>
                        <a:pt x="41" y="1580"/>
                        <a:pt x="0" y="1704"/>
                        <a:pt x="41" y="1786"/>
                      </a:cubicBezTo>
                      <a:cubicBezTo>
                        <a:pt x="63" y="1868"/>
                        <a:pt x="123" y="1909"/>
                        <a:pt x="206" y="1909"/>
                      </a:cubicBezTo>
                      <a:cubicBezTo>
                        <a:pt x="227" y="1909"/>
                        <a:pt x="247" y="1909"/>
                        <a:pt x="268" y="1889"/>
                      </a:cubicBezTo>
                      <a:lnTo>
                        <a:pt x="4197" y="346"/>
                      </a:lnTo>
                      <a:cubicBezTo>
                        <a:pt x="4300" y="305"/>
                        <a:pt x="4342" y="203"/>
                        <a:pt x="4300" y="120"/>
                      </a:cubicBezTo>
                      <a:cubicBezTo>
                        <a:pt x="4285" y="43"/>
                        <a:pt x="4213" y="1"/>
                        <a:pt x="41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15"/>
                <p:cNvSpPr/>
                <p:nvPr/>
              </p:nvSpPr>
              <p:spPr>
                <a:xfrm>
                  <a:off x="6347343" y="2848641"/>
                  <a:ext cx="278242" cy="150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01" h="69699" extrusionOk="0">
                      <a:moveTo>
                        <a:pt x="165" y="0"/>
                      </a:moveTo>
                      <a:cubicBezTo>
                        <a:pt x="63" y="21"/>
                        <a:pt x="1" y="123"/>
                        <a:pt x="22" y="227"/>
                      </a:cubicBezTo>
                      <a:lnTo>
                        <a:pt x="1194" y="6460"/>
                      </a:lnTo>
                      <a:lnTo>
                        <a:pt x="1276" y="6399"/>
                      </a:lnTo>
                      <a:cubicBezTo>
                        <a:pt x="1317" y="6358"/>
                        <a:pt x="1359" y="6358"/>
                        <a:pt x="1400" y="6358"/>
                      </a:cubicBezTo>
                      <a:cubicBezTo>
                        <a:pt x="1441" y="6358"/>
                        <a:pt x="1503" y="6377"/>
                        <a:pt x="1545" y="6419"/>
                      </a:cubicBezTo>
                      <a:cubicBezTo>
                        <a:pt x="1606" y="6501"/>
                        <a:pt x="1586" y="6624"/>
                        <a:pt x="1503" y="6687"/>
                      </a:cubicBezTo>
                      <a:lnTo>
                        <a:pt x="1276" y="6871"/>
                      </a:lnTo>
                      <a:lnTo>
                        <a:pt x="5226" y="27917"/>
                      </a:lnTo>
                      <a:lnTo>
                        <a:pt x="5248" y="27917"/>
                      </a:lnTo>
                      <a:cubicBezTo>
                        <a:pt x="5309" y="27917"/>
                        <a:pt x="5371" y="27937"/>
                        <a:pt x="5391" y="28000"/>
                      </a:cubicBezTo>
                      <a:cubicBezTo>
                        <a:pt x="5453" y="28082"/>
                        <a:pt x="5453" y="28184"/>
                        <a:pt x="5371" y="28247"/>
                      </a:cubicBezTo>
                      <a:lnTo>
                        <a:pt x="5289" y="28307"/>
                      </a:lnTo>
                      <a:lnTo>
                        <a:pt x="8909" y="47481"/>
                      </a:lnTo>
                      <a:lnTo>
                        <a:pt x="8992" y="47420"/>
                      </a:lnTo>
                      <a:cubicBezTo>
                        <a:pt x="9033" y="47398"/>
                        <a:pt x="9074" y="47379"/>
                        <a:pt x="9094" y="47379"/>
                      </a:cubicBezTo>
                      <a:cubicBezTo>
                        <a:pt x="9156" y="47379"/>
                        <a:pt x="9217" y="47398"/>
                        <a:pt x="9258" y="47461"/>
                      </a:cubicBezTo>
                      <a:cubicBezTo>
                        <a:pt x="9265" y="47470"/>
                        <a:pt x="9270" y="47478"/>
                        <a:pt x="9275" y="47487"/>
                      </a:cubicBezTo>
                      <a:lnTo>
                        <a:pt x="9275" y="47487"/>
                      </a:lnTo>
                      <a:lnTo>
                        <a:pt x="393" y="145"/>
                      </a:lnTo>
                      <a:cubicBezTo>
                        <a:pt x="371" y="63"/>
                        <a:pt x="289" y="0"/>
                        <a:pt x="207" y="0"/>
                      </a:cubicBezTo>
                      <a:close/>
                      <a:moveTo>
                        <a:pt x="9275" y="47487"/>
                      </a:moveTo>
                      <a:lnTo>
                        <a:pt x="9293" y="47584"/>
                      </a:lnTo>
                      <a:lnTo>
                        <a:pt x="9293" y="47584"/>
                      </a:lnTo>
                      <a:cubicBezTo>
                        <a:pt x="9297" y="47552"/>
                        <a:pt x="9292" y="47519"/>
                        <a:pt x="9275" y="47487"/>
                      </a:cubicBezTo>
                      <a:close/>
                      <a:moveTo>
                        <a:pt x="9293" y="47584"/>
                      </a:moveTo>
                      <a:lnTo>
                        <a:pt x="9293" y="47584"/>
                      </a:lnTo>
                      <a:cubicBezTo>
                        <a:pt x="9287" y="47630"/>
                        <a:pt x="9261" y="47675"/>
                        <a:pt x="9217" y="47708"/>
                      </a:cubicBezTo>
                      <a:lnTo>
                        <a:pt x="8970" y="47892"/>
                      </a:lnTo>
                      <a:lnTo>
                        <a:pt x="12509" y="66695"/>
                      </a:lnTo>
                      <a:lnTo>
                        <a:pt x="10904" y="69411"/>
                      </a:lnTo>
                      <a:cubicBezTo>
                        <a:pt x="10863" y="69493"/>
                        <a:pt x="10884" y="69616"/>
                        <a:pt x="10986" y="69658"/>
                      </a:cubicBezTo>
                      <a:cubicBezTo>
                        <a:pt x="11008" y="69679"/>
                        <a:pt x="11049" y="69699"/>
                        <a:pt x="11069" y="69699"/>
                      </a:cubicBezTo>
                      <a:cubicBezTo>
                        <a:pt x="11131" y="69699"/>
                        <a:pt x="11192" y="69658"/>
                        <a:pt x="11233" y="69597"/>
                      </a:cubicBezTo>
                      <a:lnTo>
                        <a:pt x="12859" y="66840"/>
                      </a:lnTo>
                      <a:cubicBezTo>
                        <a:pt x="12879" y="66799"/>
                        <a:pt x="12900" y="66758"/>
                        <a:pt x="12879" y="66695"/>
                      </a:cubicBezTo>
                      <a:lnTo>
                        <a:pt x="9293" y="4758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15"/>
                <p:cNvSpPr/>
                <p:nvPr/>
              </p:nvSpPr>
              <p:spPr>
                <a:xfrm>
                  <a:off x="6472046" y="3870466"/>
                  <a:ext cx="76327" cy="59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" h="2758" extrusionOk="0">
                      <a:moveTo>
                        <a:pt x="3312" y="1"/>
                      </a:moveTo>
                      <a:cubicBezTo>
                        <a:pt x="3292" y="1"/>
                        <a:pt x="3251" y="20"/>
                        <a:pt x="3210" y="42"/>
                      </a:cubicBezTo>
                      <a:lnTo>
                        <a:pt x="3127" y="103"/>
                      </a:lnTo>
                      <a:lnTo>
                        <a:pt x="83" y="2428"/>
                      </a:lnTo>
                      <a:cubicBezTo>
                        <a:pt x="0" y="2489"/>
                        <a:pt x="0" y="2593"/>
                        <a:pt x="61" y="2675"/>
                      </a:cubicBezTo>
                      <a:cubicBezTo>
                        <a:pt x="103" y="2736"/>
                        <a:pt x="144" y="2757"/>
                        <a:pt x="206" y="2757"/>
                      </a:cubicBezTo>
                      <a:cubicBezTo>
                        <a:pt x="247" y="2757"/>
                        <a:pt x="289" y="2736"/>
                        <a:pt x="308" y="2716"/>
                      </a:cubicBezTo>
                      <a:lnTo>
                        <a:pt x="3188" y="514"/>
                      </a:lnTo>
                      <a:lnTo>
                        <a:pt x="3435" y="330"/>
                      </a:lnTo>
                      <a:cubicBezTo>
                        <a:pt x="3518" y="267"/>
                        <a:pt x="3539" y="165"/>
                        <a:pt x="3476" y="83"/>
                      </a:cubicBezTo>
                      <a:cubicBezTo>
                        <a:pt x="3435" y="20"/>
                        <a:pt x="3374" y="1"/>
                        <a:pt x="331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6386401" y="3450741"/>
                  <a:ext cx="78570" cy="60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43" h="2799" extrusionOk="0">
                      <a:moveTo>
                        <a:pt x="3415" y="0"/>
                      </a:moveTo>
                      <a:cubicBezTo>
                        <a:pt x="3395" y="20"/>
                        <a:pt x="3354" y="20"/>
                        <a:pt x="3333" y="42"/>
                      </a:cubicBezTo>
                      <a:lnTo>
                        <a:pt x="83" y="2469"/>
                      </a:lnTo>
                      <a:cubicBezTo>
                        <a:pt x="0" y="2530"/>
                        <a:pt x="0" y="2653"/>
                        <a:pt x="63" y="2736"/>
                      </a:cubicBezTo>
                      <a:cubicBezTo>
                        <a:pt x="83" y="2777"/>
                        <a:pt x="145" y="2798"/>
                        <a:pt x="206" y="2798"/>
                      </a:cubicBezTo>
                      <a:cubicBezTo>
                        <a:pt x="247" y="2798"/>
                        <a:pt x="288" y="2798"/>
                        <a:pt x="310" y="2777"/>
                      </a:cubicBezTo>
                      <a:lnTo>
                        <a:pt x="3478" y="390"/>
                      </a:lnTo>
                      <a:lnTo>
                        <a:pt x="3560" y="330"/>
                      </a:lnTo>
                      <a:cubicBezTo>
                        <a:pt x="3642" y="267"/>
                        <a:pt x="3642" y="165"/>
                        <a:pt x="3580" y="83"/>
                      </a:cubicBezTo>
                      <a:cubicBezTo>
                        <a:pt x="3560" y="20"/>
                        <a:pt x="3498" y="0"/>
                        <a:pt x="343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6301210" y="2985746"/>
                  <a:ext cx="80770" cy="63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45" h="2964" extrusionOk="0">
                      <a:moveTo>
                        <a:pt x="3539" y="1"/>
                      </a:moveTo>
                      <a:cubicBezTo>
                        <a:pt x="3498" y="1"/>
                        <a:pt x="3456" y="1"/>
                        <a:pt x="3415" y="42"/>
                      </a:cubicBezTo>
                      <a:lnTo>
                        <a:pt x="3333" y="103"/>
                      </a:lnTo>
                      <a:lnTo>
                        <a:pt x="104" y="2634"/>
                      </a:lnTo>
                      <a:cubicBezTo>
                        <a:pt x="22" y="2695"/>
                        <a:pt x="0" y="2818"/>
                        <a:pt x="63" y="2901"/>
                      </a:cubicBezTo>
                      <a:cubicBezTo>
                        <a:pt x="104" y="2942"/>
                        <a:pt x="165" y="2963"/>
                        <a:pt x="206" y="2963"/>
                      </a:cubicBezTo>
                      <a:cubicBezTo>
                        <a:pt x="247" y="2963"/>
                        <a:pt x="288" y="2942"/>
                        <a:pt x="330" y="2922"/>
                      </a:cubicBezTo>
                      <a:lnTo>
                        <a:pt x="3415" y="514"/>
                      </a:lnTo>
                      <a:lnTo>
                        <a:pt x="3642" y="330"/>
                      </a:lnTo>
                      <a:cubicBezTo>
                        <a:pt x="3725" y="267"/>
                        <a:pt x="3745" y="144"/>
                        <a:pt x="3684" y="62"/>
                      </a:cubicBezTo>
                      <a:cubicBezTo>
                        <a:pt x="3642" y="20"/>
                        <a:pt x="3580" y="1"/>
                        <a:pt x="353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4197688" y="3077149"/>
                  <a:ext cx="357632" cy="145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2" h="6768" extrusionOk="0">
                      <a:moveTo>
                        <a:pt x="185" y="1"/>
                      </a:moveTo>
                      <a:cubicBezTo>
                        <a:pt x="82" y="1"/>
                        <a:pt x="0" y="83"/>
                        <a:pt x="0" y="185"/>
                      </a:cubicBezTo>
                      <a:cubicBezTo>
                        <a:pt x="0" y="289"/>
                        <a:pt x="82" y="371"/>
                        <a:pt x="185" y="371"/>
                      </a:cubicBezTo>
                      <a:lnTo>
                        <a:pt x="4115" y="371"/>
                      </a:lnTo>
                      <a:lnTo>
                        <a:pt x="16293" y="6748"/>
                      </a:lnTo>
                      <a:cubicBezTo>
                        <a:pt x="16313" y="6768"/>
                        <a:pt x="16335" y="6768"/>
                        <a:pt x="16376" y="6768"/>
                      </a:cubicBezTo>
                      <a:cubicBezTo>
                        <a:pt x="16437" y="6768"/>
                        <a:pt x="16499" y="6727"/>
                        <a:pt x="16540" y="6666"/>
                      </a:cubicBezTo>
                      <a:cubicBezTo>
                        <a:pt x="16581" y="6584"/>
                        <a:pt x="16540" y="6460"/>
                        <a:pt x="16458" y="6419"/>
                      </a:cubicBezTo>
                      <a:lnTo>
                        <a:pt x="4238" y="20"/>
                      </a:lnTo>
                      <a:cubicBezTo>
                        <a:pt x="4217" y="1"/>
                        <a:pt x="4197" y="1"/>
                        <a:pt x="41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4625825" y="3528363"/>
                  <a:ext cx="57693" cy="350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5" h="16233" extrusionOk="0">
                      <a:moveTo>
                        <a:pt x="2491" y="1"/>
                      </a:moveTo>
                      <a:cubicBezTo>
                        <a:pt x="2387" y="1"/>
                        <a:pt x="2305" y="83"/>
                        <a:pt x="2305" y="187"/>
                      </a:cubicBezTo>
                      <a:lnTo>
                        <a:pt x="2305" y="11974"/>
                      </a:lnTo>
                      <a:lnTo>
                        <a:pt x="63" y="15965"/>
                      </a:lnTo>
                      <a:cubicBezTo>
                        <a:pt x="1" y="16047"/>
                        <a:pt x="42" y="16170"/>
                        <a:pt x="124" y="16212"/>
                      </a:cubicBezTo>
                      <a:cubicBezTo>
                        <a:pt x="145" y="16233"/>
                        <a:pt x="187" y="16233"/>
                        <a:pt x="206" y="16233"/>
                      </a:cubicBezTo>
                      <a:cubicBezTo>
                        <a:pt x="269" y="16233"/>
                        <a:pt x="351" y="16192"/>
                        <a:pt x="371" y="16151"/>
                      </a:cubicBezTo>
                      <a:lnTo>
                        <a:pt x="2655" y="12097"/>
                      </a:lnTo>
                      <a:cubicBezTo>
                        <a:pt x="2675" y="12077"/>
                        <a:pt x="2675" y="12056"/>
                        <a:pt x="2675" y="12015"/>
                      </a:cubicBezTo>
                      <a:lnTo>
                        <a:pt x="2675" y="187"/>
                      </a:lnTo>
                      <a:cubicBezTo>
                        <a:pt x="2675" y="83"/>
                        <a:pt x="2593" y="1"/>
                        <a:pt x="249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15"/>
                <p:cNvSpPr/>
                <p:nvPr/>
              </p:nvSpPr>
              <p:spPr>
                <a:xfrm>
                  <a:off x="6430766" y="1678087"/>
                  <a:ext cx="91425" cy="102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9" h="4758" extrusionOk="0">
                      <a:moveTo>
                        <a:pt x="203" y="1"/>
                      </a:moveTo>
                      <a:cubicBezTo>
                        <a:pt x="191" y="1"/>
                        <a:pt x="178" y="2"/>
                        <a:pt x="165" y="5"/>
                      </a:cubicBezTo>
                      <a:cubicBezTo>
                        <a:pt x="63" y="26"/>
                        <a:pt x="0" y="108"/>
                        <a:pt x="0" y="210"/>
                      </a:cubicBezTo>
                      <a:cubicBezTo>
                        <a:pt x="762" y="4511"/>
                        <a:pt x="3374" y="4758"/>
                        <a:pt x="3950" y="4758"/>
                      </a:cubicBezTo>
                      <a:lnTo>
                        <a:pt x="4054" y="4758"/>
                      </a:lnTo>
                      <a:cubicBezTo>
                        <a:pt x="4156" y="4736"/>
                        <a:pt x="4238" y="4654"/>
                        <a:pt x="4219" y="4552"/>
                      </a:cubicBezTo>
                      <a:cubicBezTo>
                        <a:pt x="4219" y="4459"/>
                        <a:pt x="4153" y="4384"/>
                        <a:pt x="4065" y="4384"/>
                      </a:cubicBezTo>
                      <a:cubicBezTo>
                        <a:pt x="4055" y="4384"/>
                        <a:pt x="4044" y="4385"/>
                        <a:pt x="4033" y="4387"/>
                      </a:cubicBezTo>
                      <a:cubicBezTo>
                        <a:pt x="4021" y="4387"/>
                        <a:pt x="3988" y="4389"/>
                        <a:pt x="3936" y="4389"/>
                      </a:cubicBezTo>
                      <a:cubicBezTo>
                        <a:pt x="3420" y="4389"/>
                        <a:pt x="1081" y="4203"/>
                        <a:pt x="371" y="149"/>
                      </a:cubicBezTo>
                      <a:cubicBezTo>
                        <a:pt x="353" y="59"/>
                        <a:pt x="288" y="1"/>
                        <a:pt x="20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15"/>
                <p:cNvSpPr/>
                <p:nvPr/>
              </p:nvSpPr>
              <p:spPr>
                <a:xfrm>
                  <a:off x="6077167" y="1579243"/>
                  <a:ext cx="77643" cy="66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0" h="3087" extrusionOk="0">
                      <a:moveTo>
                        <a:pt x="210" y="1"/>
                      </a:moveTo>
                      <a:cubicBezTo>
                        <a:pt x="179" y="1"/>
                        <a:pt x="150" y="8"/>
                        <a:pt x="124" y="21"/>
                      </a:cubicBezTo>
                      <a:cubicBezTo>
                        <a:pt x="41" y="62"/>
                        <a:pt x="0" y="185"/>
                        <a:pt x="61" y="267"/>
                      </a:cubicBezTo>
                      <a:cubicBezTo>
                        <a:pt x="1378" y="2716"/>
                        <a:pt x="3292" y="3065"/>
                        <a:pt x="3374" y="3087"/>
                      </a:cubicBezTo>
                      <a:lnTo>
                        <a:pt x="3415" y="3087"/>
                      </a:lnTo>
                      <a:cubicBezTo>
                        <a:pt x="3497" y="3087"/>
                        <a:pt x="3580" y="3024"/>
                        <a:pt x="3600" y="2922"/>
                      </a:cubicBezTo>
                      <a:cubicBezTo>
                        <a:pt x="3600" y="2818"/>
                        <a:pt x="3539" y="2736"/>
                        <a:pt x="3435" y="2716"/>
                      </a:cubicBezTo>
                      <a:cubicBezTo>
                        <a:pt x="3415" y="2716"/>
                        <a:pt x="1605" y="2366"/>
                        <a:pt x="371" y="103"/>
                      </a:cubicBezTo>
                      <a:cubicBezTo>
                        <a:pt x="342" y="33"/>
                        <a:pt x="275" y="1"/>
                        <a:pt x="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5802504" y="1408580"/>
                  <a:ext cx="76780" cy="69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0" h="3224" extrusionOk="0">
                      <a:moveTo>
                        <a:pt x="335" y="1"/>
                      </a:moveTo>
                      <a:cubicBezTo>
                        <a:pt x="267" y="1"/>
                        <a:pt x="197" y="52"/>
                        <a:pt x="165" y="116"/>
                      </a:cubicBezTo>
                      <a:cubicBezTo>
                        <a:pt x="0" y="590"/>
                        <a:pt x="22" y="1043"/>
                        <a:pt x="268" y="1454"/>
                      </a:cubicBezTo>
                      <a:cubicBezTo>
                        <a:pt x="968" y="2708"/>
                        <a:pt x="3231" y="3202"/>
                        <a:pt x="3333" y="3223"/>
                      </a:cubicBezTo>
                      <a:lnTo>
                        <a:pt x="3374" y="3223"/>
                      </a:lnTo>
                      <a:cubicBezTo>
                        <a:pt x="3456" y="3223"/>
                        <a:pt x="3519" y="3182"/>
                        <a:pt x="3539" y="3078"/>
                      </a:cubicBezTo>
                      <a:cubicBezTo>
                        <a:pt x="3560" y="2996"/>
                        <a:pt x="3497" y="2894"/>
                        <a:pt x="3395" y="2873"/>
                      </a:cubicBezTo>
                      <a:cubicBezTo>
                        <a:pt x="3374" y="2853"/>
                        <a:pt x="1193" y="2379"/>
                        <a:pt x="576" y="1289"/>
                      </a:cubicBezTo>
                      <a:cubicBezTo>
                        <a:pt x="412" y="960"/>
                        <a:pt x="392" y="610"/>
                        <a:pt x="515" y="239"/>
                      </a:cubicBezTo>
                      <a:cubicBezTo>
                        <a:pt x="556" y="157"/>
                        <a:pt x="494" y="34"/>
                        <a:pt x="392" y="14"/>
                      </a:cubicBezTo>
                      <a:cubicBezTo>
                        <a:pt x="374" y="5"/>
                        <a:pt x="354" y="1"/>
                        <a:pt x="33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7008020" y="2703104"/>
                  <a:ext cx="72790" cy="86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5" h="4033" extrusionOk="0">
                      <a:moveTo>
                        <a:pt x="185" y="0"/>
                      </a:moveTo>
                      <a:cubicBezTo>
                        <a:pt x="83" y="0"/>
                        <a:pt x="1" y="83"/>
                        <a:pt x="1" y="186"/>
                      </a:cubicBezTo>
                      <a:cubicBezTo>
                        <a:pt x="1" y="227"/>
                        <a:pt x="62" y="3456"/>
                        <a:pt x="3128" y="4033"/>
                      </a:cubicBezTo>
                      <a:lnTo>
                        <a:pt x="3169" y="4033"/>
                      </a:lnTo>
                      <a:cubicBezTo>
                        <a:pt x="3251" y="4033"/>
                        <a:pt x="3333" y="3972"/>
                        <a:pt x="3353" y="3889"/>
                      </a:cubicBezTo>
                      <a:cubicBezTo>
                        <a:pt x="3375" y="3786"/>
                        <a:pt x="3312" y="3684"/>
                        <a:pt x="3210" y="3662"/>
                      </a:cubicBezTo>
                      <a:cubicBezTo>
                        <a:pt x="432" y="3149"/>
                        <a:pt x="371" y="310"/>
                        <a:pt x="371" y="186"/>
                      </a:cubicBezTo>
                      <a:cubicBezTo>
                        <a:pt x="371" y="83"/>
                        <a:pt x="289" y="0"/>
                        <a:pt x="18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6981406" y="3041649"/>
                  <a:ext cx="26636" cy="82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5" h="3847" extrusionOk="0">
                      <a:moveTo>
                        <a:pt x="226" y="1"/>
                      </a:moveTo>
                      <a:cubicBezTo>
                        <a:pt x="165" y="1"/>
                        <a:pt x="102" y="42"/>
                        <a:pt x="61" y="103"/>
                      </a:cubicBezTo>
                      <a:cubicBezTo>
                        <a:pt x="61" y="124"/>
                        <a:pt x="42" y="165"/>
                        <a:pt x="0" y="267"/>
                      </a:cubicBezTo>
                      <a:cubicBezTo>
                        <a:pt x="144" y="226"/>
                        <a:pt x="267" y="165"/>
                        <a:pt x="412" y="124"/>
                      </a:cubicBezTo>
                      <a:cubicBezTo>
                        <a:pt x="390" y="83"/>
                        <a:pt x="349" y="42"/>
                        <a:pt x="308" y="21"/>
                      </a:cubicBezTo>
                      <a:cubicBezTo>
                        <a:pt x="288" y="1"/>
                        <a:pt x="267" y="1"/>
                        <a:pt x="226" y="1"/>
                      </a:cubicBezTo>
                      <a:close/>
                      <a:moveTo>
                        <a:pt x="1194" y="3559"/>
                      </a:moveTo>
                      <a:cubicBezTo>
                        <a:pt x="1090" y="3641"/>
                        <a:pt x="988" y="3724"/>
                        <a:pt x="864" y="3786"/>
                      </a:cubicBezTo>
                      <a:cubicBezTo>
                        <a:pt x="906" y="3806"/>
                        <a:pt x="947" y="3827"/>
                        <a:pt x="966" y="3847"/>
                      </a:cubicBezTo>
                      <a:lnTo>
                        <a:pt x="1049" y="3847"/>
                      </a:lnTo>
                      <a:cubicBezTo>
                        <a:pt x="1111" y="3847"/>
                        <a:pt x="1194" y="3806"/>
                        <a:pt x="1213" y="3745"/>
                      </a:cubicBezTo>
                      <a:cubicBezTo>
                        <a:pt x="1235" y="3682"/>
                        <a:pt x="1235" y="3621"/>
                        <a:pt x="1194" y="3559"/>
                      </a:cubicBez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6981406" y="3044323"/>
                  <a:ext cx="25752" cy="740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3435" extrusionOk="0">
                      <a:moveTo>
                        <a:pt x="1194" y="3435"/>
                      </a:moveTo>
                      <a:lnTo>
                        <a:pt x="1194" y="3435"/>
                      </a:lnTo>
                      <a:lnTo>
                        <a:pt x="1194" y="3435"/>
                      </a:lnTo>
                      <a:lnTo>
                        <a:pt x="1194" y="3435"/>
                      </a:lnTo>
                      <a:close/>
                      <a:moveTo>
                        <a:pt x="412" y="0"/>
                      </a:moveTo>
                      <a:cubicBezTo>
                        <a:pt x="267" y="41"/>
                        <a:pt x="144" y="102"/>
                        <a:pt x="0" y="143"/>
                      </a:cubicBezTo>
                      <a:lnTo>
                        <a:pt x="0" y="143"/>
                      </a:lnTo>
                      <a:cubicBezTo>
                        <a:pt x="144" y="102"/>
                        <a:pt x="267" y="41"/>
                        <a:pt x="412" y="0"/>
                      </a:cubicBezTo>
                      <a:close/>
                    </a:path>
                  </a:pathLst>
                </a:custGeom>
                <a:solidFill>
                  <a:srgbClr val="CEBF9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15"/>
                <p:cNvSpPr/>
                <p:nvPr/>
              </p:nvSpPr>
              <p:spPr>
                <a:xfrm>
                  <a:off x="6969867" y="3044323"/>
                  <a:ext cx="37290" cy="79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3663" extrusionOk="0">
                      <a:moveTo>
                        <a:pt x="947" y="0"/>
                      </a:moveTo>
                      <a:cubicBezTo>
                        <a:pt x="802" y="41"/>
                        <a:pt x="679" y="102"/>
                        <a:pt x="535" y="143"/>
                      </a:cubicBezTo>
                      <a:cubicBezTo>
                        <a:pt x="371" y="555"/>
                        <a:pt x="1" y="1605"/>
                        <a:pt x="349" y="2530"/>
                      </a:cubicBezTo>
                      <a:cubicBezTo>
                        <a:pt x="535" y="3024"/>
                        <a:pt x="884" y="3415"/>
                        <a:pt x="1399" y="3662"/>
                      </a:cubicBezTo>
                      <a:cubicBezTo>
                        <a:pt x="1523" y="3600"/>
                        <a:pt x="1625" y="3517"/>
                        <a:pt x="1729" y="3435"/>
                      </a:cubicBezTo>
                      <a:cubicBezTo>
                        <a:pt x="1707" y="3415"/>
                        <a:pt x="1687" y="3394"/>
                        <a:pt x="1646" y="3374"/>
                      </a:cubicBezTo>
                      <a:cubicBezTo>
                        <a:pt x="1172" y="3168"/>
                        <a:pt x="843" y="2839"/>
                        <a:pt x="700" y="2406"/>
                      </a:cubicBezTo>
                      <a:cubicBezTo>
                        <a:pt x="330" y="1399"/>
                        <a:pt x="925" y="165"/>
                        <a:pt x="925" y="143"/>
                      </a:cubicBezTo>
                      <a:cubicBezTo>
                        <a:pt x="947" y="102"/>
                        <a:pt x="967" y="41"/>
                        <a:pt x="94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>
                  <a:off x="6946790" y="3381941"/>
                  <a:ext cx="8023" cy="53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" h="248" extrusionOk="0">
                      <a:moveTo>
                        <a:pt x="185" y="1"/>
                      </a:moveTo>
                      <a:cubicBezTo>
                        <a:pt x="103" y="1"/>
                        <a:pt x="21" y="63"/>
                        <a:pt x="1" y="165"/>
                      </a:cubicBezTo>
                      <a:lnTo>
                        <a:pt x="1" y="248"/>
                      </a:lnTo>
                      <a:lnTo>
                        <a:pt x="371" y="124"/>
                      </a:lnTo>
                      <a:cubicBezTo>
                        <a:pt x="350" y="63"/>
                        <a:pt x="289" y="22"/>
                        <a:pt x="226" y="1"/>
                      </a:cubicBezTo>
                      <a:close/>
                    </a:path>
                  </a:pathLst>
                </a:custGeom>
                <a:solidFill>
                  <a:srgbClr val="D6D4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6945021" y="3384615"/>
                  <a:ext cx="37722" cy="5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9" h="2367" extrusionOk="0">
                      <a:moveTo>
                        <a:pt x="453" y="0"/>
                      </a:moveTo>
                      <a:lnTo>
                        <a:pt x="83" y="124"/>
                      </a:lnTo>
                      <a:cubicBezTo>
                        <a:pt x="0" y="803"/>
                        <a:pt x="185" y="2058"/>
                        <a:pt x="1501" y="2367"/>
                      </a:cubicBezTo>
                      <a:lnTo>
                        <a:pt x="1543" y="2367"/>
                      </a:lnTo>
                      <a:cubicBezTo>
                        <a:pt x="1625" y="2367"/>
                        <a:pt x="1707" y="2304"/>
                        <a:pt x="1729" y="2222"/>
                      </a:cubicBezTo>
                      <a:cubicBezTo>
                        <a:pt x="1748" y="2120"/>
                        <a:pt x="1687" y="2016"/>
                        <a:pt x="1584" y="1997"/>
                      </a:cubicBezTo>
                      <a:cubicBezTo>
                        <a:pt x="206" y="1667"/>
                        <a:pt x="453" y="165"/>
                        <a:pt x="453" y="83"/>
                      </a:cubicBezTo>
                      <a:lnTo>
                        <a:pt x="45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7266248" y="1803588"/>
                  <a:ext cx="54156" cy="49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" h="2303" extrusionOk="0">
                      <a:moveTo>
                        <a:pt x="1151" y="0"/>
                      </a:moveTo>
                      <a:cubicBezTo>
                        <a:pt x="948" y="0"/>
                        <a:pt x="742" y="55"/>
                        <a:pt x="555" y="173"/>
                      </a:cubicBezTo>
                      <a:cubicBezTo>
                        <a:pt x="1" y="502"/>
                        <a:pt x="248" y="955"/>
                        <a:pt x="577" y="1509"/>
                      </a:cubicBezTo>
                      <a:cubicBezTo>
                        <a:pt x="827" y="1947"/>
                        <a:pt x="1054" y="2303"/>
                        <a:pt x="1392" y="2303"/>
                      </a:cubicBezTo>
                      <a:cubicBezTo>
                        <a:pt x="1499" y="2303"/>
                        <a:pt x="1616" y="2268"/>
                        <a:pt x="1749" y="2189"/>
                      </a:cubicBezTo>
                      <a:cubicBezTo>
                        <a:pt x="2305" y="1860"/>
                        <a:pt x="2511" y="1139"/>
                        <a:pt x="2181" y="584"/>
                      </a:cubicBezTo>
                      <a:cubicBezTo>
                        <a:pt x="1949" y="215"/>
                        <a:pt x="1553" y="0"/>
                        <a:pt x="115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7263120" y="1800871"/>
                  <a:ext cx="51956" cy="47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9" h="2213" extrusionOk="0">
                      <a:moveTo>
                        <a:pt x="1109" y="1"/>
                      </a:moveTo>
                      <a:cubicBezTo>
                        <a:pt x="913" y="1"/>
                        <a:pt x="715" y="51"/>
                        <a:pt x="536" y="154"/>
                      </a:cubicBezTo>
                      <a:cubicBezTo>
                        <a:pt x="1" y="463"/>
                        <a:pt x="248" y="916"/>
                        <a:pt x="557" y="1451"/>
                      </a:cubicBezTo>
                      <a:cubicBezTo>
                        <a:pt x="810" y="1862"/>
                        <a:pt x="1026" y="2212"/>
                        <a:pt x="1356" y="2212"/>
                      </a:cubicBezTo>
                      <a:cubicBezTo>
                        <a:pt x="1455" y="2212"/>
                        <a:pt x="1564" y="2180"/>
                        <a:pt x="1688" y="2109"/>
                      </a:cubicBezTo>
                      <a:cubicBezTo>
                        <a:pt x="2223" y="1780"/>
                        <a:pt x="2409" y="1100"/>
                        <a:pt x="2080" y="565"/>
                      </a:cubicBezTo>
                      <a:cubicBezTo>
                        <a:pt x="1874" y="197"/>
                        <a:pt x="1496" y="1"/>
                        <a:pt x="110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7263120" y="1800828"/>
                  <a:ext cx="44407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" h="2195" extrusionOk="0">
                      <a:moveTo>
                        <a:pt x="1113" y="0"/>
                      </a:moveTo>
                      <a:cubicBezTo>
                        <a:pt x="918" y="0"/>
                        <a:pt x="720" y="50"/>
                        <a:pt x="536" y="156"/>
                      </a:cubicBezTo>
                      <a:cubicBezTo>
                        <a:pt x="1" y="465"/>
                        <a:pt x="248" y="918"/>
                        <a:pt x="557" y="1453"/>
                      </a:cubicBezTo>
                      <a:cubicBezTo>
                        <a:pt x="797" y="1853"/>
                        <a:pt x="1017" y="2194"/>
                        <a:pt x="1332" y="2194"/>
                      </a:cubicBezTo>
                      <a:cubicBezTo>
                        <a:pt x="1341" y="2194"/>
                        <a:pt x="1350" y="2194"/>
                        <a:pt x="1359" y="2194"/>
                      </a:cubicBezTo>
                      <a:cubicBezTo>
                        <a:pt x="681" y="1659"/>
                        <a:pt x="516" y="1349"/>
                        <a:pt x="2058" y="507"/>
                      </a:cubicBezTo>
                      <a:cubicBezTo>
                        <a:pt x="1842" y="183"/>
                        <a:pt x="1484" y="0"/>
                        <a:pt x="111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" name="Google Shape;110;p15"/>
                <p:cNvSpPr/>
                <p:nvPr/>
              </p:nvSpPr>
              <p:spPr>
                <a:xfrm>
                  <a:off x="7150905" y="1856148"/>
                  <a:ext cx="54134" cy="4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0" h="2311" extrusionOk="0">
                      <a:moveTo>
                        <a:pt x="1170" y="0"/>
                      </a:moveTo>
                      <a:cubicBezTo>
                        <a:pt x="968" y="0"/>
                        <a:pt x="762" y="53"/>
                        <a:pt x="576" y="163"/>
                      </a:cubicBezTo>
                      <a:cubicBezTo>
                        <a:pt x="0" y="493"/>
                        <a:pt x="267" y="965"/>
                        <a:pt x="596" y="1521"/>
                      </a:cubicBezTo>
                      <a:cubicBezTo>
                        <a:pt x="848" y="1946"/>
                        <a:pt x="1064" y="2311"/>
                        <a:pt x="1410" y="2311"/>
                      </a:cubicBezTo>
                      <a:cubicBezTo>
                        <a:pt x="1516" y="2311"/>
                        <a:pt x="1634" y="2276"/>
                        <a:pt x="1769" y="2199"/>
                      </a:cubicBezTo>
                      <a:cubicBezTo>
                        <a:pt x="2324" y="1870"/>
                        <a:pt x="2510" y="1151"/>
                        <a:pt x="2181" y="575"/>
                      </a:cubicBezTo>
                      <a:cubicBezTo>
                        <a:pt x="1962" y="206"/>
                        <a:pt x="1571" y="0"/>
                        <a:pt x="117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" name="Google Shape;111;p15"/>
                <p:cNvSpPr/>
                <p:nvPr/>
              </p:nvSpPr>
              <p:spPr>
                <a:xfrm>
                  <a:off x="7148230" y="1853323"/>
                  <a:ext cx="51482" cy="4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" h="2220" extrusionOk="0">
                      <a:moveTo>
                        <a:pt x="1096" y="1"/>
                      </a:moveTo>
                      <a:cubicBezTo>
                        <a:pt x="904" y="1"/>
                        <a:pt x="711" y="49"/>
                        <a:pt x="535" y="150"/>
                      </a:cubicBezTo>
                      <a:cubicBezTo>
                        <a:pt x="1" y="479"/>
                        <a:pt x="247" y="912"/>
                        <a:pt x="555" y="1466"/>
                      </a:cubicBezTo>
                      <a:cubicBezTo>
                        <a:pt x="790" y="1872"/>
                        <a:pt x="1000" y="2219"/>
                        <a:pt x="1322" y="2219"/>
                      </a:cubicBezTo>
                      <a:cubicBezTo>
                        <a:pt x="1424" y="2219"/>
                        <a:pt x="1537" y="2184"/>
                        <a:pt x="1666" y="2105"/>
                      </a:cubicBezTo>
                      <a:cubicBezTo>
                        <a:pt x="2222" y="1795"/>
                        <a:pt x="2387" y="1096"/>
                        <a:pt x="2078" y="561"/>
                      </a:cubicBezTo>
                      <a:cubicBezTo>
                        <a:pt x="1871" y="202"/>
                        <a:pt x="1487" y="1"/>
                        <a:pt x="109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15"/>
                <p:cNvSpPr/>
                <p:nvPr/>
              </p:nvSpPr>
              <p:spPr>
                <a:xfrm>
                  <a:off x="7148230" y="1853474"/>
                  <a:ext cx="43933" cy="47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2200" extrusionOk="0">
                      <a:moveTo>
                        <a:pt x="1080" y="1"/>
                      </a:moveTo>
                      <a:cubicBezTo>
                        <a:pt x="894" y="1"/>
                        <a:pt x="707" y="47"/>
                        <a:pt x="535" y="143"/>
                      </a:cubicBezTo>
                      <a:cubicBezTo>
                        <a:pt x="1" y="472"/>
                        <a:pt x="247" y="905"/>
                        <a:pt x="555" y="1459"/>
                      </a:cubicBezTo>
                      <a:cubicBezTo>
                        <a:pt x="802" y="1871"/>
                        <a:pt x="1008" y="2200"/>
                        <a:pt x="1358" y="2200"/>
                      </a:cubicBezTo>
                      <a:cubicBezTo>
                        <a:pt x="659" y="1645"/>
                        <a:pt x="514" y="1336"/>
                        <a:pt x="2036" y="513"/>
                      </a:cubicBezTo>
                      <a:cubicBezTo>
                        <a:pt x="1817" y="184"/>
                        <a:pt x="1451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15"/>
                <p:cNvSpPr/>
                <p:nvPr/>
              </p:nvSpPr>
              <p:spPr>
                <a:xfrm>
                  <a:off x="7019559" y="1918263"/>
                  <a:ext cx="54156" cy="4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" h="2311" extrusionOk="0">
                      <a:moveTo>
                        <a:pt x="1165" y="0"/>
                      </a:moveTo>
                      <a:cubicBezTo>
                        <a:pt x="959" y="0"/>
                        <a:pt x="749" y="53"/>
                        <a:pt x="555" y="164"/>
                      </a:cubicBezTo>
                      <a:cubicBezTo>
                        <a:pt x="1" y="493"/>
                        <a:pt x="267" y="945"/>
                        <a:pt x="596" y="1500"/>
                      </a:cubicBezTo>
                      <a:cubicBezTo>
                        <a:pt x="849" y="1941"/>
                        <a:pt x="1065" y="2310"/>
                        <a:pt x="1412" y="2310"/>
                      </a:cubicBezTo>
                      <a:cubicBezTo>
                        <a:pt x="1518" y="2310"/>
                        <a:pt x="1635" y="2276"/>
                        <a:pt x="1770" y="2199"/>
                      </a:cubicBezTo>
                      <a:cubicBezTo>
                        <a:pt x="2324" y="1850"/>
                        <a:pt x="2510" y="1130"/>
                        <a:pt x="2181" y="575"/>
                      </a:cubicBezTo>
                      <a:cubicBezTo>
                        <a:pt x="1963" y="206"/>
                        <a:pt x="1572" y="0"/>
                        <a:pt x="11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15"/>
                <p:cNvSpPr/>
                <p:nvPr/>
              </p:nvSpPr>
              <p:spPr>
                <a:xfrm>
                  <a:off x="7016906" y="1915351"/>
                  <a:ext cx="51482" cy="47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" h="2212" extrusionOk="0">
                      <a:moveTo>
                        <a:pt x="1103" y="0"/>
                      </a:moveTo>
                      <a:cubicBezTo>
                        <a:pt x="910" y="0"/>
                        <a:pt x="715" y="50"/>
                        <a:pt x="535" y="154"/>
                      </a:cubicBezTo>
                      <a:cubicBezTo>
                        <a:pt x="0" y="463"/>
                        <a:pt x="226" y="916"/>
                        <a:pt x="555" y="1451"/>
                      </a:cubicBezTo>
                      <a:cubicBezTo>
                        <a:pt x="793" y="1862"/>
                        <a:pt x="1005" y="2212"/>
                        <a:pt x="1334" y="2212"/>
                      </a:cubicBezTo>
                      <a:cubicBezTo>
                        <a:pt x="1433" y="2212"/>
                        <a:pt x="1542" y="2180"/>
                        <a:pt x="1666" y="2109"/>
                      </a:cubicBezTo>
                      <a:cubicBezTo>
                        <a:pt x="2201" y="1780"/>
                        <a:pt x="2387" y="1100"/>
                        <a:pt x="2077" y="565"/>
                      </a:cubicBezTo>
                      <a:cubicBezTo>
                        <a:pt x="1858" y="197"/>
                        <a:pt x="1486" y="0"/>
                        <a:pt x="110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15"/>
                <p:cNvSpPr/>
                <p:nvPr/>
              </p:nvSpPr>
              <p:spPr>
                <a:xfrm>
                  <a:off x="7016906" y="1915308"/>
                  <a:ext cx="43933" cy="47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2194" extrusionOk="0">
                      <a:moveTo>
                        <a:pt x="1092" y="1"/>
                      </a:moveTo>
                      <a:cubicBezTo>
                        <a:pt x="902" y="1"/>
                        <a:pt x="710" y="51"/>
                        <a:pt x="535" y="156"/>
                      </a:cubicBezTo>
                      <a:cubicBezTo>
                        <a:pt x="0" y="465"/>
                        <a:pt x="226" y="918"/>
                        <a:pt x="555" y="1453"/>
                      </a:cubicBezTo>
                      <a:cubicBezTo>
                        <a:pt x="795" y="1853"/>
                        <a:pt x="996" y="2194"/>
                        <a:pt x="1330" y="2194"/>
                      </a:cubicBezTo>
                      <a:cubicBezTo>
                        <a:pt x="1339" y="2194"/>
                        <a:pt x="1348" y="2194"/>
                        <a:pt x="1358" y="2193"/>
                      </a:cubicBezTo>
                      <a:cubicBezTo>
                        <a:pt x="659" y="1658"/>
                        <a:pt x="494" y="1349"/>
                        <a:pt x="2036" y="526"/>
                      </a:cubicBezTo>
                      <a:cubicBezTo>
                        <a:pt x="1819" y="188"/>
                        <a:pt x="1459" y="1"/>
                        <a:pt x="10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15"/>
                <p:cNvSpPr/>
                <p:nvPr/>
              </p:nvSpPr>
              <p:spPr>
                <a:xfrm>
                  <a:off x="7376716" y="1754522"/>
                  <a:ext cx="54156" cy="49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" h="2313" extrusionOk="0">
                      <a:moveTo>
                        <a:pt x="1165" y="1"/>
                      </a:moveTo>
                      <a:cubicBezTo>
                        <a:pt x="959" y="1"/>
                        <a:pt x="750" y="53"/>
                        <a:pt x="557" y="164"/>
                      </a:cubicBezTo>
                      <a:cubicBezTo>
                        <a:pt x="0" y="493"/>
                        <a:pt x="247" y="945"/>
                        <a:pt x="576" y="1521"/>
                      </a:cubicBezTo>
                      <a:cubicBezTo>
                        <a:pt x="829" y="1947"/>
                        <a:pt x="1056" y="2312"/>
                        <a:pt x="1399" y="2312"/>
                      </a:cubicBezTo>
                      <a:cubicBezTo>
                        <a:pt x="1504" y="2312"/>
                        <a:pt x="1620" y="2278"/>
                        <a:pt x="1750" y="2201"/>
                      </a:cubicBezTo>
                      <a:cubicBezTo>
                        <a:pt x="2326" y="1872"/>
                        <a:pt x="2510" y="1131"/>
                        <a:pt x="2181" y="575"/>
                      </a:cubicBezTo>
                      <a:cubicBezTo>
                        <a:pt x="1962" y="206"/>
                        <a:pt x="1571" y="1"/>
                        <a:pt x="11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15"/>
                <p:cNvSpPr/>
                <p:nvPr/>
              </p:nvSpPr>
              <p:spPr>
                <a:xfrm>
                  <a:off x="7373632" y="1751718"/>
                  <a:ext cx="51913" cy="4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208" extrusionOk="0">
                      <a:moveTo>
                        <a:pt x="1111" y="1"/>
                      </a:moveTo>
                      <a:cubicBezTo>
                        <a:pt x="922" y="1"/>
                        <a:pt x="730" y="49"/>
                        <a:pt x="555" y="150"/>
                      </a:cubicBezTo>
                      <a:cubicBezTo>
                        <a:pt x="0" y="480"/>
                        <a:pt x="247" y="911"/>
                        <a:pt x="576" y="1446"/>
                      </a:cubicBezTo>
                      <a:cubicBezTo>
                        <a:pt x="813" y="1857"/>
                        <a:pt x="1026" y="2207"/>
                        <a:pt x="1355" y="2207"/>
                      </a:cubicBezTo>
                      <a:cubicBezTo>
                        <a:pt x="1454" y="2207"/>
                        <a:pt x="1563" y="2176"/>
                        <a:pt x="1687" y="2104"/>
                      </a:cubicBezTo>
                      <a:cubicBezTo>
                        <a:pt x="2222" y="1796"/>
                        <a:pt x="2406" y="1097"/>
                        <a:pt x="2099" y="562"/>
                      </a:cubicBezTo>
                      <a:cubicBezTo>
                        <a:pt x="1878" y="202"/>
                        <a:pt x="1498" y="1"/>
                        <a:pt x="111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15"/>
                <p:cNvSpPr/>
                <p:nvPr/>
              </p:nvSpPr>
              <p:spPr>
                <a:xfrm>
                  <a:off x="7373632" y="1751589"/>
                  <a:ext cx="44386" cy="4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214" extrusionOk="0">
                      <a:moveTo>
                        <a:pt x="1114" y="0"/>
                      </a:moveTo>
                      <a:cubicBezTo>
                        <a:pt x="924" y="0"/>
                        <a:pt x="731" y="51"/>
                        <a:pt x="555" y="156"/>
                      </a:cubicBezTo>
                      <a:cubicBezTo>
                        <a:pt x="0" y="486"/>
                        <a:pt x="247" y="917"/>
                        <a:pt x="576" y="1452"/>
                      </a:cubicBezTo>
                      <a:cubicBezTo>
                        <a:pt x="823" y="1884"/>
                        <a:pt x="1029" y="2214"/>
                        <a:pt x="1358" y="2214"/>
                      </a:cubicBezTo>
                      <a:cubicBezTo>
                        <a:pt x="678" y="1657"/>
                        <a:pt x="514" y="1350"/>
                        <a:pt x="2058" y="527"/>
                      </a:cubicBezTo>
                      <a:cubicBezTo>
                        <a:pt x="1841" y="187"/>
                        <a:pt x="1481" y="0"/>
                        <a:pt x="111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15"/>
                <p:cNvSpPr/>
                <p:nvPr/>
              </p:nvSpPr>
              <p:spPr>
                <a:xfrm>
                  <a:off x="6771511" y="2039947"/>
                  <a:ext cx="54630" cy="49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3" h="2309" extrusionOk="0">
                      <a:moveTo>
                        <a:pt x="1173" y="1"/>
                      </a:moveTo>
                      <a:cubicBezTo>
                        <a:pt x="962" y="1"/>
                        <a:pt x="749" y="58"/>
                        <a:pt x="557" y="178"/>
                      </a:cubicBezTo>
                      <a:cubicBezTo>
                        <a:pt x="1" y="529"/>
                        <a:pt x="269" y="981"/>
                        <a:pt x="618" y="1536"/>
                      </a:cubicBezTo>
                      <a:cubicBezTo>
                        <a:pt x="884" y="1958"/>
                        <a:pt x="1114" y="2309"/>
                        <a:pt x="1453" y="2309"/>
                      </a:cubicBezTo>
                      <a:cubicBezTo>
                        <a:pt x="1560" y="2309"/>
                        <a:pt x="1678" y="2273"/>
                        <a:pt x="1811" y="2194"/>
                      </a:cubicBezTo>
                      <a:cubicBezTo>
                        <a:pt x="2368" y="1845"/>
                        <a:pt x="2532" y="1124"/>
                        <a:pt x="2182" y="570"/>
                      </a:cubicBezTo>
                      <a:cubicBezTo>
                        <a:pt x="1966" y="205"/>
                        <a:pt x="1574" y="1"/>
                        <a:pt x="117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15"/>
                <p:cNvSpPr/>
                <p:nvPr/>
              </p:nvSpPr>
              <p:spPr>
                <a:xfrm>
                  <a:off x="6768858" y="2037466"/>
                  <a:ext cx="51956" cy="474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9" h="2202" extrusionOk="0">
                      <a:moveTo>
                        <a:pt x="1112" y="0"/>
                      </a:moveTo>
                      <a:cubicBezTo>
                        <a:pt x="908" y="0"/>
                        <a:pt x="702" y="55"/>
                        <a:pt x="516" y="170"/>
                      </a:cubicBezTo>
                      <a:cubicBezTo>
                        <a:pt x="0" y="499"/>
                        <a:pt x="247" y="932"/>
                        <a:pt x="577" y="1466"/>
                      </a:cubicBezTo>
                      <a:cubicBezTo>
                        <a:pt x="824" y="1869"/>
                        <a:pt x="1048" y="2201"/>
                        <a:pt x="1364" y="2201"/>
                      </a:cubicBezTo>
                      <a:cubicBezTo>
                        <a:pt x="1467" y="2201"/>
                        <a:pt x="1581" y="2165"/>
                        <a:pt x="1709" y="2084"/>
                      </a:cubicBezTo>
                      <a:cubicBezTo>
                        <a:pt x="2244" y="1754"/>
                        <a:pt x="2408" y="1055"/>
                        <a:pt x="2079" y="540"/>
                      </a:cubicBezTo>
                      <a:cubicBezTo>
                        <a:pt x="1865" y="191"/>
                        <a:pt x="1493" y="0"/>
                        <a:pt x="111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15"/>
                <p:cNvSpPr/>
                <p:nvPr/>
              </p:nvSpPr>
              <p:spPr>
                <a:xfrm>
                  <a:off x="6768858" y="2037423"/>
                  <a:ext cx="43955" cy="47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2189" extrusionOk="0">
                      <a:moveTo>
                        <a:pt x="1101" y="0"/>
                      </a:moveTo>
                      <a:cubicBezTo>
                        <a:pt x="900" y="0"/>
                        <a:pt x="698" y="55"/>
                        <a:pt x="516" y="172"/>
                      </a:cubicBezTo>
                      <a:cubicBezTo>
                        <a:pt x="0" y="501"/>
                        <a:pt x="247" y="934"/>
                        <a:pt x="577" y="1468"/>
                      </a:cubicBezTo>
                      <a:cubicBezTo>
                        <a:pt x="816" y="1867"/>
                        <a:pt x="1055" y="2189"/>
                        <a:pt x="1369" y="2189"/>
                      </a:cubicBezTo>
                      <a:cubicBezTo>
                        <a:pt x="1379" y="2189"/>
                        <a:pt x="1389" y="2188"/>
                        <a:pt x="1399" y="2188"/>
                      </a:cubicBezTo>
                      <a:cubicBezTo>
                        <a:pt x="700" y="1653"/>
                        <a:pt x="535" y="1365"/>
                        <a:pt x="2038" y="501"/>
                      </a:cubicBezTo>
                      <a:cubicBezTo>
                        <a:pt x="1825" y="182"/>
                        <a:pt x="1467" y="0"/>
                        <a:pt x="110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15"/>
                <p:cNvSpPr/>
                <p:nvPr/>
              </p:nvSpPr>
              <p:spPr>
                <a:xfrm>
                  <a:off x="6657936" y="2095418"/>
                  <a:ext cx="54609" cy="497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2" h="2309" extrusionOk="0">
                      <a:moveTo>
                        <a:pt x="1169" y="0"/>
                      </a:moveTo>
                      <a:cubicBezTo>
                        <a:pt x="960" y="0"/>
                        <a:pt x="748" y="57"/>
                        <a:pt x="557" y="178"/>
                      </a:cubicBezTo>
                      <a:cubicBezTo>
                        <a:pt x="0" y="527"/>
                        <a:pt x="269" y="980"/>
                        <a:pt x="618" y="1536"/>
                      </a:cubicBezTo>
                      <a:cubicBezTo>
                        <a:pt x="868" y="1958"/>
                        <a:pt x="1106" y="2309"/>
                        <a:pt x="1450" y="2309"/>
                      </a:cubicBezTo>
                      <a:cubicBezTo>
                        <a:pt x="1558" y="2309"/>
                        <a:pt x="1678" y="2274"/>
                        <a:pt x="1811" y="2194"/>
                      </a:cubicBezTo>
                      <a:cubicBezTo>
                        <a:pt x="2346" y="1844"/>
                        <a:pt x="2532" y="1103"/>
                        <a:pt x="2181" y="568"/>
                      </a:cubicBezTo>
                      <a:cubicBezTo>
                        <a:pt x="1953" y="205"/>
                        <a:pt x="1565" y="0"/>
                        <a:pt x="116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3;p15"/>
                <p:cNvSpPr/>
                <p:nvPr/>
              </p:nvSpPr>
              <p:spPr>
                <a:xfrm>
                  <a:off x="6654852" y="2092916"/>
                  <a:ext cx="52366" cy="47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201" extrusionOk="0">
                      <a:moveTo>
                        <a:pt x="1137" y="1"/>
                      </a:moveTo>
                      <a:cubicBezTo>
                        <a:pt x="931" y="1"/>
                        <a:pt x="723" y="55"/>
                        <a:pt x="535" y="171"/>
                      </a:cubicBezTo>
                      <a:cubicBezTo>
                        <a:pt x="0" y="500"/>
                        <a:pt x="267" y="931"/>
                        <a:pt x="596" y="1466"/>
                      </a:cubicBezTo>
                      <a:cubicBezTo>
                        <a:pt x="844" y="1869"/>
                        <a:pt x="1057" y="2201"/>
                        <a:pt x="1375" y="2201"/>
                      </a:cubicBezTo>
                      <a:cubicBezTo>
                        <a:pt x="1480" y="2201"/>
                        <a:pt x="1596" y="2165"/>
                        <a:pt x="1728" y="2083"/>
                      </a:cubicBezTo>
                      <a:cubicBezTo>
                        <a:pt x="2263" y="1754"/>
                        <a:pt x="2428" y="1055"/>
                        <a:pt x="2099" y="520"/>
                      </a:cubicBezTo>
                      <a:cubicBezTo>
                        <a:pt x="1885" y="187"/>
                        <a:pt x="1516" y="1"/>
                        <a:pt x="11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15"/>
                <p:cNvSpPr/>
                <p:nvPr/>
              </p:nvSpPr>
              <p:spPr>
                <a:xfrm>
                  <a:off x="6654852" y="2092873"/>
                  <a:ext cx="44386" cy="47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190" extrusionOk="0">
                      <a:moveTo>
                        <a:pt x="1121" y="1"/>
                      </a:moveTo>
                      <a:cubicBezTo>
                        <a:pt x="921" y="1"/>
                        <a:pt x="719" y="55"/>
                        <a:pt x="535" y="173"/>
                      </a:cubicBezTo>
                      <a:cubicBezTo>
                        <a:pt x="0" y="502"/>
                        <a:pt x="267" y="933"/>
                        <a:pt x="596" y="1468"/>
                      </a:cubicBezTo>
                      <a:cubicBezTo>
                        <a:pt x="836" y="1868"/>
                        <a:pt x="1057" y="2190"/>
                        <a:pt x="1371" y="2190"/>
                      </a:cubicBezTo>
                      <a:cubicBezTo>
                        <a:pt x="1380" y="2190"/>
                        <a:pt x="1390" y="2190"/>
                        <a:pt x="1399" y="2189"/>
                      </a:cubicBezTo>
                      <a:cubicBezTo>
                        <a:pt x="700" y="1654"/>
                        <a:pt x="535" y="1366"/>
                        <a:pt x="2057" y="481"/>
                      </a:cubicBezTo>
                      <a:cubicBezTo>
                        <a:pt x="1832" y="177"/>
                        <a:pt x="1480" y="1"/>
                        <a:pt x="112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15"/>
                <p:cNvSpPr/>
                <p:nvPr/>
              </p:nvSpPr>
              <p:spPr>
                <a:xfrm>
                  <a:off x="6527949" y="2160509"/>
                  <a:ext cx="54587" cy="4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1" h="2306" extrusionOk="0">
                      <a:moveTo>
                        <a:pt x="1190" y="1"/>
                      </a:moveTo>
                      <a:cubicBezTo>
                        <a:pt x="973" y="1"/>
                        <a:pt x="753" y="60"/>
                        <a:pt x="555" y="184"/>
                      </a:cubicBezTo>
                      <a:cubicBezTo>
                        <a:pt x="1" y="534"/>
                        <a:pt x="267" y="987"/>
                        <a:pt x="618" y="1541"/>
                      </a:cubicBezTo>
                      <a:cubicBezTo>
                        <a:pt x="879" y="1959"/>
                        <a:pt x="1107" y="2306"/>
                        <a:pt x="1439" y="2306"/>
                      </a:cubicBezTo>
                      <a:cubicBezTo>
                        <a:pt x="1550" y="2306"/>
                        <a:pt x="1672" y="2267"/>
                        <a:pt x="1811" y="2180"/>
                      </a:cubicBezTo>
                      <a:cubicBezTo>
                        <a:pt x="2366" y="1851"/>
                        <a:pt x="2530" y="1110"/>
                        <a:pt x="2181" y="554"/>
                      </a:cubicBezTo>
                      <a:cubicBezTo>
                        <a:pt x="1969" y="196"/>
                        <a:pt x="1585" y="1"/>
                        <a:pt x="11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15"/>
                <p:cNvSpPr/>
                <p:nvPr/>
              </p:nvSpPr>
              <p:spPr>
                <a:xfrm>
                  <a:off x="6525296" y="2158115"/>
                  <a:ext cx="51913" cy="47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201" extrusionOk="0">
                      <a:moveTo>
                        <a:pt x="1115" y="1"/>
                      </a:moveTo>
                      <a:cubicBezTo>
                        <a:pt x="910" y="1"/>
                        <a:pt x="702" y="56"/>
                        <a:pt x="514" y="171"/>
                      </a:cubicBezTo>
                      <a:cubicBezTo>
                        <a:pt x="0" y="500"/>
                        <a:pt x="247" y="933"/>
                        <a:pt x="576" y="1468"/>
                      </a:cubicBezTo>
                      <a:cubicBezTo>
                        <a:pt x="826" y="1857"/>
                        <a:pt x="1051" y="2200"/>
                        <a:pt x="1370" y="2200"/>
                      </a:cubicBezTo>
                      <a:cubicBezTo>
                        <a:pt x="1471" y="2200"/>
                        <a:pt x="1582" y="2165"/>
                        <a:pt x="1707" y="2085"/>
                      </a:cubicBezTo>
                      <a:cubicBezTo>
                        <a:pt x="2242" y="1756"/>
                        <a:pt x="2406" y="1057"/>
                        <a:pt x="2077" y="522"/>
                      </a:cubicBezTo>
                      <a:cubicBezTo>
                        <a:pt x="1864" y="188"/>
                        <a:pt x="1494" y="1"/>
                        <a:pt x="11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15"/>
                <p:cNvSpPr/>
                <p:nvPr/>
              </p:nvSpPr>
              <p:spPr>
                <a:xfrm>
                  <a:off x="6525296" y="2157985"/>
                  <a:ext cx="43911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6" h="2195" extrusionOk="0">
                      <a:moveTo>
                        <a:pt x="1118" y="0"/>
                      </a:moveTo>
                      <a:cubicBezTo>
                        <a:pt x="911" y="0"/>
                        <a:pt x="702" y="57"/>
                        <a:pt x="514" y="177"/>
                      </a:cubicBezTo>
                      <a:cubicBezTo>
                        <a:pt x="0" y="506"/>
                        <a:pt x="247" y="939"/>
                        <a:pt x="576" y="1474"/>
                      </a:cubicBezTo>
                      <a:cubicBezTo>
                        <a:pt x="815" y="1873"/>
                        <a:pt x="1055" y="2194"/>
                        <a:pt x="1369" y="2194"/>
                      </a:cubicBezTo>
                      <a:cubicBezTo>
                        <a:pt x="1379" y="2194"/>
                        <a:pt x="1389" y="2194"/>
                        <a:pt x="1399" y="2193"/>
                      </a:cubicBezTo>
                      <a:cubicBezTo>
                        <a:pt x="700" y="1658"/>
                        <a:pt x="535" y="1351"/>
                        <a:pt x="2036" y="487"/>
                      </a:cubicBezTo>
                      <a:cubicBezTo>
                        <a:pt x="1827" y="173"/>
                        <a:pt x="1477" y="0"/>
                        <a:pt x="111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15"/>
                <p:cNvSpPr/>
                <p:nvPr/>
              </p:nvSpPr>
              <p:spPr>
                <a:xfrm>
                  <a:off x="6881138" y="1988249"/>
                  <a:ext cx="54566" cy="49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300" extrusionOk="0">
                      <a:moveTo>
                        <a:pt x="1168" y="0"/>
                      </a:moveTo>
                      <a:cubicBezTo>
                        <a:pt x="959" y="0"/>
                        <a:pt x="747" y="55"/>
                        <a:pt x="555" y="169"/>
                      </a:cubicBezTo>
                      <a:cubicBezTo>
                        <a:pt x="0" y="518"/>
                        <a:pt x="267" y="970"/>
                        <a:pt x="617" y="1527"/>
                      </a:cubicBezTo>
                      <a:cubicBezTo>
                        <a:pt x="867" y="1948"/>
                        <a:pt x="1094" y="2299"/>
                        <a:pt x="1431" y="2299"/>
                      </a:cubicBezTo>
                      <a:cubicBezTo>
                        <a:pt x="1538" y="2299"/>
                        <a:pt x="1656" y="2264"/>
                        <a:pt x="1789" y="2185"/>
                      </a:cubicBezTo>
                      <a:cubicBezTo>
                        <a:pt x="2345" y="1834"/>
                        <a:pt x="2530" y="1115"/>
                        <a:pt x="2181" y="559"/>
                      </a:cubicBezTo>
                      <a:cubicBezTo>
                        <a:pt x="1951" y="196"/>
                        <a:pt x="1564" y="0"/>
                        <a:pt x="116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15"/>
                <p:cNvSpPr/>
                <p:nvPr/>
              </p:nvSpPr>
              <p:spPr>
                <a:xfrm>
                  <a:off x="6878011" y="1985575"/>
                  <a:ext cx="52366" cy="474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200" extrusionOk="0">
                      <a:moveTo>
                        <a:pt x="1132" y="0"/>
                      </a:moveTo>
                      <a:cubicBezTo>
                        <a:pt x="928" y="0"/>
                        <a:pt x="722" y="55"/>
                        <a:pt x="535" y="169"/>
                      </a:cubicBezTo>
                      <a:cubicBezTo>
                        <a:pt x="0" y="499"/>
                        <a:pt x="269" y="930"/>
                        <a:pt x="598" y="1465"/>
                      </a:cubicBezTo>
                      <a:cubicBezTo>
                        <a:pt x="845" y="1867"/>
                        <a:pt x="1057" y="2200"/>
                        <a:pt x="1375" y="2200"/>
                      </a:cubicBezTo>
                      <a:cubicBezTo>
                        <a:pt x="1480" y="2200"/>
                        <a:pt x="1596" y="2163"/>
                        <a:pt x="1728" y="2082"/>
                      </a:cubicBezTo>
                      <a:cubicBezTo>
                        <a:pt x="2263" y="1753"/>
                        <a:pt x="2428" y="1053"/>
                        <a:pt x="2099" y="540"/>
                      </a:cubicBezTo>
                      <a:cubicBezTo>
                        <a:pt x="1884" y="191"/>
                        <a:pt x="1513" y="0"/>
                        <a:pt x="113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15"/>
                <p:cNvSpPr/>
                <p:nvPr/>
              </p:nvSpPr>
              <p:spPr>
                <a:xfrm>
                  <a:off x="6878011" y="1985532"/>
                  <a:ext cx="44386" cy="47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189" extrusionOk="0">
                      <a:moveTo>
                        <a:pt x="1116" y="0"/>
                      </a:moveTo>
                      <a:cubicBezTo>
                        <a:pt x="918" y="0"/>
                        <a:pt x="718" y="55"/>
                        <a:pt x="535" y="171"/>
                      </a:cubicBezTo>
                      <a:cubicBezTo>
                        <a:pt x="0" y="501"/>
                        <a:pt x="269" y="932"/>
                        <a:pt x="598" y="1467"/>
                      </a:cubicBezTo>
                      <a:cubicBezTo>
                        <a:pt x="837" y="1866"/>
                        <a:pt x="1057" y="2188"/>
                        <a:pt x="1371" y="2188"/>
                      </a:cubicBezTo>
                      <a:cubicBezTo>
                        <a:pt x="1380" y="2188"/>
                        <a:pt x="1390" y="2188"/>
                        <a:pt x="1399" y="2188"/>
                      </a:cubicBezTo>
                      <a:cubicBezTo>
                        <a:pt x="700" y="1672"/>
                        <a:pt x="535" y="1365"/>
                        <a:pt x="2057" y="501"/>
                      </a:cubicBezTo>
                      <a:cubicBezTo>
                        <a:pt x="1832" y="182"/>
                        <a:pt x="1478" y="0"/>
                        <a:pt x="111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31;p15"/>
                <p:cNvSpPr/>
                <p:nvPr/>
              </p:nvSpPr>
              <p:spPr>
                <a:xfrm>
                  <a:off x="6258614" y="2310489"/>
                  <a:ext cx="54609" cy="4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2" h="2306" extrusionOk="0">
                      <a:moveTo>
                        <a:pt x="1171" y="0"/>
                      </a:moveTo>
                      <a:cubicBezTo>
                        <a:pt x="953" y="0"/>
                        <a:pt x="733" y="59"/>
                        <a:pt x="535" y="183"/>
                      </a:cubicBezTo>
                      <a:cubicBezTo>
                        <a:pt x="0" y="534"/>
                        <a:pt x="269" y="986"/>
                        <a:pt x="618" y="1541"/>
                      </a:cubicBezTo>
                      <a:cubicBezTo>
                        <a:pt x="881" y="1958"/>
                        <a:pt x="1108" y="2305"/>
                        <a:pt x="1440" y="2305"/>
                      </a:cubicBezTo>
                      <a:cubicBezTo>
                        <a:pt x="1550" y="2305"/>
                        <a:pt x="1672" y="2267"/>
                        <a:pt x="1811" y="2179"/>
                      </a:cubicBezTo>
                      <a:cubicBezTo>
                        <a:pt x="2367" y="1829"/>
                        <a:pt x="2532" y="1088"/>
                        <a:pt x="2181" y="553"/>
                      </a:cubicBezTo>
                      <a:cubicBezTo>
                        <a:pt x="1956" y="196"/>
                        <a:pt x="1568" y="0"/>
                        <a:pt x="117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32;p15"/>
                <p:cNvSpPr/>
                <p:nvPr/>
              </p:nvSpPr>
              <p:spPr>
                <a:xfrm>
                  <a:off x="6255530" y="2307987"/>
                  <a:ext cx="51913" cy="47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205" extrusionOk="0">
                      <a:moveTo>
                        <a:pt x="1128" y="1"/>
                      </a:moveTo>
                      <a:cubicBezTo>
                        <a:pt x="919" y="1"/>
                        <a:pt x="706" y="58"/>
                        <a:pt x="514" y="176"/>
                      </a:cubicBezTo>
                      <a:cubicBezTo>
                        <a:pt x="0" y="505"/>
                        <a:pt x="247" y="938"/>
                        <a:pt x="596" y="1473"/>
                      </a:cubicBezTo>
                      <a:cubicBezTo>
                        <a:pt x="845" y="1862"/>
                        <a:pt x="1071" y="2204"/>
                        <a:pt x="1390" y="2204"/>
                      </a:cubicBezTo>
                      <a:cubicBezTo>
                        <a:pt x="1492" y="2204"/>
                        <a:pt x="1604" y="2169"/>
                        <a:pt x="1728" y="2090"/>
                      </a:cubicBezTo>
                      <a:cubicBezTo>
                        <a:pt x="2263" y="1739"/>
                        <a:pt x="2406" y="1040"/>
                        <a:pt x="2077" y="526"/>
                      </a:cubicBezTo>
                      <a:cubicBezTo>
                        <a:pt x="1866" y="183"/>
                        <a:pt x="1503" y="1"/>
                        <a:pt x="112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33;p15"/>
                <p:cNvSpPr/>
                <p:nvPr/>
              </p:nvSpPr>
              <p:spPr>
                <a:xfrm>
                  <a:off x="6255530" y="2307944"/>
                  <a:ext cx="43933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2195" extrusionOk="0">
                      <a:moveTo>
                        <a:pt x="1118" y="1"/>
                      </a:moveTo>
                      <a:cubicBezTo>
                        <a:pt x="911" y="1"/>
                        <a:pt x="702" y="58"/>
                        <a:pt x="514" y="178"/>
                      </a:cubicBezTo>
                      <a:cubicBezTo>
                        <a:pt x="0" y="507"/>
                        <a:pt x="247" y="940"/>
                        <a:pt x="596" y="1475"/>
                      </a:cubicBezTo>
                      <a:cubicBezTo>
                        <a:pt x="835" y="1873"/>
                        <a:pt x="1074" y="2195"/>
                        <a:pt x="1389" y="2195"/>
                      </a:cubicBezTo>
                      <a:cubicBezTo>
                        <a:pt x="1399" y="2195"/>
                        <a:pt x="1409" y="2194"/>
                        <a:pt x="1419" y="2194"/>
                      </a:cubicBezTo>
                      <a:cubicBezTo>
                        <a:pt x="700" y="1659"/>
                        <a:pt x="535" y="1371"/>
                        <a:pt x="2036" y="487"/>
                      </a:cubicBezTo>
                      <a:cubicBezTo>
                        <a:pt x="1827" y="173"/>
                        <a:pt x="1477" y="1"/>
                        <a:pt x="111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15"/>
                <p:cNvSpPr/>
                <p:nvPr/>
              </p:nvSpPr>
              <p:spPr>
                <a:xfrm>
                  <a:off x="6145492" y="2366824"/>
                  <a:ext cx="54156" cy="4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" h="2306" extrusionOk="0">
                      <a:moveTo>
                        <a:pt x="1165" y="0"/>
                      </a:moveTo>
                      <a:cubicBezTo>
                        <a:pt x="950" y="0"/>
                        <a:pt x="732" y="60"/>
                        <a:pt x="535" y="185"/>
                      </a:cubicBezTo>
                      <a:cubicBezTo>
                        <a:pt x="0" y="533"/>
                        <a:pt x="267" y="986"/>
                        <a:pt x="617" y="1542"/>
                      </a:cubicBezTo>
                      <a:cubicBezTo>
                        <a:pt x="879" y="1958"/>
                        <a:pt x="1106" y="2306"/>
                        <a:pt x="1438" y="2306"/>
                      </a:cubicBezTo>
                      <a:cubicBezTo>
                        <a:pt x="1549" y="2306"/>
                        <a:pt x="1672" y="2267"/>
                        <a:pt x="1811" y="2179"/>
                      </a:cubicBezTo>
                      <a:cubicBezTo>
                        <a:pt x="2365" y="1830"/>
                        <a:pt x="2510" y="1110"/>
                        <a:pt x="2160" y="555"/>
                      </a:cubicBezTo>
                      <a:cubicBezTo>
                        <a:pt x="1935" y="196"/>
                        <a:pt x="1555" y="0"/>
                        <a:pt x="11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15"/>
                <p:cNvSpPr/>
                <p:nvPr/>
              </p:nvSpPr>
              <p:spPr>
                <a:xfrm>
                  <a:off x="6142365" y="2364343"/>
                  <a:ext cx="51956" cy="47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9" h="2207" extrusionOk="0">
                      <a:moveTo>
                        <a:pt x="1131" y="1"/>
                      </a:moveTo>
                      <a:cubicBezTo>
                        <a:pt x="921" y="1"/>
                        <a:pt x="708" y="58"/>
                        <a:pt x="516" y="176"/>
                      </a:cubicBezTo>
                      <a:cubicBezTo>
                        <a:pt x="0" y="505"/>
                        <a:pt x="247" y="958"/>
                        <a:pt x="598" y="1471"/>
                      </a:cubicBezTo>
                      <a:cubicBezTo>
                        <a:pt x="846" y="1874"/>
                        <a:pt x="1070" y="2206"/>
                        <a:pt x="1384" y="2206"/>
                      </a:cubicBezTo>
                      <a:cubicBezTo>
                        <a:pt x="1488" y="2206"/>
                        <a:pt x="1601" y="2170"/>
                        <a:pt x="1729" y="2089"/>
                      </a:cubicBezTo>
                      <a:cubicBezTo>
                        <a:pt x="2263" y="1759"/>
                        <a:pt x="2408" y="1060"/>
                        <a:pt x="2079" y="525"/>
                      </a:cubicBezTo>
                      <a:cubicBezTo>
                        <a:pt x="1868" y="182"/>
                        <a:pt x="1506" y="1"/>
                        <a:pt x="113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36;p15"/>
                <p:cNvSpPr/>
                <p:nvPr/>
              </p:nvSpPr>
              <p:spPr>
                <a:xfrm>
                  <a:off x="6142365" y="2364300"/>
                  <a:ext cx="43955" cy="47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2196" extrusionOk="0">
                      <a:moveTo>
                        <a:pt x="1115" y="1"/>
                      </a:moveTo>
                      <a:cubicBezTo>
                        <a:pt x="911" y="1"/>
                        <a:pt x="703" y="58"/>
                        <a:pt x="516" y="178"/>
                      </a:cubicBezTo>
                      <a:cubicBezTo>
                        <a:pt x="0" y="507"/>
                        <a:pt x="247" y="960"/>
                        <a:pt x="598" y="1473"/>
                      </a:cubicBezTo>
                      <a:cubicBezTo>
                        <a:pt x="838" y="1873"/>
                        <a:pt x="1057" y="2195"/>
                        <a:pt x="1391" y="2195"/>
                      </a:cubicBezTo>
                      <a:cubicBezTo>
                        <a:pt x="1401" y="2195"/>
                        <a:pt x="1411" y="2195"/>
                        <a:pt x="1421" y="2194"/>
                      </a:cubicBezTo>
                      <a:cubicBezTo>
                        <a:pt x="700" y="1679"/>
                        <a:pt x="535" y="1371"/>
                        <a:pt x="2038" y="486"/>
                      </a:cubicBezTo>
                      <a:cubicBezTo>
                        <a:pt x="1816" y="173"/>
                        <a:pt x="1469" y="1"/>
                        <a:pt x="111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15"/>
                <p:cNvSpPr/>
                <p:nvPr/>
              </p:nvSpPr>
              <p:spPr>
                <a:xfrm>
                  <a:off x="6015936" y="2433381"/>
                  <a:ext cx="54566" cy="4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306" extrusionOk="0">
                      <a:moveTo>
                        <a:pt x="1186" y="0"/>
                      </a:moveTo>
                      <a:cubicBezTo>
                        <a:pt x="971" y="0"/>
                        <a:pt x="753" y="60"/>
                        <a:pt x="555" y="184"/>
                      </a:cubicBezTo>
                      <a:cubicBezTo>
                        <a:pt x="0" y="533"/>
                        <a:pt x="267" y="986"/>
                        <a:pt x="617" y="1542"/>
                      </a:cubicBezTo>
                      <a:cubicBezTo>
                        <a:pt x="879" y="1958"/>
                        <a:pt x="1118" y="2305"/>
                        <a:pt x="1456" y="2305"/>
                      </a:cubicBezTo>
                      <a:cubicBezTo>
                        <a:pt x="1568" y="2305"/>
                        <a:pt x="1692" y="2267"/>
                        <a:pt x="1830" y="2179"/>
                      </a:cubicBezTo>
                      <a:cubicBezTo>
                        <a:pt x="2365" y="1830"/>
                        <a:pt x="2530" y="1109"/>
                        <a:pt x="2181" y="555"/>
                      </a:cubicBezTo>
                      <a:cubicBezTo>
                        <a:pt x="1955" y="196"/>
                        <a:pt x="1576" y="0"/>
                        <a:pt x="118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15"/>
                <p:cNvSpPr/>
                <p:nvPr/>
              </p:nvSpPr>
              <p:spPr>
                <a:xfrm>
                  <a:off x="6013262" y="2430901"/>
                  <a:ext cx="51913" cy="47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204" extrusionOk="0">
                      <a:moveTo>
                        <a:pt x="1130" y="0"/>
                      </a:moveTo>
                      <a:cubicBezTo>
                        <a:pt x="920" y="0"/>
                        <a:pt x="707" y="58"/>
                        <a:pt x="514" y="176"/>
                      </a:cubicBezTo>
                      <a:cubicBezTo>
                        <a:pt x="1" y="505"/>
                        <a:pt x="248" y="936"/>
                        <a:pt x="577" y="1471"/>
                      </a:cubicBezTo>
                      <a:cubicBezTo>
                        <a:pt x="841" y="1861"/>
                        <a:pt x="1059" y="2203"/>
                        <a:pt x="1382" y="2203"/>
                      </a:cubicBezTo>
                      <a:cubicBezTo>
                        <a:pt x="1485" y="2203"/>
                        <a:pt x="1599" y="2168"/>
                        <a:pt x="1729" y="2088"/>
                      </a:cubicBezTo>
                      <a:cubicBezTo>
                        <a:pt x="2264" y="1739"/>
                        <a:pt x="2407" y="1040"/>
                        <a:pt x="2078" y="525"/>
                      </a:cubicBezTo>
                      <a:cubicBezTo>
                        <a:pt x="1867" y="182"/>
                        <a:pt x="1504" y="0"/>
                        <a:pt x="11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15"/>
                <p:cNvSpPr/>
                <p:nvPr/>
              </p:nvSpPr>
              <p:spPr>
                <a:xfrm>
                  <a:off x="6013262" y="2430857"/>
                  <a:ext cx="43933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7" h="2195" extrusionOk="0">
                      <a:moveTo>
                        <a:pt x="1115" y="0"/>
                      </a:moveTo>
                      <a:cubicBezTo>
                        <a:pt x="910" y="0"/>
                        <a:pt x="703" y="58"/>
                        <a:pt x="514" y="178"/>
                      </a:cubicBezTo>
                      <a:cubicBezTo>
                        <a:pt x="1" y="507"/>
                        <a:pt x="248" y="938"/>
                        <a:pt x="577" y="1473"/>
                      </a:cubicBezTo>
                      <a:cubicBezTo>
                        <a:pt x="836" y="1873"/>
                        <a:pt x="1058" y="2195"/>
                        <a:pt x="1372" y="2195"/>
                      </a:cubicBezTo>
                      <a:cubicBezTo>
                        <a:pt x="1381" y="2195"/>
                        <a:pt x="1390" y="2195"/>
                        <a:pt x="1400" y="2194"/>
                      </a:cubicBezTo>
                      <a:cubicBezTo>
                        <a:pt x="700" y="1659"/>
                        <a:pt x="536" y="1371"/>
                        <a:pt x="2037" y="486"/>
                      </a:cubicBezTo>
                      <a:cubicBezTo>
                        <a:pt x="1815" y="173"/>
                        <a:pt x="1469" y="0"/>
                        <a:pt x="111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15"/>
                <p:cNvSpPr/>
                <p:nvPr/>
              </p:nvSpPr>
              <p:spPr>
                <a:xfrm>
                  <a:off x="6367336" y="2257670"/>
                  <a:ext cx="54566" cy="49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304" extrusionOk="0">
                      <a:moveTo>
                        <a:pt x="1186" y="1"/>
                      </a:moveTo>
                      <a:cubicBezTo>
                        <a:pt x="971" y="1"/>
                        <a:pt x="753" y="60"/>
                        <a:pt x="555" y="185"/>
                      </a:cubicBezTo>
                      <a:cubicBezTo>
                        <a:pt x="0" y="534"/>
                        <a:pt x="267" y="986"/>
                        <a:pt x="618" y="1543"/>
                      </a:cubicBezTo>
                      <a:cubicBezTo>
                        <a:pt x="881" y="1946"/>
                        <a:pt x="1122" y="2303"/>
                        <a:pt x="1454" y="2303"/>
                      </a:cubicBezTo>
                      <a:cubicBezTo>
                        <a:pt x="1562" y="2303"/>
                        <a:pt x="1680" y="2265"/>
                        <a:pt x="1811" y="2180"/>
                      </a:cubicBezTo>
                      <a:cubicBezTo>
                        <a:pt x="2365" y="1831"/>
                        <a:pt x="2530" y="1090"/>
                        <a:pt x="2181" y="555"/>
                      </a:cubicBezTo>
                      <a:cubicBezTo>
                        <a:pt x="1955" y="197"/>
                        <a:pt x="1576" y="1"/>
                        <a:pt x="118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15"/>
                <p:cNvSpPr/>
                <p:nvPr/>
              </p:nvSpPr>
              <p:spPr>
                <a:xfrm>
                  <a:off x="6364208" y="2254974"/>
                  <a:ext cx="52387" cy="47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206" extrusionOk="0">
                      <a:moveTo>
                        <a:pt x="1140" y="0"/>
                      </a:moveTo>
                      <a:cubicBezTo>
                        <a:pt x="932" y="0"/>
                        <a:pt x="721" y="60"/>
                        <a:pt x="535" y="186"/>
                      </a:cubicBezTo>
                      <a:cubicBezTo>
                        <a:pt x="1" y="516"/>
                        <a:pt x="269" y="947"/>
                        <a:pt x="598" y="1482"/>
                      </a:cubicBezTo>
                      <a:cubicBezTo>
                        <a:pt x="844" y="1867"/>
                        <a:pt x="1067" y="2205"/>
                        <a:pt x="1388" y="2205"/>
                      </a:cubicBezTo>
                      <a:cubicBezTo>
                        <a:pt x="1496" y="2205"/>
                        <a:pt x="1615" y="2167"/>
                        <a:pt x="1750" y="2079"/>
                      </a:cubicBezTo>
                      <a:cubicBezTo>
                        <a:pt x="2264" y="1750"/>
                        <a:pt x="2428" y="1050"/>
                        <a:pt x="2099" y="516"/>
                      </a:cubicBezTo>
                      <a:cubicBezTo>
                        <a:pt x="1876" y="186"/>
                        <a:pt x="1510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15"/>
                <p:cNvSpPr/>
                <p:nvPr/>
              </p:nvSpPr>
              <p:spPr>
                <a:xfrm>
                  <a:off x="6364208" y="2255147"/>
                  <a:ext cx="44386" cy="47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196" extrusionOk="0">
                      <a:moveTo>
                        <a:pt x="1136" y="1"/>
                      </a:moveTo>
                      <a:cubicBezTo>
                        <a:pt x="931" y="1"/>
                        <a:pt x="724" y="58"/>
                        <a:pt x="535" y="178"/>
                      </a:cubicBezTo>
                      <a:cubicBezTo>
                        <a:pt x="1" y="508"/>
                        <a:pt x="269" y="939"/>
                        <a:pt x="598" y="1474"/>
                      </a:cubicBezTo>
                      <a:cubicBezTo>
                        <a:pt x="857" y="1855"/>
                        <a:pt x="1079" y="2195"/>
                        <a:pt x="1394" y="2195"/>
                      </a:cubicBezTo>
                      <a:cubicBezTo>
                        <a:pt x="1403" y="2195"/>
                        <a:pt x="1412" y="2195"/>
                        <a:pt x="1421" y="2194"/>
                      </a:cubicBezTo>
                      <a:cubicBezTo>
                        <a:pt x="721" y="1660"/>
                        <a:pt x="557" y="1350"/>
                        <a:pt x="2058" y="486"/>
                      </a:cubicBezTo>
                      <a:cubicBezTo>
                        <a:pt x="1837" y="173"/>
                        <a:pt x="1491" y="1"/>
                        <a:pt x="113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15"/>
                <p:cNvSpPr/>
                <p:nvPr/>
              </p:nvSpPr>
              <p:spPr>
                <a:xfrm>
                  <a:off x="5772332" y="2563778"/>
                  <a:ext cx="55040" cy="49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2" h="2300" extrusionOk="0">
                      <a:moveTo>
                        <a:pt x="1217" y="1"/>
                      </a:moveTo>
                      <a:cubicBezTo>
                        <a:pt x="989" y="1"/>
                        <a:pt x="758" y="67"/>
                        <a:pt x="557" y="206"/>
                      </a:cubicBezTo>
                      <a:cubicBezTo>
                        <a:pt x="0" y="557"/>
                        <a:pt x="288" y="1010"/>
                        <a:pt x="659" y="1544"/>
                      </a:cubicBezTo>
                      <a:cubicBezTo>
                        <a:pt x="918" y="1955"/>
                        <a:pt x="1155" y="2300"/>
                        <a:pt x="1486" y="2300"/>
                      </a:cubicBezTo>
                      <a:cubicBezTo>
                        <a:pt x="1602" y="2300"/>
                        <a:pt x="1729" y="2257"/>
                        <a:pt x="1873" y="2162"/>
                      </a:cubicBezTo>
                      <a:cubicBezTo>
                        <a:pt x="2408" y="1791"/>
                        <a:pt x="2551" y="1070"/>
                        <a:pt x="2181" y="516"/>
                      </a:cubicBezTo>
                      <a:cubicBezTo>
                        <a:pt x="1963" y="182"/>
                        <a:pt x="1594" y="1"/>
                        <a:pt x="12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44;p15"/>
                <p:cNvSpPr/>
                <p:nvPr/>
              </p:nvSpPr>
              <p:spPr>
                <a:xfrm>
                  <a:off x="5769247" y="2561427"/>
                  <a:ext cx="52797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" h="2195" extrusionOk="0">
                      <a:moveTo>
                        <a:pt x="1157" y="1"/>
                      </a:moveTo>
                      <a:cubicBezTo>
                        <a:pt x="942" y="1"/>
                        <a:pt x="726" y="62"/>
                        <a:pt x="535" y="192"/>
                      </a:cubicBezTo>
                      <a:cubicBezTo>
                        <a:pt x="0" y="543"/>
                        <a:pt x="288" y="954"/>
                        <a:pt x="617" y="1489"/>
                      </a:cubicBezTo>
                      <a:cubicBezTo>
                        <a:pt x="876" y="1870"/>
                        <a:pt x="1113" y="2194"/>
                        <a:pt x="1428" y="2194"/>
                      </a:cubicBezTo>
                      <a:cubicBezTo>
                        <a:pt x="1537" y="2194"/>
                        <a:pt x="1656" y="2155"/>
                        <a:pt x="1789" y="2065"/>
                      </a:cubicBezTo>
                      <a:cubicBezTo>
                        <a:pt x="2304" y="1714"/>
                        <a:pt x="2447" y="1015"/>
                        <a:pt x="2098" y="501"/>
                      </a:cubicBezTo>
                      <a:cubicBezTo>
                        <a:pt x="1878" y="178"/>
                        <a:pt x="1520" y="1"/>
                        <a:pt x="11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45;p15"/>
                <p:cNvSpPr/>
                <p:nvPr/>
              </p:nvSpPr>
              <p:spPr>
                <a:xfrm>
                  <a:off x="5769247" y="2561384"/>
                  <a:ext cx="44386" cy="472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8" h="2192" extrusionOk="0">
                      <a:moveTo>
                        <a:pt x="1146" y="1"/>
                      </a:moveTo>
                      <a:cubicBezTo>
                        <a:pt x="934" y="1"/>
                        <a:pt x="722" y="62"/>
                        <a:pt x="535" y="194"/>
                      </a:cubicBezTo>
                      <a:cubicBezTo>
                        <a:pt x="0" y="545"/>
                        <a:pt x="288" y="956"/>
                        <a:pt x="617" y="1491"/>
                      </a:cubicBezTo>
                      <a:cubicBezTo>
                        <a:pt x="876" y="1870"/>
                        <a:pt x="1117" y="2191"/>
                        <a:pt x="1432" y="2191"/>
                      </a:cubicBezTo>
                      <a:cubicBezTo>
                        <a:pt x="1441" y="2191"/>
                        <a:pt x="1450" y="2191"/>
                        <a:pt x="1460" y="2190"/>
                      </a:cubicBezTo>
                      <a:cubicBezTo>
                        <a:pt x="741" y="1675"/>
                        <a:pt x="576" y="1367"/>
                        <a:pt x="2057" y="462"/>
                      </a:cubicBezTo>
                      <a:cubicBezTo>
                        <a:pt x="1839" y="167"/>
                        <a:pt x="1494" y="1"/>
                        <a:pt x="114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15"/>
                <p:cNvSpPr/>
                <p:nvPr/>
              </p:nvSpPr>
              <p:spPr>
                <a:xfrm>
                  <a:off x="5660979" y="2623132"/>
                  <a:ext cx="54566" cy="49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293" extrusionOk="0">
                      <a:moveTo>
                        <a:pt x="1180" y="0"/>
                      </a:moveTo>
                      <a:cubicBezTo>
                        <a:pt x="957" y="0"/>
                        <a:pt x="732" y="62"/>
                        <a:pt x="535" y="191"/>
                      </a:cubicBezTo>
                      <a:cubicBezTo>
                        <a:pt x="0" y="562"/>
                        <a:pt x="267" y="1014"/>
                        <a:pt x="637" y="1549"/>
                      </a:cubicBezTo>
                      <a:cubicBezTo>
                        <a:pt x="900" y="1950"/>
                        <a:pt x="1139" y="2292"/>
                        <a:pt x="1476" y="2292"/>
                      </a:cubicBezTo>
                      <a:cubicBezTo>
                        <a:pt x="1588" y="2292"/>
                        <a:pt x="1712" y="2254"/>
                        <a:pt x="1852" y="2166"/>
                      </a:cubicBezTo>
                      <a:cubicBezTo>
                        <a:pt x="2387" y="1796"/>
                        <a:pt x="2530" y="1055"/>
                        <a:pt x="2160" y="520"/>
                      </a:cubicBezTo>
                      <a:cubicBezTo>
                        <a:pt x="1939" y="183"/>
                        <a:pt x="1563" y="0"/>
                        <a:pt x="118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47;p15"/>
                <p:cNvSpPr/>
                <p:nvPr/>
              </p:nvSpPr>
              <p:spPr>
                <a:xfrm>
                  <a:off x="5657851" y="2620436"/>
                  <a:ext cx="52387" cy="47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204" extrusionOk="0">
                      <a:moveTo>
                        <a:pt x="1138" y="1"/>
                      </a:moveTo>
                      <a:cubicBezTo>
                        <a:pt x="923" y="1"/>
                        <a:pt x="706" y="63"/>
                        <a:pt x="516" y="193"/>
                      </a:cubicBezTo>
                      <a:cubicBezTo>
                        <a:pt x="1" y="542"/>
                        <a:pt x="269" y="975"/>
                        <a:pt x="598" y="1488"/>
                      </a:cubicBezTo>
                      <a:cubicBezTo>
                        <a:pt x="860" y="1875"/>
                        <a:pt x="1100" y="2203"/>
                        <a:pt x="1421" y="2203"/>
                      </a:cubicBezTo>
                      <a:cubicBezTo>
                        <a:pt x="1527" y="2203"/>
                        <a:pt x="1642" y="2167"/>
                        <a:pt x="1770" y="2086"/>
                      </a:cubicBezTo>
                      <a:cubicBezTo>
                        <a:pt x="2285" y="1735"/>
                        <a:pt x="2428" y="1036"/>
                        <a:pt x="2079" y="501"/>
                      </a:cubicBezTo>
                      <a:cubicBezTo>
                        <a:pt x="1859" y="178"/>
                        <a:pt x="1501" y="1"/>
                        <a:pt x="113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48;p15"/>
                <p:cNvSpPr/>
                <p:nvPr/>
              </p:nvSpPr>
              <p:spPr>
                <a:xfrm>
                  <a:off x="5657851" y="2620608"/>
                  <a:ext cx="43976" cy="47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9" h="2184" extrusionOk="0">
                      <a:moveTo>
                        <a:pt x="1131" y="0"/>
                      </a:moveTo>
                      <a:cubicBezTo>
                        <a:pt x="918" y="0"/>
                        <a:pt x="703" y="60"/>
                        <a:pt x="516" y="185"/>
                      </a:cubicBezTo>
                      <a:cubicBezTo>
                        <a:pt x="1" y="534"/>
                        <a:pt x="269" y="967"/>
                        <a:pt x="598" y="1480"/>
                      </a:cubicBezTo>
                      <a:cubicBezTo>
                        <a:pt x="870" y="1868"/>
                        <a:pt x="1086" y="2183"/>
                        <a:pt x="1386" y="2183"/>
                      </a:cubicBezTo>
                      <a:cubicBezTo>
                        <a:pt x="1404" y="2183"/>
                        <a:pt x="1422" y="2182"/>
                        <a:pt x="1441" y="2180"/>
                      </a:cubicBezTo>
                      <a:cubicBezTo>
                        <a:pt x="721" y="1686"/>
                        <a:pt x="557" y="1378"/>
                        <a:pt x="2038" y="452"/>
                      </a:cubicBezTo>
                      <a:cubicBezTo>
                        <a:pt x="1821" y="159"/>
                        <a:pt x="1478" y="0"/>
                        <a:pt x="113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49;p15"/>
                <p:cNvSpPr/>
                <p:nvPr/>
              </p:nvSpPr>
              <p:spPr>
                <a:xfrm>
                  <a:off x="5533191" y="2692795"/>
                  <a:ext cx="55040" cy="49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2" h="2292" extrusionOk="0">
                      <a:moveTo>
                        <a:pt x="1190" y="0"/>
                      </a:moveTo>
                      <a:cubicBezTo>
                        <a:pt x="967" y="0"/>
                        <a:pt x="740" y="62"/>
                        <a:pt x="536" y="190"/>
                      </a:cubicBezTo>
                      <a:cubicBezTo>
                        <a:pt x="1" y="561"/>
                        <a:pt x="289" y="1013"/>
                        <a:pt x="638" y="1548"/>
                      </a:cubicBezTo>
                      <a:cubicBezTo>
                        <a:pt x="915" y="1949"/>
                        <a:pt x="1158" y="2292"/>
                        <a:pt x="1487" y="2292"/>
                      </a:cubicBezTo>
                      <a:cubicBezTo>
                        <a:pt x="1598" y="2292"/>
                        <a:pt x="1718" y="2253"/>
                        <a:pt x="1852" y="2165"/>
                      </a:cubicBezTo>
                      <a:cubicBezTo>
                        <a:pt x="2407" y="1795"/>
                        <a:pt x="2552" y="1054"/>
                        <a:pt x="2181" y="520"/>
                      </a:cubicBezTo>
                      <a:cubicBezTo>
                        <a:pt x="1947" y="182"/>
                        <a:pt x="1574" y="0"/>
                        <a:pt x="119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50;p15"/>
                <p:cNvSpPr/>
                <p:nvPr/>
              </p:nvSpPr>
              <p:spPr>
                <a:xfrm>
                  <a:off x="5530064" y="2690099"/>
                  <a:ext cx="52387" cy="4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195" extrusionOk="0">
                      <a:moveTo>
                        <a:pt x="1154" y="1"/>
                      </a:moveTo>
                      <a:cubicBezTo>
                        <a:pt x="936" y="1"/>
                        <a:pt x="715" y="62"/>
                        <a:pt x="516" y="192"/>
                      </a:cubicBezTo>
                      <a:cubicBezTo>
                        <a:pt x="1" y="542"/>
                        <a:pt x="269" y="974"/>
                        <a:pt x="618" y="1489"/>
                      </a:cubicBezTo>
                      <a:cubicBezTo>
                        <a:pt x="878" y="1870"/>
                        <a:pt x="1104" y="2194"/>
                        <a:pt x="1412" y="2194"/>
                      </a:cubicBezTo>
                      <a:cubicBezTo>
                        <a:pt x="1520" y="2194"/>
                        <a:pt x="1637" y="2155"/>
                        <a:pt x="1770" y="2065"/>
                      </a:cubicBezTo>
                      <a:cubicBezTo>
                        <a:pt x="2305" y="1714"/>
                        <a:pt x="2428" y="1015"/>
                        <a:pt x="2099" y="501"/>
                      </a:cubicBezTo>
                      <a:cubicBezTo>
                        <a:pt x="1880" y="177"/>
                        <a:pt x="1522" y="1"/>
                        <a:pt x="115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51;p15"/>
                <p:cNvSpPr/>
                <p:nvPr/>
              </p:nvSpPr>
              <p:spPr>
                <a:xfrm>
                  <a:off x="5530064" y="2690250"/>
                  <a:ext cx="44407" cy="47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" h="2183" extrusionOk="0">
                      <a:moveTo>
                        <a:pt x="1140" y="0"/>
                      </a:moveTo>
                      <a:cubicBezTo>
                        <a:pt x="927" y="0"/>
                        <a:pt x="711" y="60"/>
                        <a:pt x="516" y="185"/>
                      </a:cubicBezTo>
                      <a:cubicBezTo>
                        <a:pt x="1" y="535"/>
                        <a:pt x="269" y="967"/>
                        <a:pt x="618" y="1482"/>
                      </a:cubicBezTo>
                      <a:cubicBezTo>
                        <a:pt x="878" y="1881"/>
                        <a:pt x="1118" y="2182"/>
                        <a:pt x="1432" y="2182"/>
                      </a:cubicBezTo>
                      <a:cubicBezTo>
                        <a:pt x="1442" y="2182"/>
                        <a:pt x="1452" y="2182"/>
                        <a:pt x="1462" y="2181"/>
                      </a:cubicBezTo>
                      <a:cubicBezTo>
                        <a:pt x="741" y="1666"/>
                        <a:pt x="577" y="1378"/>
                        <a:pt x="2058" y="453"/>
                      </a:cubicBezTo>
                      <a:cubicBezTo>
                        <a:pt x="1828" y="159"/>
                        <a:pt x="1488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152;p15"/>
                <p:cNvSpPr/>
                <p:nvPr/>
              </p:nvSpPr>
              <p:spPr>
                <a:xfrm>
                  <a:off x="5880169" y="2508220"/>
                  <a:ext cx="54566" cy="49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0" h="2292" extrusionOk="0">
                      <a:moveTo>
                        <a:pt x="1181" y="0"/>
                      </a:moveTo>
                      <a:cubicBezTo>
                        <a:pt x="957" y="0"/>
                        <a:pt x="732" y="62"/>
                        <a:pt x="535" y="190"/>
                      </a:cubicBezTo>
                      <a:cubicBezTo>
                        <a:pt x="0" y="561"/>
                        <a:pt x="267" y="1013"/>
                        <a:pt x="637" y="1548"/>
                      </a:cubicBezTo>
                      <a:cubicBezTo>
                        <a:pt x="914" y="1949"/>
                        <a:pt x="1157" y="2292"/>
                        <a:pt x="1487" y="2292"/>
                      </a:cubicBezTo>
                      <a:cubicBezTo>
                        <a:pt x="1597" y="2292"/>
                        <a:pt x="1717" y="2253"/>
                        <a:pt x="1852" y="2165"/>
                      </a:cubicBezTo>
                      <a:cubicBezTo>
                        <a:pt x="2387" y="1795"/>
                        <a:pt x="2530" y="1054"/>
                        <a:pt x="2181" y="519"/>
                      </a:cubicBezTo>
                      <a:cubicBezTo>
                        <a:pt x="1947" y="182"/>
                        <a:pt x="1565" y="0"/>
                        <a:pt x="11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15"/>
                <p:cNvSpPr/>
                <p:nvPr/>
              </p:nvSpPr>
              <p:spPr>
                <a:xfrm>
                  <a:off x="5877042" y="2505718"/>
                  <a:ext cx="52366" cy="473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194" extrusionOk="0">
                      <a:moveTo>
                        <a:pt x="1140" y="0"/>
                      </a:moveTo>
                      <a:cubicBezTo>
                        <a:pt x="924" y="0"/>
                        <a:pt x="707" y="60"/>
                        <a:pt x="515" y="183"/>
                      </a:cubicBezTo>
                      <a:cubicBezTo>
                        <a:pt x="0" y="533"/>
                        <a:pt x="269" y="965"/>
                        <a:pt x="617" y="1480"/>
                      </a:cubicBezTo>
                      <a:cubicBezTo>
                        <a:pt x="881" y="1865"/>
                        <a:pt x="1109" y="2193"/>
                        <a:pt x="1424" y="2193"/>
                      </a:cubicBezTo>
                      <a:cubicBezTo>
                        <a:pt x="1528" y="2193"/>
                        <a:pt x="1642" y="2157"/>
                        <a:pt x="1770" y="2076"/>
                      </a:cubicBezTo>
                      <a:cubicBezTo>
                        <a:pt x="2285" y="1727"/>
                        <a:pt x="2428" y="1027"/>
                        <a:pt x="2079" y="492"/>
                      </a:cubicBezTo>
                      <a:cubicBezTo>
                        <a:pt x="1859" y="169"/>
                        <a:pt x="1502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4;p15"/>
                <p:cNvSpPr/>
                <p:nvPr/>
              </p:nvSpPr>
              <p:spPr>
                <a:xfrm>
                  <a:off x="5877042" y="2505697"/>
                  <a:ext cx="43955" cy="47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" h="2184" extrusionOk="0">
                      <a:moveTo>
                        <a:pt x="1124" y="0"/>
                      </a:moveTo>
                      <a:cubicBezTo>
                        <a:pt x="913" y="0"/>
                        <a:pt x="701" y="60"/>
                        <a:pt x="515" y="184"/>
                      </a:cubicBezTo>
                      <a:cubicBezTo>
                        <a:pt x="0" y="534"/>
                        <a:pt x="269" y="966"/>
                        <a:pt x="617" y="1481"/>
                      </a:cubicBezTo>
                      <a:cubicBezTo>
                        <a:pt x="870" y="1869"/>
                        <a:pt x="1085" y="2184"/>
                        <a:pt x="1403" y="2184"/>
                      </a:cubicBezTo>
                      <a:cubicBezTo>
                        <a:pt x="1422" y="2184"/>
                        <a:pt x="1442" y="2183"/>
                        <a:pt x="1462" y="2180"/>
                      </a:cubicBezTo>
                      <a:cubicBezTo>
                        <a:pt x="741" y="1686"/>
                        <a:pt x="557" y="1377"/>
                        <a:pt x="2038" y="472"/>
                      </a:cubicBezTo>
                      <a:cubicBezTo>
                        <a:pt x="1819" y="164"/>
                        <a:pt x="1473" y="0"/>
                        <a:pt x="112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55;p15"/>
                <p:cNvSpPr/>
                <p:nvPr/>
              </p:nvSpPr>
              <p:spPr>
                <a:xfrm>
                  <a:off x="7394035" y="1958486"/>
                  <a:ext cx="52797" cy="5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8" h="2327" extrusionOk="0">
                      <a:moveTo>
                        <a:pt x="1100" y="1"/>
                      </a:moveTo>
                      <a:cubicBezTo>
                        <a:pt x="931" y="1"/>
                        <a:pt x="760" y="35"/>
                        <a:pt x="596" y="109"/>
                      </a:cubicBezTo>
                      <a:cubicBezTo>
                        <a:pt x="1" y="397"/>
                        <a:pt x="226" y="869"/>
                        <a:pt x="514" y="1467"/>
                      </a:cubicBezTo>
                      <a:cubicBezTo>
                        <a:pt x="728" y="1942"/>
                        <a:pt x="929" y="2327"/>
                        <a:pt x="1304" y="2327"/>
                      </a:cubicBezTo>
                      <a:cubicBezTo>
                        <a:pt x="1399" y="2327"/>
                        <a:pt x="1505" y="2302"/>
                        <a:pt x="1625" y="2248"/>
                      </a:cubicBezTo>
                      <a:cubicBezTo>
                        <a:pt x="2201" y="1960"/>
                        <a:pt x="2448" y="1261"/>
                        <a:pt x="2181" y="663"/>
                      </a:cubicBezTo>
                      <a:cubicBezTo>
                        <a:pt x="1972" y="245"/>
                        <a:pt x="1546" y="1"/>
                        <a:pt x="110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15"/>
                <p:cNvSpPr/>
                <p:nvPr/>
              </p:nvSpPr>
              <p:spPr>
                <a:xfrm>
                  <a:off x="7396235" y="1965064"/>
                  <a:ext cx="50597" cy="48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" h="2228" extrusionOk="0">
                      <a:moveTo>
                        <a:pt x="1054" y="0"/>
                      </a:moveTo>
                      <a:cubicBezTo>
                        <a:pt x="889" y="0"/>
                        <a:pt x="720" y="36"/>
                        <a:pt x="557" y="112"/>
                      </a:cubicBezTo>
                      <a:cubicBezTo>
                        <a:pt x="1" y="380"/>
                        <a:pt x="206" y="832"/>
                        <a:pt x="475" y="1408"/>
                      </a:cubicBezTo>
                      <a:cubicBezTo>
                        <a:pt x="687" y="1851"/>
                        <a:pt x="875" y="2228"/>
                        <a:pt x="1233" y="2228"/>
                      </a:cubicBezTo>
                      <a:cubicBezTo>
                        <a:pt x="1325" y="2228"/>
                        <a:pt x="1427" y="2203"/>
                        <a:pt x="1544" y="2149"/>
                      </a:cubicBezTo>
                      <a:cubicBezTo>
                        <a:pt x="2099" y="1881"/>
                        <a:pt x="2346" y="1203"/>
                        <a:pt x="2058" y="646"/>
                      </a:cubicBezTo>
                      <a:cubicBezTo>
                        <a:pt x="1867" y="233"/>
                        <a:pt x="1473" y="0"/>
                        <a:pt x="105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57;p15"/>
                <p:cNvSpPr/>
                <p:nvPr/>
              </p:nvSpPr>
              <p:spPr>
                <a:xfrm>
                  <a:off x="7398478" y="1971901"/>
                  <a:ext cx="47470" cy="41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1" h="1911" extrusionOk="0">
                      <a:moveTo>
                        <a:pt x="185" y="0"/>
                      </a:moveTo>
                      <a:lnTo>
                        <a:pt x="185" y="0"/>
                      </a:lnTo>
                      <a:cubicBezTo>
                        <a:pt x="0" y="269"/>
                        <a:pt x="165" y="659"/>
                        <a:pt x="371" y="1091"/>
                      </a:cubicBezTo>
                      <a:cubicBezTo>
                        <a:pt x="583" y="1534"/>
                        <a:pt x="771" y="1911"/>
                        <a:pt x="1129" y="1911"/>
                      </a:cubicBezTo>
                      <a:cubicBezTo>
                        <a:pt x="1221" y="1911"/>
                        <a:pt x="1323" y="1886"/>
                        <a:pt x="1440" y="1832"/>
                      </a:cubicBezTo>
                      <a:cubicBezTo>
                        <a:pt x="1975" y="1564"/>
                        <a:pt x="2201" y="927"/>
                        <a:pt x="1975" y="371"/>
                      </a:cubicBezTo>
                      <a:lnTo>
                        <a:pt x="1975" y="371"/>
                      </a:lnTo>
                      <a:cubicBezTo>
                        <a:pt x="1352" y="703"/>
                        <a:pt x="953" y="851"/>
                        <a:pt x="694" y="851"/>
                      </a:cubicBezTo>
                      <a:cubicBezTo>
                        <a:pt x="312" y="851"/>
                        <a:pt x="234" y="528"/>
                        <a:pt x="1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58;p15"/>
                <p:cNvSpPr/>
                <p:nvPr/>
              </p:nvSpPr>
              <p:spPr>
                <a:xfrm>
                  <a:off x="7286198" y="2024590"/>
                  <a:ext cx="52840" cy="5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0" h="2327" extrusionOk="0">
                      <a:moveTo>
                        <a:pt x="1090" y="1"/>
                      </a:moveTo>
                      <a:cubicBezTo>
                        <a:pt x="923" y="1"/>
                        <a:pt x="755" y="36"/>
                        <a:pt x="598" y="108"/>
                      </a:cubicBezTo>
                      <a:cubicBezTo>
                        <a:pt x="1" y="396"/>
                        <a:pt x="228" y="870"/>
                        <a:pt x="494" y="1466"/>
                      </a:cubicBezTo>
                      <a:cubicBezTo>
                        <a:pt x="724" y="1943"/>
                        <a:pt x="928" y="2327"/>
                        <a:pt x="1293" y="2327"/>
                      </a:cubicBezTo>
                      <a:cubicBezTo>
                        <a:pt x="1386" y="2327"/>
                        <a:pt x="1489" y="2302"/>
                        <a:pt x="1605" y="2248"/>
                      </a:cubicBezTo>
                      <a:cubicBezTo>
                        <a:pt x="2203" y="1960"/>
                        <a:pt x="2450" y="1260"/>
                        <a:pt x="2162" y="665"/>
                      </a:cubicBezTo>
                      <a:cubicBezTo>
                        <a:pt x="1967" y="246"/>
                        <a:pt x="1533" y="1"/>
                        <a:pt x="109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15"/>
                <p:cNvSpPr/>
                <p:nvPr/>
              </p:nvSpPr>
              <p:spPr>
                <a:xfrm>
                  <a:off x="7288441" y="2031169"/>
                  <a:ext cx="50144" cy="48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28" extrusionOk="0">
                      <a:moveTo>
                        <a:pt x="1044" y="1"/>
                      </a:moveTo>
                      <a:cubicBezTo>
                        <a:pt x="879" y="1"/>
                        <a:pt x="712" y="37"/>
                        <a:pt x="555" y="113"/>
                      </a:cubicBezTo>
                      <a:cubicBezTo>
                        <a:pt x="0" y="379"/>
                        <a:pt x="206" y="832"/>
                        <a:pt x="473" y="1408"/>
                      </a:cubicBezTo>
                      <a:cubicBezTo>
                        <a:pt x="686" y="1851"/>
                        <a:pt x="873" y="2228"/>
                        <a:pt x="1231" y="2228"/>
                      </a:cubicBezTo>
                      <a:cubicBezTo>
                        <a:pt x="1322" y="2228"/>
                        <a:pt x="1425" y="2203"/>
                        <a:pt x="1543" y="2149"/>
                      </a:cubicBezTo>
                      <a:cubicBezTo>
                        <a:pt x="2099" y="1882"/>
                        <a:pt x="2324" y="1202"/>
                        <a:pt x="2058" y="648"/>
                      </a:cubicBezTo>
                      <a:cubicBezTo>
                        <a:pt x="1865" y="234"/>
                        <a:pt x="1462" y="1"/>
                        <a:pt x="104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160;p15"/>
                <p:cNvSpPr/>
                <p:nvPr/>
              </p:nvSpPr>
              <p:spPr>
                <a:xfrm>
                  <a:off x="7290640" y="2038027"/>
                  <a:ext cx="47513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3" h="1910" extrusionOk="0">
                      <a:moveTo>
                        <a:pt x="186" y="0"/>
                      </a:moveTo>
                      <a:cubicBezTo>
                        <a:pt x="0" y="267"/>
                        <a:pt x="165" y="659"/>
                        <a:pt x="371" y="1090"/>
                      </a:cubicBezTo>
                      <a:cubicBezTo>
                        <a:pt x="584" y="1533"/>
                        <a:pt x="771" y="1910"/>
                        <a:pt x="1129" y="1910"/>
                      </a:cubicBezTo>
                      <a:cubicBezTo>
                        <a:pt x="1220" y="1910"/>
                        <a:pt x="1323" y="1885"/>
                        <a:pt x="1441" y="1831"/>
                      </a:cubicBezTo>
                      <a:cubicBezTo>
                        <a:pt x="1975" y="1564"/>
                        <a:pt x="2203" y="925"/>
                        <a:pt x="1975" y="371"/>
                      </a:cubicBezTo>
                      <a:lnTo>
                        <a:pt x="1975" y="371"/>
                      </a:lnTo>
                      <a:cubicBezTo>
                        <a:pt x="1353" y="703"/>
                        <a:pt x="955" y="850"/>
                        <a:pt x="696" y="850"/>
                      </a:cubicBezTo>
                      <a:cubicBezTo>
                        <a:pt x="314" y="850"/>
                        <a:pt x="236" y="528"/>
                        <a:pt x="1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161;p15"/>
                <p:cNvSpPr/>
                <p:nvPr/>
              </p:nvSpPr>
              <p:spPr>
                <a:xfrm>
                  <a:off x="7161537" y="2098869"/>
                  <a:ext cx="52819" cy="50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9" h="2337" extrusionOk="0">
                      <a:moveTo>
                        <a:pt x="1107" y="0"/>
                      </a:moveTo>
                      <a:cubicBezTo>
                        <a:pt x="934" y="0"/>
                        <a:pt x="760" y="39"/>
                        <a:pt x="597" y="120"/>
                      </a:cubicBezTo>
                      <a:cubicBezTo>
                        <a:pt x="1" y="408"/>
                        <a:pt x="226" y="882"/>
                        <a:pt x="494" y="1478"/>
                      </a:cubicBezTo>
                      <a:cubicBezTo>
                        <a:pt x="726" y="1940"/>
                        <a:pt x="930" y="2337"/>
                        <a:pt x="1300" y="2337"/>
                      </a:cubicBezTo>
                      <a:cubicBezTo>
                        <a:pt x="1391" y="2337"/>
                        <a:pt x="1492" y="2313"/>
                        <a:pt x="1605" y="2260"/>
                      </a:cubicBezTo>
                      <a:cubicBezTo>
                        <a:pt x="2201" y="1972"/>
                        <a:pt x="2448" y="1272"/>
                        <a:pt x="2160" y="677"/>
                      </a:cubicBezTo>
                      <a:cubicBezTo>
                        <a:pt x="1969" y="248"/>
                        <a:pt x="1544" y="0"/>
                        <a:pt x="11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162;p15"/>
                <p:cNvSpPr/>
                <p:nvPr/>
              </p:nvSpPr>
              <p:spPr>
                <a:xfrm>
                  <a:off x="7163737" y="2105512"/>
                  <a:ext cx="50188" cy="48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7" h="2237" extrusionOk="0">
                      <a:moveTo>
                        <a:pt x="1052" y="1"/>
                      </a:moveTo>
                      <a:cubicBezTo>
                        <a:pt x="885" y="1"/>
                        <a:pt x="716" y="39"/>
                        <a:pt x="557" y="122"/>
                      </a:cubicBezTo>
                      <a:cubicBezTo>
                        <a:pt x="1" y="388"/>
                        <a:pt x="207" y="841"/>
                        <a:pt x="475" y="1397"/>
                      </a:cubicBezTo>
                      <a:cubicBezTo>
                        <a:pt x="687" y="1856"/>
                        <a:pt x="875" y="2237"/>
                        <a:pt x="1223" y="2237"/>
                      </a:cubicBezTo>
                      <a:cubicBezTo>
                        <a:pt x="1311" y="2237"/>
                        <a:pt x="1410" y="2212"/>
                        <a:pt x="1523" y="2158"/>
                      </a:cubicBezTo>
                      <a:cubicBezTo>
                        <a:pt x="2099" y="1870"/>
                        <a:pt x="2326" y="1211"/>
                        <a:pt x="2058" y="635"/>
                      </a:cubicBezTo>
                      <a:cubicBezTo>
                        <a:pt x="1868" y="240"/>
                        <a:pt x="1467" y="1"/>
                        <a:pt x="105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163;p15"/>
                <p:cNvSpPr/>
                <p:nvPr/>
              </p:nvSpPr>
              <p:spPr>
                <a:xfrm>
                  <a:off x="7165980" y="2112564"/>
                  <a:ext cx="47470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1" h="1910" extrusionOk="0">
                      <a:moveTo>
                        <a:pt x="185" y="1"/>
                      </a:moveTo>
                      <a:cubicBezTo>
                        <a:pt x="0" y="267"/>
                        <a:pt x="165" y="637"/>
                        <a:pt x="371" y="1070"/>
                      </a:cubicBezTo>
                      <a:cubicBezTo>
                        <a:pt x="583" y="1529"/>
                        <a:pt x="771" y="1910"/>
                        <a:pt x="1119" y="1910"/>
                      </a:cubicBezTo>
                      <a:cubicBezTo>
                        <a:pt x="1207" y="1910"/>
                        <a:pt x="1306" y="1885"/>
                        <a:pt x="1419" y="1831"/>
                      </a:cubicBezTo>
                      <a:cubicBezTo>
                        <a:pt x="1975" y="1564"/>
                        <a:pt x="2201" y="925"/>
                        <a:pt x="1975" y="371"/>
                      </a:cubicBezTo>
                      <a:lnTo>
                        <a:pt x="1975" y="371"/>
                      </a:lnTo>
                      <a:cubicBezTo>
                        <a:pt x="1350" y="695"/>
                        <a:pt x="951" y="841"/>
                        <a:pt x="692" y="841"/>
                      </a:cubicBezTo>
                      <a:cubicBezTo>
                        <a:pt x="312" y="841"/>
                        <a:pt x="234" y="526"/>
                        <a:pt x="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164;p15"/>
                <p:cNvSpPr/>
                <p:nvPr/>
              </p:nvSpPr>
              <p:spPr>
                <a:xfrm>
                  <a:off x="7496977" y="1894150"/>
                  <a:ext cx="52366" cy="50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" h="2327" extrusionOk="0">
                      <a:moveTo>
                        <a:pt x="1077" y="1"/>
                      </a:moveTo>
                      <a:cubicBezTo>
                        <a:pt x="909" y="1"/>
                        <a:pt x="739" y="35"/>
                        <a:pt x="576" y="108"/>
                      </a:cubicBezTo>
                      <a:cubicBezTo>
                        <a:pt x="0" y="396"/>
                        <a:pt x="206" y="870"/>
                        <a:pt x="494" y="1466"/>
                      </a:cubicBezTo>
                      <a:cubicBezTo>
                        <a:pt x="707" y="1942"/>
                        <a:pt x="907" y="2327"/>
                        <a:pt x="1282" y="2327"/>
                      </a:cubicBezTo>
                      <a:cubicBezTo>
                        <a:pt x="1377" y="2327"/>
                        <a:pt x="1484" y="2302"/>
                        <a:pt x="1605" y="2248"/>
                      </a:cubicBezTo>
                      <a:cubicBezTo>
                        <a:pt x="2181" y="1960"/>
                        <a:pt x="2428" y="1260"/>
                        <a:pt x="2160" y="664"/>
                      </a:cubicBezTo>
                      <a:cubicBezTo>
                        <a:pt x="1950" y="246"/>
                        <a:pt x="1523" y="1"/>
                        <a:pt x="107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15"/>
                <p:cNvSpPr/>
                <p:nvPr/>
              </p:nvSpPr>
              <p:spPr>
                <a:xfrm>
                  <a:off x="7498745" y="1900728"/>
                  <a:ext cx="50597" cy="48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" h="2228" extrusionOk="0">
                      <a:moveTo>
                        <a:pt x="1053" y="0"/>
                      </a:moveTo>
                      <a:cubicBezTo>
                        <a:pt x="887" y="0"/>
                        <a:pt x="718" y="37"/>
                        <a:pt x="555" y="112"/>
                      </a:cubicBezTo>
                      <a:cubicBezTo>
                        <a:pt x="1" y="379"/>
                        <a:pt x="206" y="832"/>
                        <a:pt x="473" y="1408"/>
                      </a:cubicBezTo>
                      <a:cubicBezTo>
                        <a:pt x="687" y="1851"/>
                        <a:pt x="873" y="2228"/>
                        <a:pt x="1231" y="2228"/>
                      </a:cubicBezTo>
                      <a:cubicBezTo>
                        <a:pt x="1322" y="2228"/>
                        <a:pt x="1425" y="2203"/>
                        <a:pt x="1543" y="2148"/>
                      </a:cubicBezTo>
                      <a:cubicBezTo>
                        <a:pt x="2099" y="1882"/>
                        <a:pt x="2346" y="1202"/>
                        <a:pt x="2078" y="647"/>
                      </a:cubicBezTo>
                      <a:cubicBezTo>
                        <a:pt x="1871" y="234"/>
                        <a:pt x="1474" y="0"/>
                        <a:pt x="105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166;p15"/>
                <p:cNvSpPr/>
                <p:nvPr/>
              </p:nvSpPr>
              <p:spPr>
                <a:xfrm>
                  <a:off x="7500945" y="1907587"/>
                  <a:ext cx="47513" cy="41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3" h="1910" extrusionOk="0">
                      <a:moveTo>
                        <a:pt x="206" y="0"/>
                      </a:moveTo>
                      <a:lnTo>
                        <a:pt x="206" y="0"/>
                      </a:lnTo>
                      <a:cubicBezTo>
                        <a:pt x="1" y="267"/>
                        <a:pt x="165" y="659"/>
                        <a:pt x="371" y="1090"/>
                      </a:cubicBezTo>
                      <a:cubicBezTo>
                        <a:pt x="585" y="1533"/>
                        <a:pt x="771" y="1910"/>
                        <a:pt x="1129" y="1910"/>
                      </a:cubicBezTo>
                      <a:cubicBezTo>
                        <a:pt x="1220" y="1910"/>
                        <a:pt x="1323" y="1885"/>
                        <a:pt x="1441" y="1830"/>
                      </a:cubicBezTo>
                      <a:cubicBezTo>
                        <a:pt x="1976" y="1564"/>
                        <a:pt x="2203" y="925"/>
                        <a:pt x="1976" y="370"/>
                      </a:cubicBezTo>
                      <a:lnTo>
                        <a:pt x="1976" y="370"/>
                      </a:lnTo>
                      <a:cubicBezTo>
                        <a:pt x="1353" y="703"/>
                        <a:pt x="955" y="850"/>
                        <a:pt x="698" y="850"/>
                      </a:cubicBezTo>
                      <a:cubicBezTo>
                        <a:pt x="317" y="850"/>
                        <a:pt x="244" y="527"/>
                        <a:pt x="2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167;p15"/>
                <p:cNvSpPr/>
                <p:nvPr/>
              </p:nvSpPr>
              <p:spPr>
                <a:xfrm>
                  <a:off x="6922828" y="2236319"/>
                  <a:ext cx="51935" cy="50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8" h="2321" extrusionOk="0">
                      <a:moveTo>
                        <a:pt x="1060" y="1"/>
                      </a:moveTo>
                      <a:cubicBezTo>
                        <a:pt x="898" y="1"/>
                        <a:pt x="734" y="34"/>
                        <a:pt x="577" y="105"/>
                      </a:cubicBezTo>
                      <a:cubicBezTo>
                        <a:pt x="1" y="372"/>
                        <a:pt x="185" y="865"/>
                        <a:pt x="453" y="1441"/>
                      </a:cubicBezTo>
                      <a:cubicBezTo>
                        <a:pt x="668" y="1922"/>
                        <a:pt x="869" y="2321"/>
                        <a:pt x="1239" y="2321"/>
                      </a:cubicBezTo>
                      <a:cubicBezTo>
                        <a:pt x="1329" y="2321"/>
                        <a:pt x="1430" y="2297"/>
                        <a:pt x="1543" y="2245"/>
                      </a:cubicBezTo>
                      <a:cubicBezTo>
                        <a:pt x="2140" y="1976"/>
                        <a:pt x="2407" y="1298"/>
                        <a:pt x="2140" y="701"/>
                      </a:cubicBezTo>
                      <a:cubicBezTo>
                        <a:pt x="1943" y="262"/>
                        <a:pt x="1511" y="1"/>
                        <a:pt x="106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15"/>
                <p:cNvSpPr/>
                <p:nvPr/>
              </p:nvSpPr>
              <p:spPr>
                <a:xfrm>
                  <a:off x="6924618" y="2242724"/>
                  <a:ext cx="49713" cy="48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2242" extrusionOk="0">
                      <a:moveTo>
                        <a:pt x="1015" y="1"/>
                      </a:moveTo>
                      <a:cubicBezTo>
                        <a:pt x="862" y="1"/>
                        <a:pt x="705" y="32"/>
                        <a:pt x="555" y="96"/>
                      </a:cubicBezTo>
                      <a:cubicBezTo>
                        <a:pt x="0" y="363"/>
                        <a:pt x="185" y="837"/>
                        <a:pt x="431" y="1391"/>
                      </a:cubicBezTo>
                      <a:cubicBezTo>
                        <a:pt x="648" y="1857"/>
                        <a:pt x="837" y="2242"/>
                        <a:pt x="1195" y="2242"/>
                      </a:cubicBezTo>
                      <a:cubicBezTo>
                        <a:pt x="1280" y="2242"/>
                        <a:pt x="1375" y="2220"/>
                        <a:pt x="1481" y="2173"/>
                      </a:cubicBezTo>
                      <a:cubicBezTo>
                        <a:pt x="2057" y="1906"/>
                        <a:pt x="2304" y="1248"/>
                        <a:pt x="2057" y="672"/>
                      </a:cubicBezTo>
                      <a:cubicBezTo>
                        <a:pt x="1859" y="247"/>
                        <a:pt x="1448" y="1"/>
                        <a:pt x="10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169;p15"/>
                <p:cNvSpPr/>
                <p:nvPr/>
              </p:nvSpPr>
              <p:spPr>
                <a:xfrm>
                  <a:off x="6926818" y="2249216"/>
                  <a:ext cx="47039" cy="4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1" h="1941" extrusionOk="0">
                      <a:moveTo>
                        <a:pt x="186" y="1"/>
                      </a:moveTo>
                      <a:cubicBezTo>
                        <a:pt x="0" y="267"/>
                        <a:pt x="145" y="659"/>
                        <a:pt x="329" y="1090"/>
                      </a:cubicBezTo>
                      <a:cubicBezTo>
                        <a:pt x="546" y="1556"/>
                        <a:pt x="735" y="1941"/>
                        <a:pt x="1093" y="1941"/>
                      </a:cubicBezTo>
                      <a:cubicBezTo>
                        <a:pt x="1178" y="1941"/>
                        <a:pt x="1273" y="1919"/>
                        <a:pt x="1379" y="1872"/>
                      </a:cubicBezTo>
                      <a:cubicBezTo>
                        <a:pt x="1934" y="1625"/>
                        <a:pt x="2181" y="988"/>
                        <a:pt x="1955" y="432"/>
                      </a:cubicBezTo>
                      <a:lnTo>
                        <a:pt x="1955" y="432"/>
                      </a:lnTo>
                      <a:cubicBezTo>
                        <a:pt x="1344" y="730"/>
                        <a:pt x="949" y="864"/>
                        <a:pt x="692" y="864"/>
                      </a:cubicBezTo>
                      <a:cubicBezTo>
                        <a:pt x="291" y="864"/>
                        <a:pt x="223" y="539"/>
                        <a:pt x="1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170;p15"/>
                <p:cNvSpPr/>
                <p:nvPr/>
              </p:nvSpPr>
              <p:spPr>
                <a:xfrm>
                  <a:off x="6813222" y="2299770"/>
                  <a:ext cx="52387" cy="50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21" extrusionOk="0">
                      <a:moveTo>
                        <a:pt x="1080" y="1"/>
                      </a:moveTo>
                      <a:cubicBezTo>
                        <a:pt x="919" y="1"/>
                        <a:pt x="755" y="34"/>
                        <a:pt x="598" y="104"/>
                      </a:cubicBezTo>
                      <a:cubicBezTo>
                        <a:pt x="1" y="372"/>
                        <a:pt x="206" y="845"/>
                        <a:pt x="475" y="1442"/>
                      </a:cubicBezTo>
                      <a:cubicBezTo>
                        <a:pt x="689" y="1921"/>
                        <a:pt x="877" y="2320"/>
                        <a:pt x="1252" y="2320"/>
                      </a:cubicBezTo>
                      <a:cubicBezTo>
                        <a:pt x="1344" y="2320"/>
                        <a:pt x="1447" y="2296"/>
                        <a:pt x="1564" y="2244"/>
                      </a:cubicBezTo>
                      <a:cubicBezTo>
                        <a:pt x="2162" y="1977"/>
                        <a:pt x="2428" y="1278"/>
                        <a:pt x="2162" y="701"/>
                      </a:cubicBezTo>
                      <a:cubicBezTo>
                        <a:pt x="1964" y="261"/>
                        <a:pt x="1532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15"/>
                <p:cNvSpPr/>
                <p:nvPr/>
              </p:nvSpPr>
              <p:spPr>
                <a:xfrm>
                  <a:off x="6815012" y="2306154"/>
                  <a:ext cx="50166" cy="48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" h="2233" extrusionOk="0">
                      <a:moveTo>
                        <a:pt x="1027" y="1"/>
                      </a:moveTo>
                      <a:cubicBezTo>
                        <a:pt x="875" y="1"/>
                        <a:pt x="721" y="32"/>
                        <a:pt x="576" y="96"/>
                      </a:cubicBezTo>
                      <a:cubicBezTo>
                        <a:pt x="0" y="364"/>
                        <a:pt x="186" y="817"/>
                        <a:pt x="453" y="1393"/>
                      </a:cubicBezTo>
                      <a:cubicBezTo>
                        <a:pt x="649" y="1852"/>
                        <a:pt x="833" y="2233"/>
                        <a:pt x="1192" y="2233"/>
                      </a:cubicBezTo>
                      <a:cubicBezTo>
                        <a:pt x="1283" y="2233"/>
                        <a:pt x="1386" y="2208"/>
                        <a:pt x="1503" y="2153"/>
                      </a:cubicBezTo>
                      <a:cubicBezTo>
                        <a:pt x="2057" y="1906"/>
                        <a:pt x="2325" y="1248"/>
                        <a:pt x="2057" y="672"/>
                      </a:cubicBezTo>
                      <a:cubicBezTo>
                        <a:pt x="1875" y="247"/>
                        <a:pt x="1457" y="1"/>
                        <a:pt x="10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172;p15"/>
                <p:cNvSpPr/>
                <p:nvPr/>
              </p:nvSpPr>
              <p:spPr>
                <a:xfrm>
                  <a:off x="6817234" y="2312646"/>
                  <a:ext cx="47060" cy="41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32" extrusionOk="0">
                      <a:moveTo>
                        <a:pt x="206" y="1"/>
                      </a:moveTo>
                      <a:cubicBezTo>
                        <a:pt x="1" y="269"/>
                        <a:pt x="144" y="659"/>
                        <a:pt x="350" y="1092"/>
                      </a:cubicBezTo>
                      <a:cubicBezTo>
                        <a:pt x="546" y="1551"/>
                        <a:pt x="730" y="1932"/>
                        <a:pt x="1089" y="1932"/>
                      </a:cubicBezTo>
                      <a:cubicBezTo>
                        <a:pt x="1180" y="1932"/>
                        <a:pt x="1283" y="1907"/>
                        <a:pt x="1400" y="1852"/>
                      </a:cubicBezTo>
                      <a:cubicBezTo>
                        <a:pt x="1934" y="1605"/>
                        <a:pt x="2181" y="988"/>
                        <a:pt x="1976" y="434"/>
                      </a:cubicBezTo>
                      <a:lnTo>
                        <a:pt x="1976" y="434"/>
                      </a:lnTo>
                      <a:cubicBezTo>
                        <a:pt x="1364" y="731"/>
                        <a:pt x="967" y="865"/>
                        <a:pt x="707" y="865"/>
                      </a:cubicBezTo>
                      <a:cubicBezTo>
                        <a:pt x="302" y="865"/>
                        <a:pt x="231" y="540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15"/>
                <p:cNvSpPr/>
                <p:nvPr/>
              </p:nvSpPr>
              <p:spPr>
                <a:xfrm>
                  <a:off x="6686794" y="2370770"/>
                  <a:ext cx="51913" cy="50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341" extrusionOk="0">
                      <a:moveTo>
                        <a:pt x="1059" y="0"/>
                      </a:moveTo>
                      <a:cubicBezTo>
                        <a:pt x="897" y="0"/>
                        <a:pt x="733" y="33"/>
                        <a:pt x="576" y="104"/>
                      </a:cubicBezTo>
                      <a:cubicBezTo>
                        <a:pt x="0" y="372"/>
                        <a:pt x="185" y="866"/>
                        <a:pt x="453" y="1461"/>
                      </a:cubicBezTo>
                      <a:cubicBezTo>
                        <a:pt x="667" y="1941"/>
                        <a:pt x="869" y="2341"/>
                        <a:pt x="1239" y="2341"/>
                      </a:cubicBezTo>
                      <a:cubicBezTo>
                        <a:pt x="1329" y="2341"/>
                        <a:pt x="1429" y="2317"/>
                        <a:pt x="1543" y="2265"/>
                      </a:cubicBezTo>
                      <a:cubicBezTo>
                        <a:pt x="2140" y="1996"/>
                        <a:pt x="2407" y="1297"/>
                        <a:pt x="2140" y="701"/>
                      </a:cubicBezTo>
                      <a:cubicBezTo>
                        <a:pt x="1942" y="261"/>
                        <a:pt x="1511" y="0"/>
                        <a:pt x="105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15"/>
                <p:cNvSpPr/>
                <p:nvPr/>
              </p:nvSpPr>
              <p:spPr>
                <a:xfrm>
                  <a:off x="6688562" y="2377607"/>
                  <a:ext cx="49713" cy="48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2232" extrusionOk="0">
                      <a:moveTo>
                        <a:pt x="1015" y="1"/>
                      </a:moveTo>
                      <a:cubicBezTo>
                        <a:pt x="862" y="1"/>
                        <a:pt x="706" y="32"/>
                        <a:pt x="555" y="96"/>
                      </a:cubicBezTo>
                      <a:cubicBezTo>
                        <a:pt x="1" y="343"/>
                        <a:pt x="185" y="815"/>
                        <a:pt x="432" y="1391"/>
                      </a:cubicBezTo>
                      <a:cubicBezTo>
                        <a:pt x="646" y="1851"/>
                        <a:pt x="833" y="2232"/>
                        <a:pt x="1182" y="2232"/>
                      </a:cubicBezTo>
                      <a:cubicBezTo>
                        <a:pt x="1270" y="2232"/>
                        <a:pt x="1369" y="2207"/>
                        <a:pt x="1482" y="2153"/>
                      </a:cubicBezTo>
                      <a:cubicBezTo>
                        <a:pt x="2058" y="1906"/>
                        <a:pt x="2305" y="1227"/>
                        <a:pt x="2058" y="672"/>
                      </a:cubicBezTo>
                      <a:cubicBezTo>
                        <a:pt x="1860" y="247"/>
                        <a:pt x="1449" y="1"/>
                        <a:pt x="10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15"/>
                <p:cNvSpPr/>
                <p:nvPr/>
              </p:nvSpPr>
              <p:spPr>
                <a:xfrm>
                  <a:off x="6690762" y="2384099"/>
                  <a:ext cx="47060" cy="41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31" extrusionOk="0">
                      <a:moveTo>
                        <a:pt x="187" y="1"/>
                      </a:moveTo>
                      <a:cubicBezTo>
                        <a:pt x="1" y="267"/>
                        <a:pt x="146" y="638"/>
                        <a:pt x="330" y="1090"/>
                      </a:cubicBezTo>
                      <a:cubicBezTo>
                        <a:pt x="544" y="1550"/>
                        <a:pt x="731" y="1931"/>
                        <a:pt x="1080" y="1931"/>
                      </a:cubicBezTo>
                      <a:cubicBezTo>
                        <a:pt x="1168" y="1931"/>
                        <a:pt x="1267" y="1906"/>
                        <a:pt x="1380" y="1852"/>
                      </a:cubicBezTo>
                      <a:cubicBezTo>
                        <a:pt x="1935" y="1605"/>
                        <a:pt x="2181" y="967"/>
                        <a:pt x="1956" y="412"/>
                      </a:cubicBezTo>
                      <a:lnTo>
                        <a:pt x="1956" y="412"/>
                      </a:lnTo>
                      <a:cubicBezTo>
                        <a:pt x="1338" y="721"/>
                        <a:pt x="942" y="860"/>
                        <a:pt x="685" y="860"/>
                      </a:cubicBezTo>
                      <a:cubicBezTo>
                        <a:pt x="291" y="860"/>
                        <a:pt x="224" y="535"/>
                        <a:pt x="1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15"/>
                <p:cNvSpPr/>
                <p:nvPr/>
              </p:nvSpPr>
              <p:spPr>
                <a:xfrm>
                  <a:off x="7026654" y="2174571"/>
                  <a:ext cx="52387" cy="50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25" extrusionOk="0">
                      <a:moveTo>
                        <a:pt x="1095" y="1"/>
                      </a:moveTo>
                      <a:cubicBezTo>
                        <a:pt x="928" y="1"/>
                        <a:pt x="759" y="35"/>
                        <a:pt x="597" y="108"/>
                      </a:cubicBezTo>
                      <a:cubicBezTo>
                        <a:pt x="1" y="376"/>
                        <a:pt x="207" y="848"/>
                        <a:pt x="473" y="1446"/>
                      </a:cubicBezTo>
                      <a:cubicBezTo>
                        <a:pt x="689" y="1924"/>
                        <a:pt x="876" y="2324"/>
                        <a:pt x="1251" y="2324"/>
                      </a:cubicBezTo>
                      <a:cubicBezTo>
                        <a:pt x="1343" y="2324"/>
                        <a:pt x="1447" y="2300"/>
                        <a:pt x="1564" y="2247"/>
                      </a:cubicBezTo>
                      <a:cubicBezTo>
                        <a:pt x="2160" y="1981"/>
                        <a:pt x="2428" y="1281"/>
                        <a:pt x="2160" y="684"/>
                      </a:cubicBezTo>
                      <a:cubicBezTo>
                        <a:pt x="1966" y="250"/>
                        <a:pt x="1542" y="1"/>
                        <a:pt x="10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15"/>
                <p:cNvSpPr/>
                <p:nvPr/>
              </p:nvSpPr>
              <p:spPr>
                <a:xfrm>
                  <a:off x="7028444" y="2181041"/>
                  <a:ext cx="50123" cy="48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233" extrusionOk="0">
                      <a:moveTo>
                        <a:pt x="1036" y="0"/>
                      </a:moveTo>
                      <a:cubicBezTo>
                        <a:pt x="883" y="0"/>
                        <a:pt x="727" y="31"/>
                        <a:pt x="576" y="96"/>
                      </a:cubicBezTo>
                      <a:cubicBezTo>
                        <a:pt x="0" y="364"/>
                        <a:pt x="206" y="817"/>
                        <a:pt x="453" y="1393"/>
                      </a:cubicBezTo>
                      <a:cubicBezTo>
                        <a:pt x="665" y="1852"/>
                        <a:pt x="839" y="2232"/>
                        <a:pt x="1192" y="2232"/>
                      </a:cubicBezTo>
                      <a:cubicBezTo>
                        <a:pt x="1282" y="2232"/>
                        <a:pt x="1384" y="2207"/>
                        <a:pt x="1501" y="2153"/>
                      </a:cubicBezTo>
                      <a:cubicBezTo>
                        <a:pt x="2077" y="1906"/>
                        <a:pt x="2324" y="1228"/>
                        <a:pt x="2057" y="672"/>
                      </a:cubicBezTo>
                      <a:cubicBezTo>
                        <a:pt x="1875" y="246"/>
                        <a:pt x="1468" y="0"/>
                        <a:pt x="10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15"/>
                <p:cNvSpPr/>
                <p:nvPr/>
              </p:nvSpPr>
              <p:spPr>
                <a:xfrm>
                  <a:off x="7030644" y="2187533"/>
                  <a:ext cx="47513" cy="41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3" h="1932" extrusionOk="0">
                      <a:moveTo>
                        <a:pt x="206" y="0"/>
                      </a:moveTo>
                      <a:lnTo>
                        <a:pt x="206" y="0"/>
                      </a:lnTo>
                      <a:cubicBezTo>
                        <a:pt x="0" y="269"/>
                        <a:pt x="145" y="659"/>
                        <a:pt x="351" y="1092"/>
                      </a:cubicBezTo>
                      <a:cubicBezTo>
                        <a:pt x="563" y="1551"/>
                        <a:pt x="737" y="1931"/>
                        <a:pt x="1090" y="1931"/>
                      </a:cubicBezTo>
                      <a:cubicBezTo>
                        <a:pt x="1180" y="1931"/>
                        <a:pt x="1282" y="1906"/>
                        <a:pt x="1399" y="1852"/>
                      </a:cubicBezTo>
                      <a:cubicBezTo>
                        <a:pt x="1955" y="1605"/>
                        <a:pt x="2202" y="968"/>
                        <a:pt x="1975" y="412"/>
                      </a:cubicBezTo>
                      <a:lnTo>
                        <a:pt x="1975" y="412"/>
                      </a:lnTo>
                      <a:cubicBezTo>
                        <a:pt x="1357" y="721"/>
                        <a:pt x="957" y="860"/>
                        <a:pt x="698" y="860"/>
                      </a:cubicBezTo>
                      <a:cubicBezTo>
                        <a:pt x="301" y="860"/>
                        <a:pt x="231" y="536"/>
                        <a:pt x="2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15"/>
                <p:cNvSpPr/>
                <p:nvPr/>
              </p:nvSpPr>
              <p:spPr>
                <a:xfrm>
                  <a:off x="6411700" y="2510981"/>
                  <a:ext cx="52387" cy="5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32" extrusionOk="0">
                      <a:moveTo>
                        <a:pt x="1088" y="0"/>
                      </a:moveTo>
                      <a:cubicBezTo>
                        <a:pt x="926" y="0"/>
                        <a:pt x="759" y="33"/>
                        <a:pt x="596" y="103"/>
                      </a:cubicBezTo>
                      <a:cubicBezTo>
                        <a:pt x="1" y="350"/>
                        <a:pt x="206" y="844"/>
                        <a:pt x="473" y="1441"/>
                      </a:cubicBezTo>
                      <a:cubicBezTo>
                        <a:pt x="691" y="1927"/>
                        <a:pt x="868" y="2331"/>
                        <a:pt x="1260" y="2331"/>
                      </a:cubicBezTo>
                      <a:cubicBezTo>
                        <a:pt x="1349" y="2331"/>
                        <a:pt x="1450" y="2310"/>
                        <a:pt x="1564" y="2264"/>
                      </a:cubicBezTo>
                      <a:cubicBezTo>
                        <a:pt x="2160" y="1996"/>
                        <a:pt x="2428" y="1297"/>
                        <a:pt x="2160" y="701"/>
                      </a:cubicBezTo>
                      <a:cubicBezTo>
                        <a:pt x="1963" y="261"/>
                        <a:pt x="1543" y="0"/>
                        <a:pt x="108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" name="Google Shape;180;p15"/>
                <p:cNvSpPr/>
                <p:nvPr/>
              </p:nvSpPr>
              <p:spPr>
                <a:xfrm>
                  <a:off x="6413469" y="2517429"/>
                  <a:ext cx="50144" cy="48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5" h="2240" extrusionOk="0">
                      <a:moveTo>
                        <a:pt x="1024" y="0"/>
                      </a:moveTo>
                      <a:cubicBezTo>
                        <a:pt x="875" y="0"/>
                        <a:pt x="723" y="30"/>
                        <a:pt x="577" y="92"/>
                      </a:cubicBezTo>
                      <a:cubicBezTo>
                        <a:pt x="1" y="339"/>
                        <a:pt x="207" y="813"/>
                        <a:pt x="454" y="1389"/>
                      </a:cubicBezTo>
                      <a:cubicBezTo>
                        <a:pt x="653" y="1855"/>
                        <a:pt x="826" y="2240"/>
                        <a:pt x="1189" y="2240"/>
                      </a:cubicBezTo>
                      <a:cubicBezTo>
                        <a:pt x="1275" y="2240"/>
                        <a:pt x="1372" y="2218"/>
                        <a:pt x="1482" y="2171"/>
                      </a:cubicBezTo>
                      <a:cubicBezTo>
                        <a:pt x="2058" y="1924"/>
                        <a:pt x="2325" y="1245"/>
                        <a:pt x="2078" y="668"/>
                      </a:cubicBezTo>
                      <a:cubicBezTo>
                        <a:pt x="1879" y="255"/>
                        <a:pt x="1462" y="0"/>
                        <a:pt x="10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15"/>
                <p:cNvSpPr/>
                <p:nvPr/>
              </p:nvSpPr>
              <p:spPr>
                <a:xfrm>
                  <a:off x="6415669" y="2523856"/>
                  <a:ext cx="47060" cy="418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42" extrusionOk="0">
                      <a:moveTo>
                        <a:pt x="207" y="0"/>
                      </a:moveTo>
                      <a:lnTo>
                        <a:pt x="207" y="0"/>
                      </a:lnTo>
                      <a:cubicBezTo>
                        <a:pt x="1" y="268"/>
                        <a:pt x="146" y="639"/>
                        <a:pt x="352" y="1091"/>
                      </a:cubicBezTo>
                      <a:cubicBezTo>
                        <a:pt x="551" y="1557"/>
                        <a:pt x="724" y="1942"/>
                        <a:pt x="1087" y="1942"/>
                      </a:cubicBezTo>
                      <a:cubicBezTo>
                        <a:pt x="1173" y="1942"/>
                        <a:pt x="1270" y="1920"/>
                        <a:pt x="1380" y="1873"/>
                      </a:cubicBezTo>
                      <a:cubicBezTo>
                        <a:pt x="1935" y="1626"/>
                        <a:pt x="2182" y="988"/>
                        <a:pt x="1976" y="433"/>
                      </a:cubicBezTo>
                      <a:lnTo>
                        <a:pt x="1976" y="433"/>
                      </a:lnTo>
                      <a:cubicBezTo>
                        <a:pt x="1365" y="730"/>
                        <a:pt x="967" y="864"/>
                        <a:pt x="707" y="864"/>
                      </a:cubicBezTo>
                      <a:cubicBezTo>
                        <a:pt x="303" y="864"/>
                        <a:pt x="232" y="539"/>
                        <a:pt x="20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15"/>
                <p:cNvSpPr/>
                <p:nvPr/>
              </p:nvSpPr>
              <p:spPr>
                <a:xfrm>
                  <a:off x="6301663" y="2573160"/>
                  <a:ext cx="52387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38" extrusionOk="0">
                      <a:moveTo>
                        <a:pt x="1064" y="1"/>
                      </a:moveTo>
                      <a:cubicBezTo>
                        <a:pt x="908" y="1"/>
                        <a:pt x="749" y="33"/>
                        <a:pt x="597" y="101"/>
                      </a:cubicBezTo>
                      <a:cubicBezTo>
                        <a:pt x="1" y="369"/>
                        <a:pt x="206" y="863"/>
                        <a:pt x="473" y="1458"/>
                      </a:cubicBezTo>
                      <a:cubicBezTo>
                        <a:pt x="671" y="1938"/>
                        <a:pt x="857" y="2338"/>
                        <a:pt x="1231" y="2338"/>
                      </a:cubicBezTo>
                      <a:cubicBezTo>
                        <a:pt x="1323" y="2338"/>
                        <a:pt x="1426" y="2314"/>
                        <a:pt x="1543" y="2261"/>
                      </a:cubicBezTo>
                      <a:cubicBezTo>
                        <a:pt x="2140" y="2015"/>
                        <a:pt x="2428" y="1315"/>
                        <a:pt x="2160" y="718"/>
                      </a:cubicBezTo>
                      <a:cubicBezTo>
                        <a:pt x="1961" y="274"/>
                        <a:pt x="1522" y="1"/>
                        <a:pt x="106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15"/>
                <p:cNvSpPr/>
                <p:nvPr/>
              </p:nvSpPr>
              <p:spPr>
                <a:xfrm>
                  <a:off x="6303453" y="2579932"/>
                  <a:ext cx="50123" cy="47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223" extrusionOk="0">
                      <a:moveTo>
                        <a:pt x="1036" y="1"/>
                      </a:moveTo>
                      <a:cubicBezTo>
                        <a:pt x="883" y="1"/>
                        <a:pt x="727" y="31"/>
                        <a:pt x="576" y="96"/>
                      </a:cubicBezTo>
                      <a:cubicBezTo>
                        <a:pt x="0" y="343"/>
                        <a:pt x="206" y="815"/>
                        <a:pt x="453" y="1371"/>
                      </a:cubicBezTo>
                      <a:cubicBezTo>
                        <a:pt x="652" y="1837"/>
                        <a:pt x="825" y="2222"/>
                        <a:pt x="1188" y="2222"/>
                      </a:cubicBezTo>
                      <a:cubicBezTo>
                        <a:pt x="1274" y="2222"/>
                        <a:pt x="1371" y="2200"/>
                        <a:pt x="1481" y="2153"/>
                      </a:cubicBezTo>
                      <a:cubicBezTo>
                        <a:pt x="2057" y="1906"/>
                        <a:pt x="2324" y="1248"/>
                        <a:pt x="2057" y="672"/>
                      </a:cubicBezTo>
                      <a:cubicBezTo>
                        <a:pt x="1875" y="247"/>
                        <a:pt x="1468" y="1"/>
                        <a:pt x="103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15"/>
                <p:cNvSpPr/>
                <p:nvPr/>
              </p:nvSpPr>
              <p:spPr>
                <a:xfrm>
                  <a:off x="6305653" y="2586424"/>
                  <a:ext cx="47039" cy="41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1" h="1922" extrusionOk="0">
                      <a:moveTo>
                        <a:pt x="206" y="1"/>
                      </a:moveTo>
                      <a:cubicBezTo>
                        <a:pt x="0" y="267"/>
                        <a:pt x="145" y="638"/>
                        <a:pt x="351" y="1070"/>
                      </a:cubicBezTo>
                      <a:cubicBezTo>
                        <a:pt x="550" y="1536"/>
                        <a:pt x="723" y="1921"/>
                        <a:pt x="1086" y="1921"/>
                      </a:cubicBezTo>
                      <a:cubicBezTo>
                        <a:pt x="1172" y="1921"/>
                        <a:pt x="1269" y="1899"/>
                        <a:pt x="1379" y="1852"/>
                      </a:cubicBezTo>
                      <a:cubicBezTo>
                        <a:pt x="1934" y="1625"/>
                        <a:pt x="2181" y="988"/>
                        <a:pt x="1975" y="432"/>
                      </a:cubicBezTo>
                      <a:lnTo>
                        <a:pt x="1975" y="432"/>
                      </a:lnTo>
                      <a:cubicBezTo>
                        <a:pt x="1362" y="722"/>
                        <a:pt x="963" y="855"/>
                        <a:pt x="704" y="855"/>
                      </a:cubicBezTo>
                      <a:cubicBezTo>
                        <a:pt x="301" y="855"/>
                        <a:pt x="231" y="538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15"/>
                <p:cNvSpPr/>
                <p:nvPr/>
              </p:nvSpPr>
              <p:spPr>
                <a:xfrm>
                  <a:off x="6174781" y="2643276"/>
                  <a:ext cx="51913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7" h="2338" extrusionOk="0">
                      <a:moveTo>
                        <a:pt x="1060" y="0"/>
                      </a:moveTo>
                      <a:cubicBezTo>
                        <a:pt x="906" y="0"/>
                        <a:pt x="748" y="32"/>
                        <a:pt x="596" y="100"/>
                      </a:cubicBezTo>
                      <a:cubicBezTo>
                        <a:pt x="0" y="368"/>
                        <a:pt x="184" y="862"/>
                        <a:pt x="453" y="1458"/>
                      </a:cubicBezTo>
                      <a:cubicBezTo>
                        <a:pt x="667" y="1938"/>
                        <a:pt x="856" y="2337"/>
                        <a:pt x="1231" y="2337"/>
                      </a:cubicBezTo>
                      <a:cubicBezTo>
                        <a:pt x="1322" y="2337"/>
                        <a:pt x="1425" y="2313"/>
                        <a:pt x="1542" y="2261"/>
                      </a:cubicBezTo>
                      <a:cubicBezTo>
                        <a:pt x="2140" y="1993"/>
                        <a:pt x="2406" y="1315"/>
                        <a:pt x="2140" y="717"/>
                      </a:cubicBezTo>
                      <a:cubicBezTo>
                        <a:pt x="1940" y="273"/>
                        <a:pt x="1512" y="0"/>
                        <a:pt x="106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15"/>
                <p:cNvSpPr/>
                <p:nvPr/>
              </p:nvSpPr>
              <p:spPr>
                <a:xfrm>
                  <a:off x="6176550" y="2650048"/>
                  <a:ext cx="49713" cy="47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2222" extrusionOk="0">
                      <a:moveTo>
                        <a:pt x="1015" y="0"/>
                      </a:moveTo>
                      <a:cubicBezTo>
                        <a:pt x="862" y="0"/>
                        <a:pt x="706" y="31"/>
                        <a:pt x="555" y="95"/>
                      </a:cubicBezTo>
                      <a:cubicBezTo>
                        <a:pt x="0" y="342"/>
                        <a:pt x="185" y="815"/>
                        <a:pt x="432" y="1371"/>
                      </a:cubicBezTo>
                      <a:cubicBezTo>
                        <a:pt x="631" y="1837"/>
                        <a:pt x="818" y="2222"/>
                        <a:pt x="1175" y="2222"/>
                      </a:cubicBezTo>
                      <a:cubicBezTo>
                        <a:pt x="1260" y="2222"/>
                        <a:pt x="1354" y="2200"/>
                        <a:pt x="1460" y="2153"/>
                      </a:cubicBezTo>
                      <a:cubicBezTo>
                        <a:pt x="2036" y="1906"/>
                        <a:pt x="2304" y="1247"/>
                        <a:pt x="2058" y="671"/>
                      </a:cubicBezTo>
                      <a:cubicBezTo>
                        <a:pt x="1859" y="246"/>
                        <a:pt x="1449" y="0"/>
                        <a:pt x="101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15"/>
                <p:cNvSpPr/>
                <p:nvPr/>
              </p:nvSpPr>
              <p:spPr>
                <a:xfrm>
                  <a:off x="6178318" y="2656540"/>
                  <a:ext cx="47492" cy="4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2" h="1921" extrusionOk="0">
                      <a:moveTo>
                        <a:pt x="206" y="0"/>
                      </a:moveTo>
                      <a:lnTo>
                        <a:pt x="206" y="0"/>
                      </a:lnTo>
                      <a:cubicBezTo>
                        <a:pt x="1" y="267"/>
                        <a:pt x="165" y="637"/>
                        <a:pt x="350" y="1070"/>
                      </a:cubicBezTo>
                      <a:cubicBezTo>
                        <a:pt x="549" y="1536"/>
                        <a:pt x="736" y="1921"/>
                        <a:pt x="1093" y="1921"/>
                      </a:cubicBezTo>
                      <a:cubicBezTo>
                        <a:pt x="1178" y="1921"/>
                        <a:pt x="1272" y="1899"/>
                        <a:pt x="1378" y="1852"/>
                      </a:cubicBezTo>
                      <a:cubicBezTo>
                        <a:pt x="1934" y="1624"/>
                        <a:pt x="2201" y="988"/>
                        <a:pt x="1976" y="431"/>
                      </a:cubicBezTo>
                      <a:lnTo>
                        <a:pt x="1976" y="431"/>
                      </a:lnTo>
                      <a:cubicBezTo>
                        <a:pt x="1362" y="722"/>
                        <a:pt x="964" y="854"/>
                        <a:pt x="704" y="854"/>
                      </a:cubicBezTo>
                      <a:cubicBezTo>
                        <a:pt x="302" y="854"/>
                        <a:pt x="231" y="537"/>
                        <a:pt x="2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" name="Google Shape;188;p15"/>
                <p:cNvSpPr/>
                <p:nvPr/>
              </p:nvSpPr>
              <p:spPr>
                <a:xfrm>
                  <a:off x="6516410" y="2450182"/>
                  <a:ext cx="52387" cy="5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9" h="2332" extrusionOk="0">
                      <a:moveTo>
                        <a:pt x="1080" y="1"/>
                      </a:moveTo>
                      <a:cubicBezTo>
                        <a:pt x="918" y="1"/>
                        <a:pt x="754" y="34"/>
                        <a:pt x="596" y="105"/>
                      </a:cubicBezTo>
                      <a:cubicBezTo>
                        <a:pt x="1" y="352"/>
                        <a:pt x="206" y="845"/>
                        <a:pt x="473" y="1441"/>
                      </a:cubicBezTo>
                      <a:cubicBezTo>
                        <a:pt x="674" y="1928"/>
                        <a:pt x="862" y="2331"/>
                        <a:pt x="1246" y="2331"/>
                      </a:cubicBezTo>
                      <a:cubicBezTo>
                        <a:pt x="1334" y="2331"/>
                        <a:pt x="1432" y="2310"/>
                        <a:pt x="1543" y="2264"/>
                      </a:cubicBezTo>
                      <a:cubicBezTo>
                        <a:pt x="2140" y="1998"/>
                        <a:pt x="2428" y="1298"/>
                        <a:pt x="2160" y="701"/>
                      </a:cubicBezTo>
                      <a:cubicBezTo>
                        <a:pt x="1964" y="262"/>
                        <a:pt x="1532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" name="Google Shape;189;p15"/>
                <p:cNvSpPr/>
                <p:nvPr/>
              </p:nvSpPr>
              <p:spPr>
                <a:xfrm>
                  <a:off x="6518200" y="2456652"/>
                  <a:ext cx="50123" cy="48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239" extrusionOk="0">
                      <a:moveTo>
                        <a:pt x="1024" y="0"/>
                      </a:moveTo>
                      <a:cubicBezTo>
                        <a:pt x="875" y="0"/>
                        <a:pt x="723" y="30"/>
                        <a:pt x="576" y="93"/>
                      </a:cubicBezTo>
                      <a:cubicBezTo>
                        <a:pt x="0" y="340"/>
                        <a:pt x="206" y="812"/>
                        <a:pt x="453" y="1388"/>
                      </a:cubicBezTo>
                      <a:cubicBezTo>
                        <a:pt x="652" y="1854"/>
                        <a:pt x="825" y="2239"/>
                        <a:pt x="1188" y="2239"/>
                      </a:cubicBezTo>
                      <a:cubicBezTo>
                        <a:pt x="1274" y="2239"/>
                        <a:pt x="1371" y="2217"/>
                        <a:pt x="1481" y="2170"/>
                      </a:cubicBezTo>
                      <a:cubicBezTo>
                        <a:pt x="2057" y="1923"/>
                        <a:pt x="2324" y="1245"/>
                        <a:pt x="2057" y="669"/>
                      </a:cubicBezTo>
                      <a:cubicBezTo>
                        <a:pt x="1873" y="254"/>
                        <a:pt x="1460" y="0"/>
                        <a:pt x="102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15"/>
                <p:cNvSpPr/>
                <p:nvPr/>
              </p:nvSpPr>
              <p:spPr>
                <a:xfrm>
                  <a:off x="6520400" y="2463079"/>
                  <a:ext cx="47039" cy="41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1" h="1941" extrusionOk="0">
                      <a:moveTo>
                        <a:pt x="206" y="1"/>
                      </a:moveTo>
                      <a:lnTo>
                        <a:pt x="206" y="1"/>
                      </a:lnTo>
                      <a:cubicBezTo>
                        <a:pt x="0" y="267"/>
                        <a:pt x="145" y="638"/>
                        <a:pt x="351" y="1090"/>
                      </a:cubicBezTo>
                      <a:cubicBezTo>
                        <a:pt x="550" y="1556"/>
                        <a:pt x="723" y="1941"/>
                        <a:pt x="1086" y="1941"/>
                      </a:cubicBezTo>
                      <a:cubicBezTo>
                        <a:pt x="1172" y="1941"/>
                        <a:pt x="1269" y="1919"/>
                        <a:pt x="1379" y="1872"/>
                      </a:cubicBezTo>
                      <a:cubicBezTo>
                        <a:pt x="1934" y="1625"/>
                        <a:pt x="2181" y="988"/>
                        <a:pt x="1975" y="432"/>
                      </a:cubicBezTo>
                      <a:lnTo>
                        <a:pt x="1975" y="432"/>
                      </a:lnTo>
                      <a:cubicBezTo>
                        <a:pt x="1364" y="730"/>
                        <a:pt x="966" y="864"/>
                        <a:pt x="706" y="864"/>
                      </a:cubicBezTo>
                      <a:cubicBezTo>
                        <a:pt x="302" y="864"/>
                        <a:pt x="231" y="539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15"/>
                <p:cNvSpPr/>
                <p:nvPr/>
              </p:nvSpPr>
              <p:spPr>
                <a:xfrm>
                  <a:off x="5931176" y="2772185"/>
                  <a:ext cx="51482" cy="50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" h="2337" extrusionOk="0">
                      <a:moveTo>
                        <a:pt x="1040" y="1"/>
                      </a:moveTo>
                      <a:cubicBezTo>
                        <a:pt x="892" y="1"/>
                        <a:pt x="742" y="29"/>
                        <a:pt x="598" y="89"/>
                      </a:cubicBezTo>
                      <a:cubicBezTo>
                        <a:pt x="0" y="336"/>
                        <a:pt x="186" y="830"/>
                        <a:pt x="433" y="1447"/>
                      </a:cubicBezTo>
                      <a:cubicBezTo>
                        <a:pt x="634" y="1933"/>
                        <a:pt x="808" y="2336"/>
                        <a:pt x="1187" y="2336"/>
                      </a:cubicBezTo>
                      <a:cubicBezTo>
                        <a:pt x="1273" y="2336"/>
                        <a:pt x="1371" y="2315"/>
                        <a:pt x="1481" y="2270"/>
                      </a:cubicBezTo>
                      <a:cubicBezTo>
                        <a:pt x="2098" y="2023"/>
                        <a:pt x="2386" y="1345"/>
                        <a:pt x="2140" y="747"/>
                      </a:cubicBezTo>
                      <a:cubicBezTo>
                        <a:pt x="1953" y="279"/>
                        <a:pt x="1505" y="1"/>
                        <a:pt x="104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15"/>
                <p:cNvSpPr/>
                <p:nvPr/>
              </p:nvSpPr>
              <p:spPr>
                <a:xfrm>
                  <a:off x="5932513" y="2778849"/>
                  <a:ext cx="49260" cy="481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2234" extrusionOk="0">
                      <a:moveTo>
                        <a:pt x="1010" y="1"/>
                      </a:moveTo>
                      <a:cubicBezTo>
                        <a:pt x="865" y="1"/>
                        <a:pt x="718" y="29"/>
                        <a:pt x="577" y="89"/>
                      </a:cubicBezTo>
                      <a:cubicBezTo>
                        <a:pt x="1" y="315"/>
                        <a:pt x="185" y="789"/>
                        <a:pt x="412" y="1365"/>
                      </a:cubicBezTo>
                      <a:cubicBezTo>
                        <a:pt x="613" y="1833"/>
                        <a:pt x="787" y="2233"/>
                        <a:pt x="1154" y="2233"/>
                      </a:cubicBezTo>
                      <a:cubicBezTo>
                        <a:pt x="1239" y="2233"/>
                        <a:pt x="1333" y="2212"/>
                        <a:pt x="1441" y="2166"/>
                      </a:cubicBezTo>
                      <a:cubicBezTo>
                        <a:pt x="2017" y="1941"/>
                        <a:pt x="2283" y="1283"/>
                        <a:pt x="2058" y="706"/>
                      </a:cubicBezTo>
                      <a:cubicBezTo>
                        <a:pt x="1886" y="271"/>
                        <a:pt x="1457" y="1"/>
                        <a:pt x="10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15"/>
                <p:cNvSpPr/>
                <p:nvPr/>
              </p:nvSpPr>
              <p:spPr>
                <a:xfrm>
                  <a:off x="5934713" y="2784737"/>
                  <a:ext cx="46629" cy="42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" h="1961" extrusionOk="0">
                      <a:moveTo>
                        <a:pt x="206" y="1"/>
                      </a:moveTo>
                      <a:cubicBezTo>
                        <a:pt x="1" y="269"/>
                        <a:pt x="146" y="659"/>
                        <a:pt x="310" y="1092"/>
                      </a:cubicBezTo>
                      <a:cubicBezTo>
                        <a:pt x="511" y="1560"/>
                        <a:pt x="685" y="1960"/>
                        <a:pt x="1052" y="1960"/>
                      </a:cubicBezTo>
                      <a:cubicBezTo>
                        <a:pt x="1137" y="1960"/>
                        <a:pt x="1231" y="1939"/>
                        <a:pt x="1339" y="1893"/>
                      </a:cubicBezTo>
                      <a:cubicBezTo>
                        <a:pt x="1893" y="1668"/>
                        <a:pt x="2162" y="1051"/>
                        <a:pt x="1976" y="494"/>
                      </a:cubicBezTo>
                      <a:lnTo>
                        <a:pt x="1976" y="494"/>
                      </a:lnTo>
                      <a:cubicBezTo>
                        <a:pt x="1370" y="759"/>
                        <a:pt x="972" y="879"/>
                        <a:pt x="711" y="879"/>
                      </a:cubicBezTo>
                      <a:cubicBezTo>
                        <a:pt x="280" y="879"/>
                        <a:pt x="220" y="552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15"/>
                <p:cNvSpPr/>
                <p:nvPr/>
              </p:nvSpPr>
              <p:spPr>
                <a:xfrm>
                  <a:off x="5819349" y="2832099"/>
                  <a:ext cx="51503" cy="50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8" h="2335" extrusionOk="0">
                      <a:moveTo>
                        <a:pt x="1061" y="1"/>
                      </a:moveTo>
                      <a:cubicBezTo>
                        <a:pt x="914" y="1"/>
                        <a:pt x="763" y="29"/>
                        <a:pt x="618" y="89"/>
                      </a:cubicBezTo>
                      <a:cubicBezTo>
                        <a:pt x="1" y="336"/>
                        <a:pt x="187" y="830"/>
                        <a:pt x="434" y="1425"/>
                      </a:cubicBezTo>
                      <a:cubicBezTo>
                        <a:pt x="636" y="1915"/>
                        <a:pt x="824" y="2335"/>
                        <a:pt x="1214" y="2335"/>
                      </a:cubicBezTo>
                      <a:cubicBezTo>
                        <a:pt x="1300" y="2335"/>
                        <a:pt x="1396" y="2314"/>
                        <a:pt x="1504" y="2270"/>
                      </a:cubicBezTo>
                      <a:cubicBezTo>
                        <a:pt x="2099" y="2023"/>
                        <a:pt x="2387" y="1323"/>
                        <a:pt x="2140" y="726"/>
                      </a:cubicBezTo>
                      <a:cubicBezTo>
                        <a:pt x="1954" y="275"/>
                        <a:pt x="1520" y="1"/>
                        <a:pt x="106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15"/>
                <p:cNvSpPr/>
                <p:nvPr/>
              </p:nvSpPr>
              <p:spPr>
                <a:xfrm>
                  <a:off x="5821139" y="2838483"/>
                  <a:ext cx="49282" cy="48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" h="2239" extrusionOk="0">
                      <a:moveTo>
                        <a:pt x="998" y="0"/>
                      </a:moveTo>
                      <a:cubicBezTo>
                        <a:pt x="858" y="0"/>
                        <a:pt x="715" y="26"/>
                        <a:pt x="576" y="81"/>
                      </a:cubicBezTo>
                      <a:cubicBezTo>
                        <a:pt x="0" y="328"/>
                        <a:pt x="165" y="800"/>
                        <a:pt x="412" y="1376"/>
                      </a:cubicBezTo>
                      <a:cubicBezTo>
                        <a:pt x="598" y="1849"/>
                        <a:pt x="770" y="2238"/>
                        <a:pt x="1144" y="2238"/>
                      </a:cubicBezTo>
                      <a:cubicBezTo>
                        <a:pt x="1226" y="2238"/>
                        <a:pt x="1317" y="2220"/>
                        <a:pt x="1421" y="2179"/>
                      </a:cubicBezTo>
                      <a:cubicBezTo>
                        <a:pt x="1997" y="1932"/>
                        <a:pt x="2285" y="1274"/>
                        <a:pt x="2038" y="698"/>
                      </a:cubicBezTo>
                      <a:cubicBezTo>
                        <a:pt x="1865" y="260"/>
                        <a:pt x="1444" y="0"/>
                        <a:pt x="99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15"/>
                <p:cNvSpPr/>
                <p:nvPr/>
              </p:nvSpPr>
              <p:spPr>
                <a:xfrm>
                  <a:off x="5822907" y="2844651"/>
                  <a:ext cx="47060" cy="42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2" h="1953" extrusionOk="0">
                      <a:moveTo>
                        <a:pt x="228" y="1"/>
                      </a:moveTo>
                      <a:lnTo>
                        <a:pt x="228" y="1"/>
                      </a:lnTo>
                      <a:cubicBezTo>
                        <a:pt x="0" y="267"/>
                        <a:pt x="145" y="638"/>
                        <a:pt x="330" y="1090"/>
                      </a:cubicBezTo>
                      <a:cubicBezTo>
                        <a:pt x="516" y="1563"/>
                        <a:pt x="688" y="1952"/>
                        <a:pt x="1062" y="1952"/>
                      </a:cubicBezTo>
                      <a:cubicBezTo>
                        <a:pt x="1144" y="1952"/>
                        <a:pt x="1235" y="1934"/>
                        <a:pt x="1339" y="1893"/>
                      </a:cubicBezTo>
                      <a:cubicBezTo>
                        <a:pt x="1915" y="1666"/>
                        <a:pt x="2181" y="1029"/>
                        <a:pt x="1975" y="473"/>
                      </a:cubicBezTo>
                      <a:lnTo>
                        <a:pt x="1975" y="473"/>
                      </a:lnTo>
                      <a:cubicBezTo>
                        <a:pt x="1370" y="749"/>
                        <a:pt x="973" y="874"/>
                        <a:pt x="712" y="874"/>
                      </a:cubicBezTo>
                      <a:cubicBezTo>
                        <a:pt x="290" y="874"/>
                        <a:pt x="228" y="547"/>
                        <a:pt x="22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15"/>
                <p:cNvSpPr/>
                <p:nvPr/>
              </p:nvSpPr>
              <p:spPr>
                <a:xfrm>
                  <a:off x="5690677" y="2898657"/>
                  <a:ext cx="51503" cy="50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8" h="2355" extrusionOk="0">
                      <a:moveTo>
                        <a:pt x="1041" y="1"/>
                      </a:moveTo>
                      <a:cubicBezTo>
                        <a:pt x="893" y="1"/>
                        <a:pt x="743" y="29"/>
                        <a:pt x="598" y="89"/>
                      </a:cubicBezTo>
                      <a:cubicBezTo>
                        <a:pt x="1" y="336"/>
                        <a:pt x="187" y="829"/>
                        <a:pt x="434" y="1447"/>
                      </a:cubicBezTo>
                      <a:cubicBezTo>
                        <a:pt x="636" y="1935"/>
                        <a:pt x="811" y="2354"/>
                        <a:pt x="1195" y="2354"/>
                      </a:cubicBezTo>
                      <a:cubicBezTo>
                        <a:pt x="1280" y="2354"/>
                        <a:pt x="1374" y="2334"/>
                        <a:pt x="1482" y="2289"/>
                      </a:cubicBezTo>
                      <a:cubicBezTo>
                        <a:pt x="2099" y="2042"/>
                        <a:pt x="2387" y="1343"/>
                        <a:pt x="2140" y="747"/>
                      </a:cubicBezTo>
                      <a:cubicBezTo>
                        <a:pt x="1953" y="279"/>
                        <a:pt x="1506" y="1"/>
                        <a:pt x="104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15"/>
                <p:cNvSpPr/>
                <p:nvPr/>
              </p:nvSpPr>
              <p:spPr>
                <a:xfrm>
                  <a:off x="5692036" y="2905472"/>
                  <a:ext cx="49260" cy="48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2239" extrusionOk="0">
                      <a:moveTo>
                        <a:pt x="998" y="1"/>
                      </a:moveTo>
                      <a:cubicBezTo>
                        <a:pt x="857" y="1"/>
                        <a:pt x="715" y="27"/>
                        <a:pt x="577" y="81"/>
                      </a:cubicBezTo>
                      <a:cubicBezTo>
                        <a:pt x="1" y="327"/>
                        <a:pt x="185" y="801"/>
                        <a:pt x="412" y="1377"/>
                      </a:cubicBezTo>
                      <a:cubicBezTo>
                        <a:pt x="614" y="1850"/>
                        <a:pt x="789" y="2239"/>
                        <a:pt x="1163" y="2239"/>
                      </a:cubicBezTo>
                      <a:cubicBezTo>
                        <a:pt x="1245" y="2239"/>
                        <a:pt x="1337" y="2220"/>
                        <a:pt x="1441" y="2179"/>
                      </a:cubicBezTo>
                      <a:cubicBezTo>
                        <a:pt x="2017" y="1932"/>
                        <a:pt x="2283" y="1274"/>
                        <a:pt x="2058" y="698"/>
                      </a:cubicBezTo>
                      <a:cubicBezTo>
                        <a:pt x="1870" y="260"/>
                        <a:pt x="1445" y="1"/>
                        <a:pt x="99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15"/>
                <p:cNvSpPr/>
                <p:nvPr/>
              </p:nvSpPr>
              <p:spPr>
                <a:xfrm>
                  <a:off x="5694236" y="2911640"/>
                  <a:ext cx="46629" cy="42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2" h="1953" extrusionOk="0">
                      <a:moveTo>
                        <a:pt x="206" y="0"/>
                      </a:moveTo>
                      <a:cubicBezTo>
                        <a:pt x="1" y="247"/>
                        <a:pt x="124" y="639"/>
                        <a:pt x="310" y="1091"/>
                      </a:cubicBezTo>
                      <a:cubicBezTo>
                        <a:pt x="512" y="1564"/>
                        <a:pt x="687" y="1953"/>
                        <a:pt x="1061" y="1953"/>
                      </a:cubicBezTo>
                      <a:cubicBezTo>
                        <a:pt x="1143" y="1953"/>
                        <a:pt x="1235" y="1934"/>
                        <a:pt x="1339" y="1893"/>
                      </a:cubicBezTo>
                      <a:cubicBezTo>
                        <a:pt x="1893" y="1667"/>
                        <a:pt x="2161" y="1029"/>
                        <a:pt x="1956" y="474"/>
                      </a:cubicBezTo>
                      <a:lnTo>
                        <a:pt x="1956" y="474"/>
                      </a:lnTo>
                      <a:cubicBezTo>
                        <a:pt x="1350" y="749"/>
                        <a:pt x="955" y="874"/>
                        <a:pt x="697" y="874"/>
                      </a:cubicBezTo>
                      <a:cubicBezTo>
                        <a:pt x="279" y="874"/>
                        <a:pt x="219" y="547"/>
                        <a:pt x="2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15"/>
                <p:cNvSpPr/>
                <p:nvPr/>
              </p:nvSpPr>
              <p:spPr>
                <a:xfrm>
                  <a:off x="6037224" y="2714082"/>
                  <a:ext cx="51503" cy="50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8" h="2337" extrusionOk="0">
                      <a:moveTo>
                        <a:pt x="1051" y="0"/>
                      </a:moveTo>
                      <a:cubicBezTo>
                        <a:pt x="901" y="0"/>
                        <a:pt x="747" y="29"/>
                        <a:pt x="596" y="89"/>
                      </a:cubicBezTo>
                      <a:cubicBezTo>
                        <a:pt x="1" y="336"/>
                        <a:pt x="185" y="829"/>
                        <a:pt x="432" y="1425"/>
                      </a:cubicBezTo>
                      <a:cubicBezTo>
                        <a:pt x="633" y="1928"/>
                        <a:pt x="807" y="2336"/>
                        <a:pt x="1199" y="2336"/>
                      </a:cubicBezTo>
                      <a:cubicBezTo>
                        <a:pt x="1287" y="2336"/>
                        <a:pt x="1388" y="2315"/>
                        <a:pt x="1502" y="2269"/>
                      </a:cubicBezTo>
                      <a:cubicBezTo>
                        <a:pt x="2099" y="2023"/>
                        <a:pt x="2387" y="1343"/>
                        <a:pt x="2140" y="726"/>
                      </a:cubicBezTo>
                      <a:cubicBezTo>
                        <a:pt x="1953" y="275"/>
                        <a:pt x="1519" y="0"/>
                        <a:pt x="105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6038992" y="2720703"/>
                  <a:ext cx="49260" cy="4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" h="2236" extrusionOk="0">
                      <a:moveTo>
                        <a:pt x="1007" y="1"/>
                      </a:moveTo>
                      <a:cubicBezTo>
                        <a:pt x="864" y="1"/>
                        <a:pt x="718" y="29"/>
                        <a:pt x="577" y="90"/>
                      </a:cubicBezTo>
                      <a:cubicBezTo>
                        <a:pt x="1" y="317"/>
                        <a:pt x="166" y="789"/>
                        <a:pt x="412" y="1365"/>
                      </a:cubicBezTo>
                      <a:cubicBezTo>
                        <a:pt x="596" y="1834"/>
                        <a:pt x="766" y="2235"/>
                        <a:pt x="1134" y="2235"/>
                      </a:cubicBezTo>
                      <a:cubicBezTo>
                        <a:pt x="1218" y="2235"/>
                        <a:pt x="1312" y="2214"/>
                        <a:pt x="1420" y="2168"/>
                      </a:cubicBezTo>
                      <a:cubicBezTo>
                        <a:pt x="1996" y="1941"/>
                        <a:pt x="2284" y="1283"/>
                        <a:pt x="2037" y="707"/>
                      </a:cubicBezTo>
                      <a:cubicBezTo>
                        <a:pt x="1866" y="272"/>
                        <a:pt x="1449" y="1"/>
                        <a:pt x="100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15"/>
                <p:cNvSpPr/>
                <p:nvPr/>
              </p:nvSpPr>
              <p:spPr>
                <a:xfrm>
                  <a:off x="6040782" y="2726634"/>
                  <a:ext cx="46586" cy="42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" h="1961" extrusionOk="0">
                      <a:moveTo>
                        <a:pt x="206" y="1"/>
                      </a:moveTo>
                      <a:lnTo>
                        <a:pt x="206" y="1"/>
                      </a:lnTo>
                      <a:cubicBezTo>
                        <a:pt x="0" y="267"/>
                        <a:pt x="143" y="659"/>
                        <a:pt x="329" y="1090"/>
                      </a:cubicBezTo>
                      <a:cubicBezTo>
                        <a:pt x="513" y="1559"/>
                        <a:pt x="683" y="1960"/>
                        <a:pt x="1051" y="1960"/>
                      </a:cubicBezTo>
                      <a:cubicBezTo>
                        <a:pt x="1135" y="1960"/>
                        <a:pt x="1229" y="1939"/>
                        <a:pt x="1337" y="1893"/>
                      </a:cubicBezTo>
                      <a:cubicBezTo>
                        <a:pt x="1893" y="1666"/>
                        <a:pt x="2160" y="1049"/>
                        <a:pt x="1975" y="473"/>
                      </a:cubicBezTo>
                      <a:lnTo>
                        <a:pt x="1975" y="473"/>
                      </a:lnTo>
                      <a:cubicBezTo>
                        <a:pt x="1362" y="748"/>
                        <a:pt x="962" y="873"/>
                        <a:pt x="701" y="873"/>
                      </a:cubicBezTo>
                      <a:cubicBezTo>
                        <a:pt x="278" y="873"/>
                        <a:pt x="218" y="547"/>
                        <a:pt x="20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03" name="Google Shape;203;p15"/>
            <p:cNvSpPr/>
            <p:nvPr/>
          </p:nvSpPr>
          <p:spPr>
            <a:xfrm>
              <a:off x="-104775" y="3778404"/>
              <a:ext cx="6705600" cy="974175"/>
            </a:xfrm>
            <a:custGeom>
              <a:avLst/>
              <a:gdLst/>
              <a:ahLst/>
              <a:cxnLst/>
              <a:rect l="l" t="t" r="r" b="b"/>
              <a:pathLst>
                <a:path w="268224" h="38967" extrusionOk="0">
                  <a:moveTo>
                    <a:pt x="268224" y="32083"/>
                  </a:moveTo>
                  <a:cubicBezTo>
                    <a:pt x="248898" y="33840"/>
                    <a:pt x="221820" y="34245"/>
                    <a:pt x="211836" y="17605"/>
                  </a:cubicBezTo>
                  <a:cubicBezTo>
                    <a:pt x="208799" y="12543"/>
                    <a:pt x="211874" y="2463"/>
                    <a:pt x="217551" y="841"/>
                  </a:cubicBezTo>
                  <a:cubicBezTo>
                    <a:pt x="221273" y="-222"/>
                    <a:pt x="227752" y="4867"/>
                    <a:pt x="226314" y="8461"/>
                  </a:cubicBezTo>
                  <a:cubicBezTo>
                    <a:pt x="218276" y="28557"/>
                    <a:pt x="181986" y="10999"/>
                    <a:pt x="161544" y="3889"/>
                  </a:cubicBezTo>
                  <a:cubicBezTo>
                    <a:pt x="153435" y="1069"/>
                    <a:pt x="144577" y="1118"/>
                    <a:pt x="136017" y="460"/>
                  </a:cubicBezTo>
                  <a:cubicBezTo>
                    <a:pt x="130354" y="24"/>
                    <a:pt x="123269" y="-508"/>
                    <a:pt x="119253" y="3508"/>
                  </a:cubicBezTo>
                  <a:cubicBezTo>
                    <a:pt x="106843" y="15918"/>
                    <a:pt x="97059" y="36128"/>
                    <a:pt x="79629" y="38179"/>
                  </a:cubicBezTo>
                  <a:cubicBezTo>
                    <a:pt x="65852" y="39800"/>
                    <a:pt x="51603" y="38689"/>
                    <a:pt x="38100" y="35512"/>
                  </a:cubicBezTo>
                  <a:cubicBezTo>
                    <a:pt x="25715" y="32598"/>
                    <a:pt x="11380" y="27536"/>
                    <a:pt x="0" y="33226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7" name="Google Shape;8027;p71"/>
          <p:cNvSpPr txBox="1">
            <a:spLocks noGrp="1"/>
          </p:cNvSpPr>
          <p:nvPr>
            <p:ph type="title"/>
          </p:nvPr>
        </p:nvSpPr>
        <p:spPr>
          <a:xfrm>
            <a:off x="720000" y="155460"/>
            <a:ext cx="77040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i="0" dirty="0"/>
              <a:t>Conclusion</a:t>
            </a:r>
            <a:endParaRPr sz="4000" i="0" dirty="0"/>
          </a:p>
        </p:txBody>
      </p:sp>
      <p:grpSp>
        <p:nvGrpSpPr>
          <p:cNvPr id="8049" name="Google Shape;8049;p71"/>
          <p:cNvGrpSpPr/>
          <p:nvPr/>
        </p:nvGrpSpPr>
        <p:grpSpPr>
          <a:xfrm flipH="1">
            <a:off x="7523558" y="769691"/>
            <a:ext cx="1143167" cy="451268"/>
            <a:chOff x="5454775" y="-1447800"/>
            <a:chExt cx="3232025" cy="1275850"/>
          </a:xfrm>
        </p:grpSpPr>
        <p:sp>
          <p:nvSpPr>
            <p:cNvPr id="8050" name="Google Shape;8050;p71"/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1" name="Google Shape;8051;p71"/>
            <p:cNvSpPr/>
            <p:nvPr/>
          </p:nvSpPr>
          <p:spPr>
            <a:xfrm>
              <a:off x="6602150" y="-685750"/>
              <a:ext cx="252600" cy="513800"/>
            </a:xfrm>
            <a:custGeom>
              <a:avLst/>
              <a:gdLst/>
              <a:ahLst/>
              <a:cxnLst/>
              <a:rect l="l" t="t" r="r" b="b"/>
              <a:pathLst>
                <a:path w="10104" h="20552" extrusionOk="0">
                  <a:moveTo>
                    <a:pt x="7180" y="0"/>
                  </a:moveTo>
                  <a:lnTo>
                    <a:pt x="4192" y="151"/>
                  </a:lnTo>
                  <a:lnTo>
                    <a:pt x="860" y="4601"/>
                  </a:lnTo>
                  <a:lnTo>
                    <a:pt x="0" y="20336"/>
                  </a:lnTo>
                  <a:lnTo>
                    <a:pt x="968" y="20444"/>
                  </a:lnTo>
                  <a:lnTo>
                    <a:pt x="2344" y="20551"/>
                  </a:lnTo>
                  <a:lnTo>
                    <a:pt x="3569" y="14726"/>
                  </a:lnTo>
                  <a:lnTo>
                    <a:pt x="5955" y="16402"/>
                  </a:lnTo>
                  <a:lnTo>
                    <a:pt x="4558" y="13565"/>
                  </a:lnTo>
                  <a:lnTo>
                    <a:pt x="4837" y="13178"/>
                  </a:lnTo>
                  <a:lnTo>
                    <a:pt x="7481" y="14597"/>
                  </a:lnTo>
                  <a:lnTo>
                    <a:pt x="5525" y="11781"/>
                  </a:lnTo>
                  <a:lnTo>
                    <a:pt x="5890" y="10770"/>
                  </a:lnTo>
                  <a:lnTo>
                    <a:pt x="8535" y="12189"/>
                  </a:lnTo>
                  <a:lnTo>
                    <a:pt x="6557" y="9394"/>
                  </a:lnTo>
                  <a:lnTo>
                    <a:pt x="7718" y="6105"/>
                  </a:lnTo>
                  <a:lnTo>
                    <a:pt x="10104" y="3633"/>
                  </a:lnTo>
                  <a:lnTo>
                    <a:pt x="9889" y="3246"/>
                  </a:lnTo>
                  <a:lnTo>
                    <a:pt x="9631" y="2816"/>
                  </a:lnTo>
                  <a:lnTo>
                    <a:pt x="9287" y="2279"/>
                  </a:lnTo>
                  <a:lnTo>
                    <a:pt x="8879" y="1677"/>
                  </a:lnTo>
                  <a:lnTo>
                    <a:pt x="8621" y="1376"/>
                  </a:lnTo>
                  <a:lnTo>
                    <a:pt x="8363" y="1075"/>
                  </a:lnTo>
                  <a:lnTo>
                    <a:pt x="8105" y="774"/>
                  </a:lnTo>
                  <a:lnTo>
                    <a:pt x="7804" y="495"/>
                  </a:lnTo>
                  <a:lnTo>
                    <a:pt x="7503" y="237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2" name="Google Shape;8052;p71"/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3" name="Google Shape;8053;p71"/>
            <p:cNvSpPr/>
            <p:nvPr/>
          </p:nvSpPr>
          <p:spPr>
            <a:xfrm>
              <a:off x="7163750" y="-1223175"/>
              <a:ext cx="698675" cy="294000"/>
            </a:xfrm>
            <a:custGeom>
              <a:avLst/>
              <a:gdLst/>
              <a:ahLst/>
              <a:cxnLst/>
              <a:rect l="l" t="t" r="r" b="b"/>
              <a:pathLst>
                <a:path w="27947" h="11760" extrusionOk="0">
                  <a:moveTo>
                    <a:pt x="24012" y="1"/>
                  </a:moveTo>
                  <a:lnTo>
                    <a:pt x="0" y="9481"/>
                  </a:lnTo>
                  <a:lnTo>
                    <a:pt x="7159" y="11759"/>
                  </a:lnTo>
                  <a:lnTo>
                    <a:pt x="12726" y="8986"/>
                  </a:lnTo>
                  <a:lnTo>
                    <a:pt x="16273" y="10663"/>
                  </a:lnTo>
                  <a:lnTo>
                    <a:pt x="14446" y="8126"/>
                  </a:lnTo>
                  <a:lnTo>
                    <a:pt x="18488" y="6106"/>
                  </a:lnTo>
                  <a:lnTo>
                    <a:pt x="22507" y="8019"/>
                  </a:lnTo>
                  <a:lnTo>
                    <a:pt x="20444" y="5138"/>
                  </a:lnTo>
                  <a:lnTo>
                    <a:pt x="24571" y="3075"/>
                  </a:lnTo>
                  <a:lnTo>
                    <a:pt x="27946" y="4687"/>
                  </a:lnTo>
                  <a:lnTo>
                    <a:pt x="26205" y="2258"/>
                  </a:lnTo>
                  <a:lnTo>
                    <a:pt x="26871" y="1935"/>
                  </a:lnTo>
                  <a:lnTo>
                    <a:pt x="2401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4" name="Google Shape;8054;p71"/>
            <p:cNvSpPr/>
            <p:nvPr/>
          </p:nvSpPr>
          <p:spPr>
            <a:xfrm>
              <a:off x="7169125" y="-1359675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41" y="495"/>
                  </a:lnTo>
                  <a:lnTo>
                    <a:pt x="1226" y="688"/>
                  </a:lnTo>
                  <a:lnTo>
                    <a:pt x="1032" y="903"/>
                  </a:lnTo>
                  <a:lnTo>
                    <a:pt x="839" y="1118"/>
                  </a:lnTo>
                  <a:lnTo>
                    <a:pt x="688" y="1333"/>
                  </a:lnTo>
                  <a:lnTo>
                    <a:pt x="538" y="1570"/>
                  </a:lnTo>
                  <a:lnTo>
                    <a:pt x="430" y="1806"/>
                  </a:lnTo>
                  <a:lnTo>
                    <a:pt x="323" y="2043"/>
                  </a:lnTo>
                  <a:lnTo>
                    <a:pt x="237" y="2301"/>
                  </a:lnTo>
                  <a:lnTo>
                    <a:pt x="172" y="2537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0" y="4020"/>
                  </a:lnTo>
                  <a:lnTo>
                    <a:pt x="22" y="4450"/>
                  </a:lnTo>
                  <a:lnTo>
                    <a:pt x="65" y="4859"/>
                  </a:lnTo>
                  <a:lnTo>
                    <a:pt x="108" y="5224"/>
                  </a:lnTo>
                  <a:lnTo>
                    <a:pt x="215" y="5740"/>
                  </a:lnTo>
                  <a:lnTo>
                    <a:pt x="258" y="5934"/>
                  </a:lnTo>
                  <a:lnTo>
                    <a:pt x="19562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5" name="Google Shape;8055;p71"/>
            <p:cNvSpPr/>
            <p:nvPr/>
          </p:nvSpPr>
          <p:spPr>
            <a:xfrm>
              <a:off x="6634925" y="-1230150"/>
              <a:ext cx="489075" cy="148350"/>
            </a:xfrm>
            <a:custGeom>
              <a:avLst/>
              <a:gdLst/>
              <a:ahLst/>
              <a:cxnLst/>
              <a:rect l="l" t="t" r="r" b="b"/>
              <a:pathLst>
                <a:path w="19563" h="5934" extrusionOk="0">
                  <a:moveTo>
                    <a:pt x="2279" y="0"/>
                  </a:moveTo>
                  <a:lnTo>
                    <a:pt x="1978" y="151"/>
                  </a:lnTo>
                  <a:lnTo>
                    <a:pt x="1699" y="323"/>
                  </a:lnTo>
                  <a:lnTo>
                    <a:pt x="1462" y="495"/>
                  </a:lnTo>
                  <a:lnTo>
                    <a:pt x="1226" y="688"/>
                  </a:lnTo>
                  <a:lnTo>
                    <a:pt x="1033" y="903"/>
                  </a:lnTo>
                  <a:lnTo>
                    <a:pt x="839" y="1118"/>
                  </a:lnTo>
                  <a:lnTo>
                    <a:pt x="689" y="1333"/>
                  </a:lnTo>
                  <a:lnTo>
                    <a:pt x="560" y="1569"/>
                  </a:lnTo>
                  <a:lnTo>
                    <a:pt x="431" y="1806"/>
                  </a:lnTo>
                  <a:lnTo>
                    <a:pt x="323" y="2064"/>
                  </a:lnTo>
                  <a:lnTo>
                    <a:pt x="237" y="2300"/>
                  </a:lnTo>
                  <a:lnTo>
                    <a:pt x="173" y="2558"/>
                  </a:lnTo>
                  <a:lnTo>
                    <a:pt x="108" y="2795"/>
                  </a:lnTo>
                  <a:lnTo>
                    <a:pt x="65" y="3053"/>
                  </a:lnTo>
                  <a:lnTo>
                    <a:pt x="22" y="3547"/>
                  </a:lnTo>
                  <a:lnTo>
                    <a:pt x="1" y="4020"/>
                  </a:lnTo>
                  <a:lnTo>
                    <a:pt x="22" y="4471"/>
                  </a:lnTo>
                  <a:lnTo>
                    <a:pt x="65" y="4858"/>
                  </a:lnTo>
                  <a:lnTo>
                    <a:pt x="108" y="5224"/>
                  </a:lnTo>
                  <a:lnTo>
                    <a:pt x="216" y="5740"/>
                  </a:lnTo>
                  <a:lnTo>
                    <a:pt x="259" y="5933"/>
                  </a:lnTo>
                  <a:lnTo>
                    <a:pt x="19563" y="3547"/>
                  </a:lnTo>
                  <a:lnTo>
                    <a:pt x="22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6" name="Google Shape;8056;p71"/>
            <p:cNvSpPr/>
            <p:nvPr/>
          </p:nvSpPr>
          <p:spPr>
            <a:xfrm>
              <a:off x="7169125" y="-1317750"/>
              <a:ext cx="489075" cy="106425"/>
            </a:xfrm>
            <a:custGeom>
              <a:avLst/>
              <a:gdLst/>
              <a:ahLst/>
              <a:cxnLst/>
              <a:rect l="l" t="t" r="r" b="b"/>
              <a:pathLst>
                <a:path w="19563" h="4257" extrusionOk="0">
                  <a:moveTo>
                    <a:pt x="10426" y="0"/>
                  </a:moveTo>
                  <a:lnTo>
                    <a:pt x="4708" y="1226"/>
                  </a:lnTo>
                  <a:lnTo>
                    <a:pt x="0" y="2236"/>
                  </a:lnTo>
                  <a:lnTo>
                    <a:pt x="0" y="2644"/>
                  </a:lnTo>
                  <a:lnTo>
                    <a:pt x="43" y="3031"/>
                  </a:lnTo>
                  <a:lnTo>
                    <a:pt x="86" y="3375"/>
                  </a:lnTo>
                  <a:lnTo>
                    <a:pt x="129" y="3676"/>
                  </a:lnTo>
                  <a:lnTo>
                    <a:pt x="215" y="4106"/>
                  </a:lnTo>
                  <a:lnTo>
                    <a:pt x="258" y="4257"/>
                  </a:lnTo>
                  <a:lnTo>
                    <a:pt x="19562" y="1870"/>
                  </a:lnTo>
                  <a:lnTo>
                    <a:pt x="10426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7" name="Google Shape;8057;p71"/>
            <p:cNvSpPr/>
            <p:nvPr/>
          </p:nvSpPr>
          <p:spPr>
            <a:xfrm>
              <a:off x="6637075" y="-1200600"/>
              <a:ext cx="486925" cy="98375"/>
            </a:xfrm>
            <a:custGeom>
              <a:avLst/>
              <a:gdLst/>
              <a:ahLst/>
              <a:cxnLst/>
              <a:rect l="l" t="t" r="r" b="b"/>
              <a:pathLst>
                <a:path w="19477" h="3935" extrusionOk="0">
                  <a:moveTo>
                    <a:pt x="7954" y="0"/>
                  </a:moveTo>
                  <a:lnTo>
                    <a:pt x="87" y="1398"/>
                  </a:lnTo>
                  <a:lnTo>
                    <a:pt x="1" y="1742"/>
                  </a:lnTo>
                  <a:lnTo>
                    <a:pt x="6772" y="3934"/>
                  </a:lnTo>
                  <a:lnTo>
                    <a:pt x="19477" y="2365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8" name="Google Shape;8058;p71"/>
            <p:cNvSpPr/>
            <p:nvPr/>
          </p:nvSpPr>
          <p:spPr>
            <a:xfrm>
              <a:off x="6059900" y="-765300"/>
              <a:ext cx="419750" cy="224125"/>
            </a:xfrm>
            <a:custGeom>
              <a:avLst/>
              <a:gdLst/>
              <a:ahLst/>
              <a:cxnLst/>
              <a:rect l="l" t="t" r="r" b="b"/>
              <a:pathLst>
                <a:path w="16790" h="8965" extrusionOk="0">
                  <a:moveTo>
                    <a:pt x="3633" y="1"/>
                  </a:moveTo>
                  <a:lnTo>
                    <a:pt x="3375" y="22"/>
                  </a:lnTo>
                  <a:lnTo>
                    <a:pt x="3117" y="44"/>
                  </a:lnTo>
                  <a:lnTo>
                    <a:pt x="2881" y="108"/>
                  </a:lnTo>
                  <a:lnTo>
                    <a:pt x="2644" y="194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67"/>
                  </a:lnTo>
                  <a:lnTo>
                    <a:pt x="1591" y="818"/>
                  </a:lnTo>
                  <a:lnTo>
                    <a:pt x="1376" y="1011"/>
                  </a:lnTo>
                  <a:lnTo>
                    <a:pt x="1183" y="1226"/>
                  </a:lnTo>
                  <a:lnTo>
                    <a:pt x="968" y="1441"/>
                  </a:lnTo>
                  <a:lnTo>
                    <a:pt x="796" y="1699"/>
                  </a:lnTo>
                  <a:lnTo>
                    <a:pt x="602" y="1957"/>
                  </a:lnTo>
                  <a:lnTo>
                    <a:pt x="452" y="2258"/>
                  </a:lnTo>
                  <a:lnTo>
                    <a:pt x="323" y="2602"/>
                  </a:lnTo>
                  <a:lnTo>
                    <a:pt x="194" y="2946"/>
                  </a:lnTo>
                  <a:lnTo>
                    <a:pt x="108" y="3333"/>
                  </a:lnTo>
                  <a:lnTo>
                    <a:pt x="43" y="3741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86" y="5053"/>
                  </a:lnTo>
                  <a:lnTo>
                    <a:pt x="194" y="5246"/>
                  </a:lnTo>
                  <a:lnTo>
                    <a:pt x="344" y="5440"/>
                  </a:lnTo>
                  <a:lnTo>
                    <a:pt x="516" y="5611"/>
                  </a:lnTo>
                  <a:lnTo>
                    <a:pt x="710" y="5740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71" y="6299"/>
                  </a:lnTo>
                  <a:lnTo>
                    <a:pt x="3397" y="6665"/>
                  </a:lnTo>
                  <a:lnTo>
                    <a:pt x="4837" y="7052"/>
                  </a:lnTo>
                  <a:lnTo>
                    <a:pt x="6514" y="7482"/>
                  </a:lnTo>
                  <a:lnTo>
                    <a:pt x="7417" y="7697"/>
                  </a:lnTo>
                  <a:lnTo>
                    <a:pt x="8362" y="7912"/>
                  </a:lnTo>
                  <a:lnTo>
                    <a:pt x="9373" y="8105"/>
                  </a:lnTo>
                  <a:lnTo>
                    <a:pt x="10405" y="8299"/>
                  </a:lnTo>
                  <a:lnTo>
                    <a:pt x="11501" y="8492"/>
                  </a:lnTo>
                  <a:lnTo>
                    <a:pt x="12619" y="8664"/>
                  </a:lnTo>
                  <a:lnTo>
                    <a:pt x="13758" y="8814"/>
                  </a:lnTo>
                  <a:lnTo>
                    <a:pt x="14962" y="8965"/>
                  </a:lnTo>
                  <a:lnTo>
                    <a:pt x="16789" y="2946"/>
                  </a:lnTo>
                  <a:lnTo>
                    <a:pt x="4386" y="87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9" name="Google Shape;8059;p71"/>
            <p:cNvSpPr/>
            <p:nvPr/>
          </p:nvSpPr>
          <p:spPr>
            <a:xfrm>
              <a:off x="6124925" y="-528300"/>
              <a:ext cx="420275" cy="223600"/>
            </a:xfrm>
            <a:custGeom>
              <a:avLst/>
              <a:gdLst/>
              <a:ahLst/>
              <a:cxnLst/>
              <a:rect l="l" t="t" r="r" b="b"/>
              <a:pathLst>
                <a:path w="16811" h="8944" extrusionOk="0">
                  <a:moveTo>
                    <a:pt x="3375" y="1"/>
                  </a:moveTo>
                  <a:lnTo>
                    <a:pt x="3139" y="44"/>
                  </a:lnTo>
                  <a:lnTo>
                    <a:pt x="2881" y="108"/>
                  </a:lnTo>
                  <a:lnTo>
                    <a:pt x="2666" y="173"/>
                  </a:lnTo>
                  <a:lnTo>
                    <a:pt x="2429" y="280"/>
                  </a:lnTo>
                  <a:lnTo>
                    <a:pt x="2021" y="517"/>
                  </a:lnTo>
                  <a:lnTo>
                    <a:pt x="1806" y="646"/>
                  </a:lnTo>
                  <a:lnTo>
                    <a:pt x="1591" y="818"/>
                  </a:lnTo>
                  <a:lnTo>
                    <a:pt x="1398" y="1011"/>
                  </a:lnTo>
                  <a:lnTo>
                    <a:pt x="1183" y="1205"/>
                  </a:lnTo>
                  <a:lnTo>
                    <a:pt x="989" y="1441"/>
                  </a:lnTo>
                  <a:lnTo>
                    <a:pt x="796" y="1678"/>
                  </a:lnTo>
                  <a:lnTo>
                    <a:pt x="624" y="1957"/>
                  </a:lnTo>
                  <a:lnTo>
                    <a:pt x="473" y="2258"/>
                  </a:lnTo>
                  <a:lnTo>
                    <a:pt x="323" y="2580"/>
                  </a:lnTo>
                  <a:lnTo>
                    <a:pt x="215" y="2946"/>
                  </a:lnTo>
                  <a:lnTo>
                    <a:pt x="108" y="3311"/>
                  </a:lnTo>
                  <a:lnTo>
                    <a:pt x="43" y="3720"/>
                  </a:lnTo>
                  <a:lnTo>
                    <a:pt x="0" y="4171"/>
                  </a:lnTo>
                  <a:lnTo>
                    <a:pt x="0" y="4644"/>
                  </a:lnTo>
                  <a:lnTo>
                    <a:pt x="22" y="4859"/>
                  </a:lnTo>
                  <a:lnTo>
                    <a:pt x="108" y="5053"/>
                  </a:lnTo>
                  <a:lnTo>
                    <a:pt x="194" y="5246"/>
                  </a:lnTo>
                  <a:lnTo>
                    <a:pt x="344" y="5418"/>
                  </a:lnTo>
                  <a:lnTo>
                    <a:pt x="516" y="5590"/>
                  </a:lnTo>
                  <a:lnTo>
                    <a:pt x="731" y="5741"/>
                  </a:lnTo>
                  <a:lnTo>
                    <a:pt x="968" y="5869"/>
                  </a:lnTo>
                  <a:lnTo>
                    <a:pt x="1226" y="5977"/>
                  </a:lnTo>
                  <a:lnTo>
                    <a:pt x="2193" y="6278"/>
                  </a:lnTo>
                  <a:lnTo>
                    <a:pt x="3397" y="6643"/>
                  </a:lnTo>
                  <a:lnTo>
                    <a:pt x="4859" y="7052"/>
                  </a:lnTo>
                  <a:lnTo>
                    <a:pt x="6514" y="7482"/>
                  </a:lnTo>
                  <a:lnTo>
                    <a:pt x="7438" y="7675"/>
                  </a:lnTo>
                  <a:lnTo>
                    <a:pt x="8384" y="7890"/>
                  </a:lnTo>
                  <a:lnTo>
                    <a:pt x="9373" y="8105"/>
                  </a:lnTo>
                  <a:lnTo>
                    <a:pt x="10426" y="8299"/>
                  </a:lnTo>
                  <a:lnTo>
                    <a:pt x="11501" y="8471"/>
                  </a:lnTo>
                  <a:lnTo>
                    <a:pt x="12619" y="8643"/>
                  </a:lnTo>
                  <a:lnTo>
                    <a:pt x="13780" y="8815"/>
                  </a:lnTo>
                  <a:lnTo>
                    <a:pt x="14962" y="8944"/>
                  </a:lnTo>
                  <a:lnTo>
                    <a:pt x="16811" y="2946"/>
                  </a:lnTo>
                  <a:lnTo>
                    <a:pt x="4407" y="65"/>
                  </a:lnTo>
                  <a:lnTo>
                    <a:pt x="4149" y="22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0" name="Google Shape;8060;p71"/>
            <p:cNvSpPr/>
            <p:nvPr/>
          </p:nvSpPr>
          <p:spPr>
            <a:xfrm>
              <a:off x="6188875" y="-758850"/>
              <a:ext cx="290775" cy="217675"/>
            </a:xfrm>
            <a:custGeom>
              <a:avLst/>
              <a:gdLst/>
              <a:ahLst/>
              <a:cxnLst/>
              <a:rect l="l" t="t" r="r" b="b"/>
              <a:pathLst>
                <a:path w="11631" h="8707" extrusionOk="0">
                  <a:moveTo>
                    <a:pt x="0" y="1"/>
                  </a:moveTo>
                  <a:lnTo>
                    <a:pt x="1247" y="1871"/>
                  </a:lnTo>
                  <a:lnTo>
                    <a:pt x="3526" y="7718"/>
                  </a:lnTo>
                  <a:lnTo>
                    <a:pt x="4988" y="7998"/>
                  </a:lnTo>
                  <a:lnTo>
                    <a:pt x="6514" y="8256"/>
                  </a:lnTo>
                  <a:lnTo>
                    <a:pt x="8126" y="8492"/>
                  </a:lnTo>
                  <a:lnTo>
                    <a:pt x="9803" y="8707"/>
                  </a:lnTo>
                  <a:lnTo>
                    <a:pt x="11630" y="26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1" name="Google Shape;8061;p71"/>
            <p:cNvSpPr/>
            <p:nvPr/>
          </p:nvSpPr>
          <p:spPr>
            <a:xfrm>
              <a:off x="6298500" y="-511625"/>
              <a:ext cx="246700" cy="206925"/>
            </a:xfrm>
            <a:custGeom>
              <a:avLst/>
              <a:gdLst/>
              <a:ahLst/>
              <a:cxnLst/>
              <a:rect l="l" t="t" r="r" b="b"/>
              <a:pathLst>
                <a:path w="9868" h="8277" extrusionOk="0">
                  <a:moveTo>
                    <a:pt x="1" y="0"/>
                  </a:moveTo>
                  <a:lnTo>
                    <a:pt x="2946" y="7524"/>
                  </a:lnTo>
                  <a:lnTo>
                    <a:pt x="4150" y="7739"/>
                  </a:lnTo>
                  <a:lnTo>
                    <a:pt x="5396" y="7933"/>
                  </a:lnTo>
                  <a:lnTo>
                    <a:pt x="6686" y="8126"/>
                  </a:lnTo>
                  <a:lnTo>
                    <a:pt x="8019" y="8277"/>
                  </a:lnTo>
                  <a:lnTo>
                    <a:pt x="9868" y="22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2" name="Google Shape;8062;p71"/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extrusionOk="0">
                  <a:moveTo>
                    <a:pt x="19132" y="0"/>
                  </a:move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3" name="Google Shape;8063;p71"/>
            <p:cNvSpPr/>
            <p:nvPr/>
          </p:nvSpPr>
          <p:spPr>
            <a:xfrm>
              <a:off x="7983850" y="-790550"/>
              <a:ext cx="702950" cy="257450"/>
            </a:xfrm>
            <a:custGeom>
              <a:avLst/>
              <a:gdLst/>
              <a:ahLst/>
              <a:cxnLst/>
              <a:rect l="l" t="t" r="r" b="b"/>
              <a:pathLst>
                <a:path w="28118" h="10298" fill="none" extrusionOk="0">
                  <a:moveTo>
                    <a:pt x="7997" y="10297"/>
                  </a:moveTo>
                  <a:lnTo>
                    <a:pt x="28118" y="1054"/>
                  </a:lnTo>
                  <a:lnTo>
                    <a:pt x="28118" y="1054"/>
                  </a:lnTo>
                  <a:lnTo>
                    <a:pt x="27194" y="860"/>
                  </a:lnTo>
                  <a:lnTo>
                    <a:pt x="26162" y="688"/>
                  </a:lnTo>
                  <a:lnTo>
                    <a:pt x="24851" y="473"/>
                  </a:lnTo>
                  <a:lnTo>
                    <a:pt x="23346" y="258"/>
                  </a:lnTo>
                  <a:lnTo>
                    <a:pt x="22529" y="172"/>
                  </a:lnTo>
                  <a:lnTo>
                    <a:pt x="21691" y="108"/>
                  </a:lnTo>
                  <a:lnTo>
                    <a:pt x="20852" y="43"/>
                  </a:lnTo>
                  <a:lnTo>
                    <a:pt x="19992" y="0"/>
                  </a:lnTo>
                  <a:lnTo>
                    <a:pt x="19132" y="0"/>
                  </a:lnTo>
                  <a:lnTo>
                    <a:pt x="18316" y="22"/>
                  </a:lnTo>
                  <a:lnTo>
                    <a:pt x="18316" y="22"/>
                  </a:lnTo>
                  <a:lnTo>
                    <a:pt x="17864" y="43"/>
                  </a:lnTo>
                  <a:lnTo>
                    <a:pt x="17391" y="108"/>
                  </a:lnTo>
                  <a:lnTo>
                    <a:pt x="16854" y="194"/>
                  </a:lnTo>
                  <a:lnTo>
                    <a:pt x="16273" y="301"/>
                  </a:lnTo>
                  <a:lnTo>
                    <a:pt x="15650" y="452"/>
                  </a:lnTo>
                  <a:lnTo>
                    <a:pt x="14984" y="602"/>
                  </a:lnTo>
                  <a:lnTo>
                    <a:pt x="13608" y="968"/>
                  </a:lnTo>
                  <a:lnTo>
                    <a:pt x="12124" y="1419"/>
                  </a:lnTo>
                  <a:lnTo>
                    <a:pt x="10577" y="1892"/>
                  </a:lnTo>
                  <a:lnTo>
                    <a:pt x="9029" y="2408"/>
                  </a:lnTo>
                  <a:lnTo>
                    <a:pt x="7503" y="2924"/>
                  </a:lnTo>
                  <a:lnTo>
                    <a:pt x="6019" y="3440"/>
                  </a:lnTo>
                  <a:lnTo>
                    <a:pt x="4622" y="3934"/>
                  </a:lnTo>
                  <a:lnTo>
                    <a:pt x="2236" y="4837"/>
                  </a:lnTo>
                  <a:lnTo>
                    <a:pt x="602" y="5461"/>
                  </a:lnTo>
                  <a:lnTo>
                    <a:pt x="0" y="5697"/>
                  </a:lnTo>
                  <a:lnTo>
                    <a:pt x="7997" y="102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4" name="Google Shape;8064;p71"/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extrusionOk="0">
                  <a:moveTo>
                    <a:pt x="10942" y="1"/>
                  </a:move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5" name="Google Shape;8065;p71"/>
            <p:cNvSpPr/>
            <p:nvPr/>
          </p:nvSpPr>
          <p:spPr>
            <a:xfrm>
              <a:off x="5454775" y="-1404825"/>
              <a:ext cx="2837025" cy="933525"/>
            </a:xfrm>
            <a:custGeom>
              <a:avLst/>
              <a:gdLst/>
              <a:ahLst/>
              <a:cxnLst/>
              <a:rect l="l" t="t" r="r" b="b"/>
              <a:pathLst>
                <a:path w="113481" h="37341" fill="none" extrusionOk="0">
                  <a:moveTo>
                    <a:pt x="3719" y="2451"/>
                  </a:moveTo>
                  <a:lnTo>
                    <a:pt x="3719" y="2451"/>
                  </a:lnTo>
                  <a:lnTo>
                    <a:pt x="3568" y="2494"/>
                  </a:lnTo>
                  <a:lnTo>
                    <a:pt x="3182" y="2580"/>
                  </a:lnTo>
                  <a:lnTo>
                    <a:pt x="2924" y="2666"/>
                  </a:lnTo>
                  <a:lnTo>
                    <a:pt x="2644" y="2774"/>
                  </a:lnTo>
                  <a:lnTo>
                    <a:pt x="2343" y="2903"/>
                  </a:lnTo>
                  <a:lnTo>
                    <a:pt x="1999" y="3075"/>
                  </a:lnTo>
                  <a:lnTo>
                    <a:pt x="1677" y="3290"/>
                  </a:lnTo>
                  <a:lnTo>
                    <a:pt x="1354" y="3526"/>
                  </a:lnTo>
                  <a:lnTo>
                    <a:pt x="1053" y="3806"/>
                  </a:lnTo>
                  <a:lnTo>
                    <a:pt x="903" y="3956"/>
                  </a:lnTo>
                  <a:lnTo>
                    <a:pt x="752" y="4128"/>
                  </a:lnTo>
                  <a:lnTo>
                    <a:pt x="623" y="4300"/>
                  </a:lnTo>
                  <a:lnTo>
                    <a:pt x="494" y="4494"/>
                  </a:lnTo>
                  <a:lnTo>
                    <a:pt x="387" y="4709"/>
                  </a:lnTo>
                  <a:lnTo>
                    <a:pt x="279" y="4923"/>
                  </a:lnTo>
                  <a:lnTo>
                    <a:pt x="193" y="5138"/>
                  </a:lnTo>
                  <a:lnTo>
                    <a:pt x="129" y="5396"/>
                  </a:lnTo>
                  <a:lnTo>
                    <a:pt x="64" y="5654"/>
                  </a:lnTo>
                  <a:lnTo>
                    <a:pt x="22" y="5912"/>
                  </a:lnTo>
                  <a:lnTo>
                    <a:pt x="22" y="5912"/>
                  </a:lnTo>
                  <a:lnTo>
                    <a:pt x="0" y="6192"/>
                  </a:lnTo>
                  <a:lnTo>
                    <a:pt x="43" y="6471"/>
                  </a:lnTo>
                  <a:lnTo>
                    <a:pt x="129" y="6751"/>
                  </a:lnTo>
                  <a:lnTo>
                    <a:pt x="236" y="7030"/>
                  </a:lnTo>
                  <a:lnTo>
                    <a:pt x="408" y="7310"/>
                  </a:lnTo>
                  <a:lnTo>
                    <a:pt x="602" y="7589"/>
                  </a:lnTo>
                  <a:lnTo>
                    <a:pt x="838" y="7869"/>
                  </a:lnTo>
                  <a:lnTo>
                    <a:pt x="1118" y="8126"/>
                  </a:lnTo>
                  <a:lnTo>
                    <a:pt x="1419" y="8406"/>
                  </a:lnTo>
                  <a:lnTo>
                    <a:pt x="1763" y="8685"/>
                  </a:lnTo>
                  <a:lnTo>
                    <a:pt x="2107" y="8943"/>
                  </a:lnTo>
                  <a:lnTo>
                    <a:pt x="2515" y="9223"/>
                  </a:lnTo>
                  <a:lnTo>
                    <a:pt x="2924" y="9481"/>
                  </a:lnTo>
                  <a:lnTo>
                    <a:pt x="3353" y="9739"/>
                  </a:lnTo>
                  <a:lnTo>
                    <a:pt x="4278" y="10233"/>
                  </a:lnTo>
                  <a:lnTo>
                    <a:pt x="5267" y="10728"/>
                  </a:lnTo>
                  <a:lnTo>
                    <a:pt x="6299" y="11201"/>
                  </a:lnTo>
                  <a:lnTo>
                    <a:pt x="7352" y="11673"/>
                  </a:lnTo>
                  <a:lnTo>
                    <a:pt x="8427" y="12103"/>
                  </a:lnTo>
                  <a:lnTo>
                    <a:pt x="9480" y="12512"/>
                  </a:lnTo>
                  <a:lnTo>
                    <a:pt x="10512" y="12877"/>
                  </a:lnTo>
                  <a:lnTo>
                    <a:pt x="12468" y="13565"/>
                  </a:lnTo>
                  <a:lnTo>
                    <a:pt x="12468" y="13565"/>
                  </a:lnTo>
                  <a:lnTo>
                    <a:pt x="16638" y="14962"/>
                  </a:lnTo>
                  <a:lnTo>
                    <a:pt x="21045" y="16489"/>
                  </a:lnTo>
                  <a:lnTo>
                    <a:pt x="25968" y="18208"/>
                  </a:lnTo>
                  <a:lnTo>
                    <a:pt x="25968" y="18208"/>
                  </a:lnTo>
                  <a:lnTo>
                    <a:pt x="30353" y="20186"/>
                  </a:lnTo>
                  <a:lnTo>
                    <a:pt x="34911" y="22228"/>
                  </a:lnTo>
                  <a:lnTo>
                    <a:pt x="40220" y="24593"/>
                  </a:lnTo>
                  <a:lnTo>
                    <a:pt x="45659" y="27001"/>
                  </a:lnTo>
                  <a:lnTo>
                    <a:pt x="50582" y="29129"/>
                  </a:lnTo>
                  <a:lnTo>
                    <a:pt x="52667" y="30010"/>
                  </a:lnTo>
                  <a:lnTo>
                    <a:pt x="54408" y="30741"/>
                  </a:lnTo>
                  <a:lnTo>
                    <a:pt x="55698" y="31235"/>
                  </a:lnTo>
                  <a:lnTo>
                    <a:pt x="56149" y="31407"/>
                  </a:lnTo>
                  <a:lnTo>
                    <a:pt x="56472" y="31493"/>
                  </a:lnTo>
                  <a:lnTo>
                    <a:pt x="56472" y="31493"/>
                  </a:lnTo>
                  <a:lnTo>
                    <a:pt x="57052" y="31622"/>
                  </a:lnTo>
                  <a:lnTo>
                    <a:pt x="57762" y="31773"/>
                  </a:lnTo>
                  <a:lnTo>
                    <a:pt x="59503" y="32074"/>
                  </a:lnTo>
                  <a:lnTo>
                    <a:pt x="61588" y="32396"/>
                  </a:lnTo>
                  <a:lnTo>
                    <a:pt x="63888" y="32697"/>
                  </a:lnTo>
                  <a:lnTo>
                    <a:pt x="66296" y="32955"/>
                  </a:lnTo>
                  <a:lnTo>
                    <a:pt x="67478" y="33063"/>
                  </a:lnTo>
                  <a:lnTo>
                    <a:pt x="68639" y="33170"/>
                  </a:lnTo>
                  <a:lnTo>
                    <a:pt x="69778" y="33235"/>
                  </a:lnTo>
                  <a:lnTo>
                    <a:pt x="70853" y="33299"/>
                  </a:lnTo>
                  <a:lnTo>
                    <a:pt x="71842" y="33321"/>
                  </a:lnTo>
                  <a:lnTo>
                    <a:pt x="72766" y="33321"/>
                  </a:lnTo>
                  <a:lnTo>
                    <a:pt x="72766" y="33321"/>
                  </a:lnTo>
                  <a:lnTo>
                    <a:pt x="73046" y="33407"/>
                  </a:lnTo>
                  <a:lnTo>
                    <a:pt x="73906" y="33665"/>
                  </a:lnTo>
                  <a:lnTo>
                    <a:pt x="75260" y="34030"/>
                  </a:lnTo>
                  <a:lnTo>
                    <a:pt x="76141" y="34245"/>
                  </a:lnTo>
                  <a:lnTo>
                    <a:pt x="77130" y="34460"/>
                  </a:lnTo>
                  <a:lnTo>
                    <a:pt x="78226" y="34718"/>
                  </a:lnTo>
                  <a:lnTo>
                    <a:pt x="79452" y="34954"/>
                  </a:lnTo>
                  <a:lnTo>
                    <a:pt x="80785" y="35191"/>
                  </a:lnTo>
                  <a:lnTo>
                    <a:pt x="82203" y="35427"/>
                  </a:lnTo>
                  <a:lnTo>
                    <a:pt x="83730" y="35664"/>
                  </a:lnTo>
                  <a:lnTo>
                    <a:pt x="85342" y="35879"/>
                  </a:lnTo>
                  <a:lnTo>
                    <a:pt x="87062" y="36072"/>
                  </a:lnTo>
                  <a:lnTo>
                    <a:pt x="88867" y="36244"/>
                  </a:lnTo>
                  <a:lnTo>
                    <a:pt x="88867" y="36244"/>
                  </a:lnTo>
                  <a:lnTo>
                    <a:pt x="90737" y="36373"/>
                  </a:lnTo>
                  <a:lnTo>
                    <a:pt x="92715" y="36524"/>
                  </a:lnTo>
                  <a:lnTo>
                    <a:pt x="94736" y="36631"/>
                  </a:lnTo>
                  <a:lnTo>
                    <a:pt x="96778" y="36760"/>
                  </a:lnTo>
                  <a:lnTo>
                    <a:pt x="100819" y="36932"/>
                  </a:lnTo>
                  <a:lnTo>
                    <a:pt x="104624" y="37083"/>
                  </a:lnTo>
                  <a:lnTo>
                    <a:pt x="107978" y="37212"/>
                  </a:lnTo>
                  <a:lnTo>
                    <a:pt x="110643" y="37276"/>
                  </a:lnTo>
                  <a:lnTo>
                    <a:pt x="113051" y="37341"/>
                  </a:lnTo>
                  <a:lnTo>
                    <a:pt x="113481" y="35277"/>
                  </a:lnTo>
                  <a:lnTo>
                    <a:pt x="113481" y="35277"/>
                  </a:lnTo>
                  <a:lnTo>
                    <a:pt x="112772" y="34911"/>
                  </a:lnTo>
                  <a:lnTo>
                    <a:pt x="110815" y="33923"/>
                  </a:lnTo>
                  <a:lnTo>
                    <a:pt x="107806" y="32439"/>
                  </a:lnTo>
                  <a:lnTo>
                    <a:pt x="104001" y="30591"/>
                  </a:lnTo>
                  <a:lnTo>
                    <a:pt x="101851" y="29580"/>
                  </a:lnTo>
                  <a:lnTo>
                    <a:pt x="99594" y="28527"/>
                  </a:lnTo>
                  <a:lnTo>
                    <a:pt x="97229" y="27452"/>
                  </a:lnTo>
                  <a:lnTo>
                    <a:pt x="94800" y="26377"/>
                  </a:lnTo>
                  <a:lnTo>
                    <a:pt x="92328" y="25302"/>
                  </a:lnTo>
                  <a:lnTo>
                    <a:pt x="89856" y="24271"/>
                  </a:lnTo>
                  <a:lnTo>
                    <a:pt x="87405" y="23282"/>
                  </a:lnTo>
                  <a:lnTo>
                    <a:pt x="84976" y="22357"/>
                  </a:lnTo>
                  <a:lnTo>
                    <a:pt x="84976" y="22357"/>
                  </a:lnTo>
                  <a:lnTo>
                    <a:pt x="82375" y="21411"/>
                  </a:lnTo>
                  <a:lnTo>
                    <a:pt x="79409" y="20358"/>
                  </a:lnTo>
                  <a:lnTo>
                    <a:pt x="76141" y="19219"/>
                  </a:lnTo>
                  <a:lnTo>
                    <a:pt x="72616" y="18036"/>
                  </a:lnTo>
                  <a:lnTo>
                    <a:pt x="68918" y="16811"/>
                  </a:lnTo>
                  <a:lnTo>
                    <a:pt x="65113" y="15543"/>
                  </a:lnTo>
                  <a:lnTo>
                    <a:pt x="57418" y="13028"/>
                  </a:lnTo>
                  <a:lnTo>
                    <a:pt x="50044" y="10663"/>
                  </a:lnTo>
                  <a:lnTo>
                    <a:pt x="43552" y="8578"/>
                  </a:lnTo>
                  <a:lnTo>
                    <a:pt x="38415" y="6923"/>
                  </a:lnTo>
                  <a:lnTo>
                    <a:pt x="35169" y="5869"/>
                  </a:lnTo>
                  <a:lnTo>
                    <a:pt x="35169" y="5869"/>
                  </a:lnTo>
                  <a:lnTo>
                    <a:pt x="34094" y="5504"/>
                  </a:lnTo>
                  <a:lnTo>
                    <a:pt x="32954" y="5117"/>
                  </a:lnTo>
                  <a:lnTo>
                    <a:pt x="30568" y="4257"/>
                  </a:lnTo>
                  <a:lnTo>
                    <a:pt x="28010" y="3376"/>
                  </a:lnTo>
                  <a:lnTo>
                    <a:pt x="26677" y="2924"/>
                  </a:lnTo>
                  <a:lnTo>
                    <a:pt x="25302" y="2494"/>
                  </a:lnTo>
                  <a:lnTo>
                    <a:pt x="23904" y="2064"/>
                  </a:lnTo>
                  <a:lnTo>
                    <a:pt x="22464" y="1677"/>
                  </a:lnTo>
                  <a:lnTo>
                    <a:pt x="20981" y="1291"/>
                  </a:lnTo>
                  <a:lnTo>
                    <a:pt x="19476" y="968"/>
                  </a:lnTo>
                  <a:lnTo>
                    <a:pt x="17950" y="667"/>
                  </a:lnTo>
                  <a:lnTo>
                    <a:pt x="17176" y="538"/>
                  </a:lnTo>
                  <a:lnTo>
                    <a:pt x="16380" y="409"/>
                  </a:lnTo>
                  <a:lnTo>
                    <a:pt x="15607" y="302"/>
                  </a:lnTo>
                  <a:lnTo>
                    <a:pt x="14790" y="216"/>
                  </a:lnTo>
                  <a:lnTo>
                    <a:pt x="13994" y="130"/>
                  </a:lnTo>
                  <a:lnTo>
                    <a:pt x="13177" y="87"/>
                  </a:lnTo>
                  <a:lnTo>
                    <a:pt x="13177" y="87"/>
                  </a:lnTo>
                  <a:lnTo>
                    <a:pt x="12404" y="44"/>
                  </a:lnTo>
                  <a:lnTo>
                    <a:pt x="11651" y="1"/>
                  </a:lnTo>
                  <a:lnTo>
                    <a:pt x="10942" y="1"/>
                  </a:lnTo>
                  <a:lnTo>
                    <a:pt x="10297" y="22"/>
                  </a:lnTo>
                  <a:lnTo>
                    <a:pt x="9674" y="44"/>
                  </a:lnTo>
                  <a:lnTo>
                    <a:pt x="9093" y="87"/>
                  </a:lnTo>
                  <a:lnTo>
                    <a:pt x="8556" y="130"/>
                  </a:lnTo>
                  <a:lnTo>
                    <a:pt x="8040" y="216"/>
                  </a:lnTo>
                  <a:lnTo>
                    <a:pt x="7588" y="280"/>
                  </a:lnTo>
                  <a:lnTo>
                    <a:pt x="7158" y="366"/>
                  </a:lnTo>
                  <a:lnTo>
                    <a:pt x="6750" y="474"/>
                  </a:lnTo>
                  <a:lnTo>
                    <a:pt x="6385" y="581"/>
                  </a:lnTo>
                  <a:lnTo>
                    <a:pt x="6041" y="689"/>
                  </a:lnTo>
                  <a:lnTo>
                    <a:pt x="5740" y="818"/>
                  </a:lnTo>
                  <a:lnTo>
                    <a:pt x="5460" y="925"/>
                  </a:lnTo>
                  <a:lnTo>
                    <a:pt x="5202" y="1054"/>
                  </a:lnTo>
                  <a:lnTo>
                    <a:pt x="4966" y="1183"/>
                  </a:lnTo>
                  <a:lnTo>
                    <a:pt x="4772" y="1312"/>
                  </a:lnTo>
                  <a:lnTo>
                    <a:pt x="4428" y="1549"/>
                  </a:lnTo>
                  <a:lnTo>
                    <a:pt x="4170" y="1785"/>
                  </a:lnTo>
                  <a:lnTo>
                    <a:pt x="3977" y="2000"/>
                  </a:lnTo>
                  <a:lnTo>
                    <a:pt x="3848" y="2193"/>
                  </a:lnTo>
                  <a:lnTo>
                    <a:pt x="3762" y="2344"/>
                  </a:lnTo>
                  <a:lnTo>
                    <a:pt x="3719" y="24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6" name="Google Shape;8066;p71"/>
            <p:cNvSpPr/>
            <p:nvPr/>
          </p:nvSpPr>
          <p:spPr>
            <a:xfrm>
              <a:off x="7617325" y="-1163525"/>
              <a:ext cx="835175" cy="557325"/>
            </a:xfrm>
            <a:custGeom>
              <a:avLst/>
              <a:gdLst/>
              <a:ahLst/>
              <a:cxnLst/>
              <a:rect l="l" t="t" r="r" b="b"/>
              <a:pathLst>
                <a:path w="33407" h="22293" extrusionOk="0">
                  <a:moveTo>
                    <a:pt x="25646" y="1"/>
                  </a:moveTo>
                  <a:lnTo>
                    <a:pt x="3548" y="13759"/>
                  </a:lnTo>
                  <a:lnTo>
                    <a:pt x="1" y="13759"/>
                  </a:lnTo>
                  <a:lnTo>
                    <a:pt x="1699" y="14640"/>
                  </a:lnTo>
                  <a:lnTo>
                    <a:pt x="3440" y="15521"/>
                  </a:lnTo>
                  <a:lnTo>
                    <a:pt x="5181" y="16360"/>
                  </a:lnTo>
                  <a:lnTo>
                    <a:pt x="6901" y="17155"/>
                  </a:lnTo>
                  <a:lnTo>
                    <a:pt x="8578" y="17886"/>
                  </a:lnTo>
                  <a:lnTo>
                    <a:pt x="10212" y="18595"/>
                  </a:lnTo>
                  <a:lnTo>
                    <a:pt x="11759" y="19262"/>
                  </a:lnTo>
                  <a:lnTo>
                    <a:pt x="13243" y="19864"/>
                  </a:lnTo>
                  <a:lnTo>
                    <a:pt x="15844" y="20874"/>
                  </a:lnTo>
                  <a:lnTo>
                    <a:pt x="17886" y="21648"/>
                  </a:lnTo>
                  <a:lnTo>
                    <a:pt x="19219" y="22121"/>
                  </a:lnTo>
                  <a:lnTo>
                    <a:pt x="19692" y="22293"/>
                  </a:lnTo>
                  <a:lnTo>
                    <a:pt x="33406" y="2000"/>
                  </a:lnTo>
                  <a:lnTo>
                    <a:pt x="256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7" name="Google Shape;8067;p71"/>
            <p:cNvSpPr/>
            <p:nvPr/>
          </p:nvSpPr>
          <p:spPr>
            <a:xfrm>
              <a:off x="6672000" y="-14478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8" name="Google Shape;8068;p71"/>
            <p:cNvSpPr/>
            <p:nvPr/>
          </p:nvSpPr>
          <p:spPr>
            <a:xfrm>
              <a:off x="5536975" y="-1344100"/>
              <a:ext cx="50550" cy="59700"/>
            </a:xfrm>
            <a:custGeom>
              <a:avLst/>
              <a:gdLst/>
              <a:ahLst/>
              <a:cxnLst/>
              <a:rect l="l" t="t" r="r" b="b"/>
              <a:pathLst>
                <a:path w="2022" h="2388" extrusionOk="0">
                  <a:moveTo>
                    <a:pt x="882" y="1"/>
                  </a:moveTo>
                  <a:lnTo>
                    <a:pt x="796" y="108"/>
                  </a:lnTo>
                  <a:lnTo>
                    <a:pt x="710" y="216"/>
                  </a:lnTo>
                  <a:lnTo>
                    <a:pt x="646" y="280"/>
                  </a:lnTo>
                  <a:lnTo>
                    <a:pt x="302" y="495"/>
                  </a:lnTo>
                  <a:lnTo>
                    <a:pt x="1" y="667"/>
                  </a:lnTo>
                  <a:lnTo>
                    <a:pt x="65" y="839"/>
                  </a:lnTo>
                  <a:lnTo>
                    <a:pt x="130" y="1033"/>
                  </a:lnTo>
                  <a:lnTo>
                    <a:pt x="259" y="1248"/>
                  </a:lnTo>
                  <a:lnTo>
                    <a:pt x="431" y="1527"/>
                  </a:lnTo>
                  <a:lnTo>
                    <a:pt x="646" y="1807"/>
                  </a:lnTo>
                  <a:lnTo>
                    <a:pt x="796" y="1957"/>
                  </a:lnTo>
                  <a:lnTo>
                    <a:pt x="947" y="2086"/>
                  </a:lnTo>
                  <a:lnTo>
                    <a:pt x="1119" y="2237"/>
                  </a:lnTo>
                  <a:lnTo>
                    <a:pt x="1312" y="2387"/>
                  </a:lnTo>
                  <a:lnTo>
                    <a:pt x="2022" y="1506"/>
                  </a:lnTo>
                  <a:lnTo>
                    <a:pt x="1871" y="1334"/>
                  </a:lnTo>
                  <a:lnTo>
                    <a:pt x="1527" y="925"/>
                  </a:lnTo>
                  <a:lnTo>
                    <a:pt x="1334" y="689"/>
                  </a:lnTo>
                  <a:lnTo>
                    <a:pt x="1140" y="431"/>
                  </a:lnTo>
                  <a:lnTo>
                    <a:pt x="990" y="194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9" name="Google Shape;8069;p71"/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732" y="0"/>
                  </a:move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0" name="Google Shape;8070;p71"/>
            <p:cNvSpPr/>
            <p:nvPr/>
          </p:nvSpPr>
          <p:spPr>
            <a:xfrm>
              <a:off x="5628875" y="-1247350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409"/>
                  </a:moveTo>
                  <a:lnTo>
                    <a:pt x="882" y="43"/>
                  </a:lnTo>
                  <a:lnTo>
                    <a:pt x="882" y="43"/>
                  </a:lnTo>
                  <a:lnTo>
                    <a:pt x="818" y="22"/>
                  </a:lnTo>
                  <a:lnTo>
                    <a:pt x="732" y="0"/>
                  </a:lnTo>
                  <a:lnTo>
                    <a:pt x="646" y="22"/>
                  </a:lnTo>
                  <a:lnTo>
                    <a:pt x="560" y="65"/>
                  </a:lnTo>
                  <a:lnTo>
                    <a:pt x="495" y="108"/>
                  </a:lnTo>
                  <a:lnTo>
                    <a:pt x="452" y="172"/>
                  </a:lnTo>
                  <a:lnTo>
                    <a:pt x="409" y="237"/>
                  </a:lnTo>
                  <a:lnTo>
                    <a:pt x="388" y="323"/>
                  </a:lnTo>
                  <a:lnTo>
                    <a:pt x="1" y="2881"/>
                  </a:lnTo>
                  <a:lnTo>
                    <a:pt x="1" y="2881"/>
                  </a:lnTo>
                  <a:lnTo>
                    <a:pt x="1" y="3010"/>
                  </a:lnTo>
                  <a:lnTo>
                    <a:pt x="44" y="3117"/>
                  </a:lnTo>
                  <a:lnTo>
                    <a:pt x="108" y="3225"/>
                  </a:lnTo>
                  <a:lnTo>
                    <a:pt x="194" y="3289"/>
                  </a:lnTo>
                  <a:lnTo>
                    <a:pt x="1076" y="3698"/>
                  </a:lnTo>
                  <a:lnTo>
                    <a:pt x="1076" y="3698"/>
                  </a:lnTo>
                  <a:lnTo>
                    <a:pt x="1162" y="3719"/>
                  </a:lnTo>
                  <a:lnTo>
                    <a:pt x="1248" y="3719"/>
                  </a:lnTo>
                  <a:lnTo>
                    <a:pt x="1334" y="3719"/>
                  </a:lnTo>
                  <a:lnTo>
                    <a:pt x="1398" y="3698"/>
                  </a:lnTo>
                  <a:lnTo>
                    <a:pt x="1484" y="3633"/>
                  </a:lnTo>
                  <a:lnTo>
                    <a:pt x="1527" y="3590"/>
                  </a:lnTo>
                  <a:lnTo>
                    <a:pt x="1570" y="3504"/>
                  </a:lnTo>
                  <a:lnTo>
                    <a:pt x="1592" y="3418"/>
                  </a:lnTo>
                  <a:lnTo>
                    <a:pt x="2065" y="817"/>
                  </a:lnTo>
                  <a:lnTo>
                    <a:pt x="2065" y="817"/>
                  </a:lnTo>
                  <a:lnTo>
                    <a:pt x="2065" y="688"/>
                  </a:lnTo>
                  <a:lnTo>
                    <a:pt x="2022" y="581"/>
                  </a:lnTo>
                  <a:lnTo>
                    <a:pt x="1936" y="473"/>
                  </a:lnTo>
                  <a:lnTo>
                    <a:pt x="1828" y="40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1" name="Google Shape;8071;p71"/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2" name="Google Shape;8072;p71"/>
            <p:cNvSpPr/>
            <p:nvPr/>
          </p:nvSpPr>
          <p:spPr>
            <a:xfrm>
              <a:off x="5701975" y="-1192550"/>
              <a:ext cx="23125" cy="27450"/>
            </a:xfrm>
            <a:custGeom>
              <a:avLst/>
              <a:gdLst/>
              <a:ahLst/>
              <a:cxnLst/>
              <a:rect l="l" t="t" r="r" b="b"/>
              <a:pathLst>
                <a:path w="925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97"/>
                  </a:lnTo>
                  <a:lnTo>
                    <a:pt x="731" y="1054"/>
                  </a:lnTo>
                  <a:lnTo>
                    <a:pt x="796" y="1011"/>
                  </a:lnTo>
                  <a:lnTo>
                    <a:pt x="817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03" y="302"/>
                  </a:lnTo>
                  <a:lnTo>
                    <a:pt x="903" y="259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3" name="Google Shape;8073;p71"/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4" name="Google Shape;8074;p71"/>
            <p:cNvSpPr/>
            <p:nvPr/>
          </p:nvSpPr>
          <p:spPr>
            <a:xfrm>
              <a:off x="5730450" y="-11818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75" y="1011"/>
                  </a:lnTo>
                  <a:lnTo>
                    <a:pt x="818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5" name="Google Shape;8075;p71"/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6" name="Google Shape;8076;p71"/>
            <p:cNvSpPr/>
            <p:nvPr/>
          </p:nvSpPr>
          <p:spPr>
            <a:xfrm>
              <a:off x="5758950" y="-117050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7" name="Google Shape;8077;p71"/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8" name="Google Shape;8078;p71"/>
            <p:cNvSpPr/>
            <p:nvPr/>
          </p:nvSpPr>
          <p:spPr>
            <a:xfrm>
              <a:off x="5787425" y="-11597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9" name="Google Shape;8079;p71"/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0" name="Google Shape;8080;p71"/>
            <p:cNvSpPr/>
            <p:nvPr/>
          </p:nvSpPr>
          <p:spPr>
            <a:xfrm>
              <a:off x="5815900" y="-11484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1" name="Google Shape;8081;p71"/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  <a:lnTo>
                    <a:pt x="301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2" name="Google Shape;8082;p71"/>
            <p:cNvSpPr/>
            <p:nvPr/>
          </p:nvSpPr>
          <p:spPr>
            <a:xfrm>
              <a:off x="5844400" y="-11377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95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97"/>
                  </a:lnTo>
                  <a:lnTo>
                    <a:pt x="709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3" name="Google Shape;8083;p71"/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4" name="Google Shape;8084;p71"/>
            <p:cNvSpPr/>
            <p:nvPr/>
          </p:nvSpPr>
          <p:spPr>
            <a:xfrm>
              <a:off x="5872875" y="-11264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2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1"/>
                  </a:lnTo>
                  <a:lnTo>
                    <a:pt x="538" y="1053"/>
                  </a:lnTo>
                  <a:lnTo>
                    <a:pt x="538" y="1053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989"/>
                  </a:lnTo>
                  <a:lnTo>
                    <a:pt x="796" y="924"/>
                  </a:lnTo>
                  <a:lnTo>
                    <a:pt x="903" y="365"/>
                  </a:lnTo>
                  <a:lnTo>
                    <a:pt x="903" y="365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5" name="Google Shape;8085;p71"/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6" name="Google Shape;8086;p71"/>
            <p:cNvSpPr/>
            <p:nvPr/>
          </p:nvSpPr>
          <p:spPr>
            <a:xfrm>
              <a:off x="5901350" y="-1115700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44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7" name="Google Shape;8087;p71"/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8" name="Google Shape;8088;p71"/>
            <p:cNvSpPr/>
            <p:nvPr/>
          </p:nvSpPr>
          <p:spPr>
            <a:xfrm>
              <a:off x="5929850" y="-1104950"/>
              <a:ext cx="22575" cy="27450"/>
            </a:xfrm>
            <a:custGeom>
              <a:avLst/>
              <a:gdLst/>
              <a:ahLst/>
              <a:cxnLst/>
              <a:rect l="l" t="t" r="r" b="b"/>
              <a:pathLst>
                <a:path w="903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43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904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97"/>
                  </a:lnTo>
                  <a:lnTo>
                    <a:pt x="709" y="1076"/>
                  </a:lnTo>
                  <a:lnTo>
                    <a:pt x="774" y="1011"/>
                  </a:lnTo>
                  <a:lnTo>
                    <a:pt x="795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1" y="259"/>
                  </a:lnTo>
                  <a:lnTo>
                    <a:pt x="838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9" name="Google Shape;8089;p71"/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extrusionOk="0">
                  <a:moveTo>
                    <a:pt x="237" y="0"/>
                  </a:move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0" name="Google Shape;8090;p71"/>
            <p:cNvSpPr/>
            <p:nvPr/>
          </p:nvSpPr>
          <p:spPr>
            <a:xfrm>
              <a:off x="5957775" y="-1093650"/>
              <a:ext cx="23150" cy="26900"/>
            </a:xfrm>
            <a:custGeom>
              <a:avLst/>
              <a:gdLst/>
              <a:ahLst/>
              <a:cxnLst/>
              <a:rect l="l" t="t" r="r" b="b"/>
              <a:pathLst>
                <a:path w="926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73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32" y="1054"/>
                  </a:lnTo>
                  <a:lnTo>
                    <a:pt x="796" y="1011"/>
                  </a:lnTo>
                  <a:lnTo>
                    <a:pt x="818" y="925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37"/>
                  </a:lnTo>
                  <a:lnTo>
                    <a:pt x="861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1" name="Google Shape;8091;p71"/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2" name="Google Shape;8092;p71"/>
            <p:cNvSpPr/>
            <p:nvPr/>
          </p:nvSpPr>
          <p:spPr>
            <a:xfrm>
              <a:off x="5986275" y="-10829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31" y="1075"/>
                  </a:lnTo>
                  <a:lnTo>
                    <a:pt x="774" y="1011"/>
                  </a:lnTo>
                  <a:lnTo>
                    <a:pt x="817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60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3" name="Google Shape;8093;p71"/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4" name="Google Shape;8094;p71"/>
            <p:cNvSpPr/>
            <p:nvPr/>
          </p:nvSpPr>
          <p:spPr>
            <a:xfrm>
              <a:off x="6014750" y="-10716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59" y="1076"/>
                  </a:lnTo>
                  <a:lnTo>
                    <a:pt x="559" y="1076"/>
                  </a:lnTo>
                  <a:lnTo>
                    <a:pt x="645" y="1076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5" name="Google Shape;8095;p71"/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6" name="Google Shape;8096;p71"/>
            <p:cNvSpPr/>
            <p:nvPr/>
          </p:nvSpPr>
          <p:spPr>
            <a:xfrm>
              <a:off x="6043225" y="-10608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7"/>
                  </a:lnTo>
                  <a:lnTo>
                    <a:pt x="710" y="1075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7" name="Google Shape;8097;p71"/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8" name="Google Shape;8098;p71"/>
            <p:cNvSpPr/>
            <p:nvPr/>
          </p:nvSpPr>
          <p:spPr>
            <a:xfrm>
              <a:off x="6169000" y="-1031850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9" name="Google Shape;8099;p71"/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0" name="Google Shape;8100;p71"/>
            <p:cNvSpPr/>
            <p:nvPr/>
          </p:nvSpPr>
          <p:spPr>
            <a:xfrm>
              <a:off x="6197475" y="-102110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1" name="Google Shape;8101;p71"/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2" name="Google Shape;8102;p71"/>
            <p:cNvSpPr/>
            <p:nvPr/>
          </p:nvSpPr>
          <p:spPr>
            <a:xfrm>
              <a:off x="6225950" y="-10098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44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796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3" name="Google Shape;8103;p71"/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4" name="Google Shape;8104;p71"/>
            <p:cNvSpPr/>
            <p:nvPr/>
          </p:nvSpPr>
          <p:spPr>
            <a:xfrm>
              <a:off x="6254450" y="-99907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8"/>
                  </a:lnTo>
                  <a:lnTo>
                    <a:pt x="43" y="861"/>
                  </a:lnTo>
                  <a:lnTo>
                    <a:pt x="86" y="882"/>
                  </a:lnTo>
                  <a:lnTo>
                    <a:pt x="537" y="1076"/>
                  </a:lnTo>
                  <a:lnTo>
                    <a:pt x="537" y="1076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59"/>
                  </a:lnTo>
                  <a:lnTo>
                    <a:pt x="838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5" name="Google Shape;8105;p71"/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extrusionOk="0">
                  <a:moveTo>
                    <a:pt x="237" y="1"/>
                  </a:move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6" name="Google Shape;8106;p71"/>
            <p:cNvSpPr/>
            <p:nvPr/>
          </p:nvSpPr>
          <p:spPr>
            <a:xfrm>
              <a:off x="6282375" y="-988325"/>
              <a:ext cx="23150" cy="27450"/>
            </a:xfrm>
            <a:custGeom>
              <a:avLst/>
              <a:gdLst/>
              <a:ahLst/>
              <a:cxnLst/>
              <a:rect l="l" t="t" r="r" b="b"/>
              <a:pathLst>
                <a:path w="926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73" y="44"/>
                  </a:lnTo>
                  <a:lnTo>
                    <a:pt x="108" y="87"/>
                  </a:lnTo>
                  <a:lnTo>
                    <a:pt x="65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60" y="1076"/>
                  </a:lnTo>
                  <a:lnTo>
                    <a:pt x="560" y="1076"/>
                  </a:lnTo>
                  <a:lnTo>
                    <a:pt x="646" y="1097"/>
                  </a:lnTo>
                  <a:lnTo>
                    <a:pt x="732" y="1076"/>
                  </a:lnTo>
                  <a:lnTo>
                    <a:pt x="796" y="1011"/>
                  </a:lnTo>
                  <a:lnTo>
                    <a:pt x="818" y="947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23"/>
                  </a:lnTo>
                  <a:lnTo>
                    <a:pt x="904" y="259"/>
                  </a:lnTo>
                  <a:lnTo>
                    <a:pt x="861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7" name="Google Shape;8107;p71"/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37" y="0"/>
                  </a:move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8" name="Google Shape;8108;p71"/>
            <p:cNvSpPr/>
            <p:nvPr/>
          </p:nvSpPr>
          <p:spPr>
            <a:xfrm>
              <a:off x="6310875" y="-97702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108" y="86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1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9" name="Google Shape;8109;p71"/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0" name="Google Shape;8110;p71"/>
            <p:cNvSpPr/>
            <p:nvPr/>
          </p:nvSpPr>
          <p:spPr>
            <a:xfrm>
              <a:off x="6339350" y="-966275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817" y="924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1" name="Google Shape;8111;p71"/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2" name="Google Shape;8112;p71"/>
            <p:cNvSpPr/>
            <p:nvPr/>
          </p:nvSpPr>
          <p:spPr>
            <a:xfrm>
              <a:off x="6367825" y="-955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2"/>
                  </a:moveTo>
                  <a:lnTo>
                    <a:pt x="323" y="0"/>
                  </a:lnTo>
                  <a:lnTo>
                    <a:pt x="323" y="0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3" name="Google Shape;8113;p71"/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4" name="Google Shape;8114;p71"/>
            <p:cNvSpPr/>
            <p:nvPr/>
          </p:nvSpPr>
          <p:spPr>
            <a:xfrm>
              <a:off x="6396325" y="-944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65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24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5" name="Google Shape;8115;p71"/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6" name="Google Shape;8116;p71"/>
            <p:cNvSpPr/>
            <p:nvPr/>
          </p:nvSpPr>
          <p:spPr>
            <a:xfrm>
              <a:off x="6424800" y="-932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6"/>
                  </a:lnTo>
                  <a:lnTo>
                    <a:pt x="710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7" name="Google Shape;8117;p71"/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8" name="Google Shape;8118;p71"/>
            <p:cNvSpPr/>
            <p:nvPr/>
          </p:nvSpPr>
          <p:spPr>
            <a:xfrm>
              <a:off x="6453275" y="-922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02" y="1"/>
                  </a:lnTo>
                  <a:lnTo>
                    <a:pt x="302" y="1"/>
                  </a:lnTo>
                  <a:lnTo>
                    <a:pt x="216" y="1"/>
                  </a:lnTo>
                  <a:lnTo>
                    <a:pt x="151" y="22"/>
                  </a:lnTo>
                  <a:lnTo>
                    <a:pt x="87" y="87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9" name="Google Shape;8119;p71"/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  <a:lnTo>
                    <a:pt x="301" y="22"/>
                  </a:lnTo>
                  <a:lnTo>
                    <a:pt x="2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0" name="Google Shape;8120;p71"/>
            <p:cNvSpPr/>
            <p:nvPr/>
          </p:nvSpPr>
          <p:spPr>
            <a:xfrm>
              <a:off x="6481775" y="-911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796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1" name="Google Shape;8121;p71"/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2" name="Google Shape;8122;p71"/>
            <p:cNvSpPr/>
            <p:nvPr/>
          </p:nvSpPr>
          <p:spPr>
            <a:xfrm>
              <a:off x="6510250" y="-900175"/>
              <a:ext cx="22600" cy="26875"/>
            </a:xfrm>
            <a:custGeom>
              <a:avLst/>
              <a:gdLst/>
              <a:ahLst/>
              <a:cxnLst/>
              <a:rect l="l" t="t" r="r" b="b"/>
              <a:pathLst>
                <a:path w="904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3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3" name="Google Shape;8123;p71"/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4" name="Google Shape;8124;p71"/>
            <p:cNvSpPr/>
            <p:nvPr/>
          </p:nvSpPr>
          <p:spPr>
            <a:xfrm>
              <a:off x="6654825" y="-851825"/>
              <a:ext cx="22575" cy="26900"/>
            </a:xfrm>
            <a:custGeom>
              <a:avLst/>
              <a:gdLst/>
              <a:ahLst/>
              <a:cxnLst/>
              <a:rect l="l" t="t" r="r" b="b"/>
              <a:pathLst>
                <a:path w="903" h="1076" fill="none" extrusionOk="0">
                  <a:moveTo>
                    <a:pt x="795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65"/>
                  </a:lnTo>
                  <a:lnTo>
                    <a:pt x="65" y="151"/>
                  </a:lnTo>
                  <a:lnTo>
                    <a:pt x="0" y="689"/>
                  </a:lnTo>
                  <a:lnTo>
                    <a:pt x="0" y="689"/>
                  </a:lnTo>
                  <a:lnTo>
                    <a:pt x="0" y="753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7" y="1054"/>
                  </a:lnTo>
                  <a:lnTo>
                    <a:pt x="537" y="1054"/>
                  </a:lnTo>
                  <a:lnTo>
                    <a:pt x="623" y="1076"/>
                  </a:lnTo>
                  <a:lnTo>
                    <a:pt x="709" y="1054"/>
                  </a:lnTo>
                  <a:lnTo>
                    <a:pt x="774" y="990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9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5" name="Google Shape;8125;p71"/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6" name="Google Shape;8126;p71"/>
            <p:cNvSpPr/>
            <p:nvPr/>
          </p:nvSpPr>
          <p:spPr>
            <a:xfrm>
              <a:off x="6683300" y="-8410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43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7" name="Google Shape;8127;p71"/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16" y="1"/>
                  </a:move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  <a:lnTo>
                    <a:pt x="302" y="22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8" name="Google Shape;8128;p71"/>
            <p:cNvSpPr/>
            <p:nvPr/>
          </p:nvSpPr>
          <p:spPr>
            <a:xfrm>
              <a:off x="6711775" y="-8303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75" y="173"/>
                  </a:moveTo>
                  <a:lnTo>
                    <a:pt x="302" y="22"/>
                  </a:lnTo>
                  <a:lnTo>
                    <a:pt x="302" y="22"/>
                  </a:lnTo>
                  <a:lnTo>
                    <a:pt x="216" y="1"/>
                  </a:lnTo>
                  <a:lnTo>
                    <a:pt x="151" y="44"/>
                  </a:lnTo>
                  <a:lnTo>
                    <a:pt x="87" y="87"/>
                  </a:lnTo>
                  <a:lnTo>
                    <a:pt x="44" y="173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5"/>
                  </a:lnTo>
                  <a:lnTo>
                    <a:pt x="22" y="818"/>
                  </a:lnTo>
                  <a:lnTo>
                    <a:pt x="44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5" y="1011"/>
                  </a:lnTo>
                  <a:lnTo>
                    <a:pt x="796" y="947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75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9" name="Google Shape;8129;p71"/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extrusionOk="0">
                  <a:moveTo>
                    <a:pt x="215" y="0"/>
                  </a:move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0" name="Google Shape;8130;p71"/>
            <p:cNvSpPr/>
            <p:nvPr/>
          </p:nvSpPr>
          <p:spPr>
            <a:xfrm>
              <a:off x="6740275" y="-819025"/>
              <a:ext cx="22575" cy="26875"/>
            </a:xfrm>
            <a:custGeom>
              <a:avLst/>
              <a:gdLst/>
              <a:ahLst/>
              <a:cxnLst/>
              <a:rect l="l" t="t" r="r" b="b"/>
              <a:pathLst>
                <a:path w="903" h="1075" fill="none" extrusionOk="0">
                  <a:moveTo>
                    <a:pt x="774" y="172"/>
                  </a:moveTo>
                  <a:lnTo>
                    <a:pt x="301" y="0"/>
                  </a:lnTo>
                  <a:lnTo>
                    <a:pt x="301" y="0"/>
                  </a:lnTo>
                  <a:lnTo>
                    <a:pt x="215" y="0"/>
                  </a:lnTo>
                  <a:lnTo>
                    <a:pt x="151" y="22"/>
                  </a:lnTo>
                  <a:lnTo>
                    <a:pt x="86" y="86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0" y="817"/>
                  </a:lnTo>
                  <a:lnTo>
                    <a:pt x="43" y="860"/>
                  </a:lnTo>
                  <a:lnTo>
                    <a:pt x="86" y="882"/>
                  </a:lnTo>
                  <a:lnTo>
                    <a:pt x="537" y="1075"/>
                  </a:lnTo>
                  <a:lnTo>
                    <a:pt x="537" y="1075"/>
                  </a:lnTo>
                  <a:lnTo>
                    <a:pt x="623" y="1075"/>
                  </a:lnTo>
                  <a:lnTo>
                    <a:pt x="709" y="1054"/>
                  </a:lnTo>
                  <a:lnTo>
                    <a:pt x="774" y="1011"/>
                  </a:lnTo>
                  <a:lnTo>
                    <a:pt x="795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1" y="237"/>
                  </a:lnTo>
                  <a:lnTo>
                    <a:pt x="838" y="194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1" name="Google Shape;8131;p71"/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extrusionOk="0">
                  <a:moveTo>
                    <a:pt x="237" y="0"/>
                  </a:move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2" name="Google Shape;8132;p71"/>
            <p:cNvSpPr/>
            <p:nvPr/>
          </p:nvSpPr>
          <p:spPr>
            <a:xfrm>
              <a:off x="6768200" y="-808275"/>
              <a:ext cx="23150" cy="27425"/>
            </a:xfrm>
            <a:custGeom>
              <a:avLst/>
              <a:gdLst/>
              <a:ahLst/>
              <a:cxnLst/>
              <a:rect l="l" t="t" r="r" b="b"/>
              <a:pathLst>
                <a:path w="926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43"/>
                  </a:lnTo>
                  <a:lnTo>
                    <a:pt x="108" y="86"/>
                  </a:lnTo>
                  <a:lnTo>
                    <a:pt x="65" y="172"/>
                  </a:lnTo>
                  <a:lnTo>
                    <a:pt x="1" y="709"/>
                  </a:lnTo>
                  <a:lnTo>
                    <a:pt x="1" y="709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60" y="1075"/>
                  </a:lnTo>
                  <a:lnTo>
                    <a:pt x="560" y="1075"/>
                  </a:lnTo>
                  <a:lnTo>
                    <a:pt x="646" y="1096"/>
                  </a:lnTo>
                  <a:lnTo>
                    <a:pt x="732" y="1075"/>
                  </a:lnTo>
                  <a:lnTo>
                    <a:pt x="796" y="1010"/>
                  </a:lnTo>
                  <a:lnTo>
                    <a:pt x="818" y="946"/>
                  </a:lnTo>
                  <a:lnTo>
                    <a:pt x="925" y="366"/>
                  </a:lnTo>
                  <a:lnTo>
                    <a:pt x="925" y="366"/>
                  </a:lnTo>
                  <a:lnTo>
                    <a:pt x="925" y="301"/>
                  </a:lnTo>
                  <a:lnTo>
                    <a:pt x="904" y="258"/>
                  </a:lnTo>
                  <a:lnTo>
                    <a:pt x="861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3" name="Google Shape;8133;p71"/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4" name="Google Shape;8134;p71"/>
            <p:cNvSpPr/>
            <p:nvPr/>
          </p:nvSpPr>
          <p:spPr>
            <a:xfrm>
              <a:off x="6796700" y="-79700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108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882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75"/>
                  </a:lnTo>
                  <a:lnTo>
                    <a:pt x="731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60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5" name="Google Shape;8135;p71"/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extrusionOk="0">
                  <a:moveTo>
                    <a:pt x="237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  <a:lnTo>
                    <a:pt x="323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6" name="Google Shape;8136;p71"/>
            <p:cNvSpPr/>
            <p:nvPr/>
          </p:nvSpPr>
          <p:spPr>
            <a:xfrm>
              <a:off x="6825175" y="-786250"/>
              <a:ext cx="22600" cy="27425"/>
            </a:xfrm>
            <a:custGeom>
              <a:avLst/>
              <a:gdLst/>
              <a:ahLst/>
              <a:cxnLst/>
              <a:rect l="l" t="t" r="r" b="b"/>
              <a:pathLst>
                <a:path w="904" h="1097" fill="none" extrusionOk="0">
                  <a:moveTo>
                    <a:pt x="796" y="172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72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74"/>
                  </a:lnTo>
                  <a:lnTo>
                    <a:pt x="22" y="817"/>
                  </a:lnTo>
                  <a:lnTo>
                    <a:pt x="65" y="860"/>
                  </a:lnTo>
                  <a:lnTo>
                    <a:pt x="108" y="903"/>
                  </a:lnTo>
                  <a:lnTo>
                    <a:pt x="559" y="1075"/>
                  </a:lnTo>
                  <a:lnTo>
                    <a:pt x="559" y="1075"/>
                  </a:lnTo>
                  <a:lnTo>
                    <a:pt x="645" y="1097"/>
                  </a:lnTo>
                  <a:lnTo>
                    <a:pt x="710" y="1075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96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7" name="Google Shape;8137;p71"/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37" y="1"/>
                  </a:move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8" name="Google Shape;8138;p71"/>
            <p:cNvSpPr/>
            <p:nvPr/>
          </p:nvSpPr>
          <p:spPr>
            <a:xfrm>
              <a:off x="6853650" y="-7749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7" y="65"/>
                  </a:lnTo>
                  <a:lnTo>
                    <a:pt x="65" y="151"/>
                  </a:lnTo>
                  <a:lnTo>
                    <a:pt x="1" y="689"/>
                  </a:lnTo>
                  <a:lnTo>
                    <a:pt x="1" y="689"/>
                  </a:lnTo>
                  <a:lnTo>
                    <a:pt x="1" y="753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60" y="1054"/>
                  </a:lnTo>
                  <a:lnTo>
                    <a:pt x="560" y="1054"/>
                  </a:lnTo>
                  <a:lnTo>
                    <a:pt x="646" y="1076"/>
                  </a:lnTo>
                  <a:lnTo>
                    <a:pt x="710" y="1054"/>
                  </a:lnTo>
                  <a:lnTo>
                    <a:pt x="775" y="990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9" name="Google Shape;8139;p71"/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  <a:lnTo>
                    <a:pt x="3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0" name="Google Shape;8140;p71"/>
            <p:cNvSpPr/>
            <p:nvPr/>
          </p:nvSpPr>
          <p:spPr>
            <a:xfrm>
              <a:off x="6882150" y="-76422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1"/>
                  </a:lnTo>
                  <a:lnTo>
                    <a:pt x="323" y="1"/>
                  </a:lnTo>
                  <a:lnTo>
                    <a:pt x="237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65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882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817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59"/>
                  </a:lnTo>
                  <a:lnTo>
                    <a:pt x="839" y="194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1" name="Google Shape;8141;p71"/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extrusionOk="0">
                  <a:moveTo>
                    <a:pt x="237" y="1"/>
                  </a:move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  <a:lnTo>
                    <a:pt x="323" y="22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2" name="Google Shape;8142;p71"/>
            <p:cNvSpPr/>
            <p:nvPr/>
          </p:nvSpPr>
          <p:spPr>
            <a:xfrm>
              <a:off x="6910625" y="-753475"/>
              <a:ext cx="22600" cy="27450"/>
            </a:xfrm>
            <a:custGeom>
              <a:avLst/>
              <a:gdLst/>
              <a:ahLst/>
              <a:cxnLst/>
              <a:rect l="l" t="t" r="r" b="b"/>
              <a:pathLst>
                <a:path w="904" h="1098" fill="none" extrusionOk="0">
                  <a:moveTo>
                    <a:pt x="796" y="173"/>
                  </a:moveTo>
                  <a:lnTo>
                    <a:pt x="323" y="22"/>
                  </a:lnTo>
                  <a:lnTo>
                    <a:pt x="323" y="22"/>
                  </a:lnTo>
                  <a:lnTo>
                    <a:pt x="237" y="1"/>
                  </a:lnTo>
                  <a:lnTo>
                    <a:pt x="151" y="44"/>
                  </a:lnTo>
                  <a:lnTo>
                    <a:pt x="86" y="87"/>
                  </a:lnTo>
                  <a:lnTo>
                    <a:pt x="65" y="173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5"/>
                  </a:lnTo>
                  <a:lnTo>
                    <a:pt x="22" y="818"/>
                  </a:lnTo>
                  <a:lnTo>
                    <a:pt x="65" y="861"/>
                  </a:lnTo>
                  <a:lnTo>
                    <a:pt x="108" y="904"/>
                  </a:lnTo>
                  <a:lnTo>
                    <a:pt x="538" y="1076"/>
                  </a:lnTo>
                  <a:lnTo>
                    <a:pt x="538" y="1076"/>
                  </a:lnTo>
                  <a:lnTo>
                    <a:pt x="624" y="1097"/>
                  </a:lnTo>
                  <a:lnTo>
                    <a:pt x="710" y="1076"/>
                  </a:lnTo>
                  <a:lnTo>
                    <a:pt x="774" y="1011"/>
                  </a:lnTo>
                  <a:lnTo>
                    <a:pt x="817" y="947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23"/>
                  </a:lnTo>
                  <a:lnTo>
                    <a:pt x="882" y="259"/>
                  </a:lnTo>
                  <a:lnTo>
                    <a:pt x="839" y="216"/>
                  </a:lnTo>
                  <a:lnTo>
                    <a:pt x="796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3" name="Google Shape;8143;p71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6" y="0"/>
                  </a:move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4" name="Google Shape;8144;p71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5" y="172"/>
                  </a:moveTo>
                  <a:lnTo>
                    <a:pt x="302" y="0"/>
                  </a:lnTo>
                  <a:lnTo>
                    <a:pt x="302" y="0"/>
                  </a:lnTo>
                  <a:lnTo>
                    <a:pt x="216" y="0"/>
                  </a:lnTo>
                  <a:lnTo>
                    <a:pt x="151" y="22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5" y="1011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5" name="Google Shape;8145;p71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15" y="0"/>
                  </a:move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6" name="Google Shape;8146;p71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774" y="172"/>
                  </a:moveTo>
                  <a:lnTo>
                    <a:pt x="301" y="22"/>
                  </a:lnTo>
                  <a:lnTo>
                    <a:pt x="301" y="22"/>
                  </a:lnTo>
                  <a:lnTo>
                    <a:pt x="215" y="0"/>
                  </a:lnTo>
                  <a:lnTo>
                    <a:pt x="151" y="43"/>
                  </a:lnTo>
                  <a:lnTo>
                    <a:pt x="86" y="86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710" y="1075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7" name="Google Shape;8147;p71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215" y="1"/>
                  </a:move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8" name="Google Shape;8148;p71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774" y="173"/>
                  </a:moveTo>
                  <a:lnTo>
                    <a:pt x="301" y="1"/>
                  </a:lnTo>
                  <a:lnTo>
                    <a:pt x="301" y="1"/>
                  </a:lnTo>
                  <a:lnTo>
                    <a:pt x="215" y="1"/>
                  </a:lnTo>
                  <a:lnTo>
                    <a:pt x="151" y="22"/>
                  </a:lnTo>
                  <a:lnTo>
                    <a:pt x="86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710" y="1054"/>
                  </a:lnTo>
                  <a:lnTo>
                    <a:pt x="774" y="1011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9" name="Google Shape;8149;p71"/>
            <p:cNvSpPr/>
            <p:nvPr/>
          </p:nvSpPr>
          <p:spPr>
            <a:xfrm>
              <a:off x="6103425" y="-1128050"/>
              <a:ext cx="51075" cy="93000"/>
            </a:xfrm>
            <a:custGeom>
              <a:avLst/>
              <a:gdLst/>
              <a:ahLst/>
              <a:cxnLst/>
              <a:rect l="l" t="t" r="r" b="b"/>
              <a:pathLst>
                <a:path w="2043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7" y="302"/>
                  </a:lnTo>
                  <a:lnTo>
                    <a:pt x="0" y="2881"/>
                  </a:lnTo>
                  <a:lnTo>
                    <a:pt x="0" y="2989"/>
                  </a:lnTo>
                  <a:lnTo>
                    <a:pt x="22" y="3096"/>
                  </a:lnTo>
                  <a:lnTo>
                    <a:pt x="108" y="3204"/>
                  </a:lnTo>
                  <a:lnTo>
                    <a:pt x="194" y="3268"/>
                  </a:lnTo>
                  <a:lnTo>
                    <a:pt x="1075" y="3676"/>
                  </a:lnTo>
                  <a:lnTo>
                    <a:pt x="1161" y="3698"/>
                  </a:lnTo>
                  <a:lnTo>
                    <a:pt x="1247" y="3719"/>
                  </a:lnTo>
                  <a:lnTo>
                    <a:pt x="1333" y="3698"/>
                  </a:lnTo>
                  <a:lnTo>
                    <a:pt x="1398" y="3676"/>
                  </a:lnTo>
                  <a:lnTo>
                    <a:pt x="1462" y="3633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43" y="796"/>
                  </a:lnTo>
                  <a:lnTo>
                    <a:pt x="2043" y="667"/>
                  </a:lnTo>
                  <a:lnTo>
                    <a:pt x="2021" y="559"/>
                  </a:lnTo>
                  <a:lnTo>
                    <a:pt x="1935" y="473"/>
                  </a:lnTo>
                  <a:lnTo>
                    <a:pt x="1828" y="387"/>
                  </a:lnTo>
                  <a:lnTo>
                    <a:pt x="882" y="22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0" name="Google Shape;8150;p71"/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extrusionOk="0">
                  <a:moveTo>
                    <a:pt x="645" y="1"/>
                  </a:move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  <a:lnTo>
                    <a:pt x="882" y="2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1" name="Google Shape;8151;p71"/>
            <p:cNvSpPr/>
            <p:nvPr/>
          </p:nvSpPr>
          <p:spPr>
            <a:xfrm>
              <a:off x="6576350" y="-952325"/>
              <a:ext cx="51625" cy="93000"/>
            </a:xfrm>
            <a:custGeom>
              <a:avLst/>
              <a:gdLst/>
              <a:ahLst/>
              <a:cxnLst/>
              <a:rect l="l" t="t" r="r" b="b"/>
              <a:pathLst>
                <a:path w="2065" h="3720" fill="none" extrusionOk="0">
                  <a:moveTo>
                    <a:pt x="1828" y="388"/>
                  </a:moveTo>
                  <a:lnTo>
                    <a:pt x="882" y="22"/>
                  </a:lnTo>
                  <a:lnTo>
                    <a:pt x="882" y="22"/>
                  </a:lnTo>
                  <a:lnTo>
                    <a:pt x="817" y="1"/>
                  </a:lnTo>
                  <a:lnTo>
                    <a:pt x="731" y="1"/>
                  </a:lnTo>
                  <a:lnTo>
                    <a:pt x="645" y="1"/>
                  </a:lnTo>
                  <a:lnTo>
                    <a:pt x="559" y="44"/>
                  </a:lnTo>
                  <a:lnTo>
                    <a:pt x="495" y="87"/>
                  </a:lnTo>
                  <a:lnTo>
                    <a:pt x="452" y="151"/>
                  </a:lnTo>
                  <a:lnTo>
                    <a:pt x="409" y="216"/>
                  </a:lnTo>
                  <a:lnTo>
                    <a:pt x="388" y="302"/>
                  </a:lnTo>
                  <a:lnTo>
                    <a:pt x="1" y="2882"/>
                  </a:lnTo>
                  <a:lnTo>
                    <a:pt x="1" y="2882"/>
                  </a:lnTo>
                  <a:lnTo>
                    <a:pt x="1" y="2989"/>
                  </a:lnTo>
                  <a:lnTo>
                    <a:pt x="44" y="3097"/>
                  </a:lnTo>
                  <a:lnTo>
                    <a:pt x="108" y="3204"/>
                  </a:lnTo>
                  <a:lnTo>
                    <a:pt x="216" y="3268"/>
                  </a:lnTo>
                  <a:lnTo>
                    <a:pt x="1075" y="3677"/>
                  </a:lnTo>
                  <a:lnTo>
                    <a:pt x="1075" y="3677"/>
                  </a:lnTo>
                  <a:lnTo>
                    <a:pt x="1161" y="3698"/>
                  </a:lnTo>
                  <a:lnTo>
                    <a:pt x="1247" y="3720"/>
                  </a:lnTo>
                  <a:lnTo>
                    <a:pt x="1333" y="3698"/>
                  </a:lnTo>
                  <a:lnTo>
                    <a:pt x="1398" y="3677"/>
                  </a:lnTo>
                  <a:lnTo>
                    <a:pt x="1484" y="3634"/>
                  </a:lnTo>
                  <a:lnTo>
                    <a:pt x="1527" y="3569"/>
                  </a:lnTo>
                  <a:lnTo>
                    <a:pt x="1570" y="3483"/>
                  </a:lnTo>
                  <a:lnTo>
                    <a:pt x="1591" y="3397"/>
                  </a:lnTo>
                  <a:lnTo>
                    <a:pt x="2064" y="796"/>
                  </a:lnTo>
                  <a:lnTo>
                    <a:pt x="2064" y="796"/>
                  </a:lnTo>
                  <a:lnTo>
                    <a:pt x="2064" y="667"/>
                  </a:lnTo>
                  <a:lnTo>
                    <a:pt x="2021" y="560"/>
                  </a:lnTo>
                  <a:lnTo>
                    <a:pt x="1935" y="452"/>
                  </a:lnTo>
                  <a:lnTo>
                    <a:pt x="1828" y="38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2" name="Google Shape;8152;p71"/>
            <p:cNvSpPr/>
            <p:nvPr/>
          </p:nvSpPr>
          <p:spPr>
            <a:xfrm>
              <a:off x="7394850" y="-1138800"/>
              <a:ext cx="1057650" cy="643850"/>
            </a:xfrm>
            <a:custGeom>
              <a:avLst/>
              <a:gdLst/>
              <a:ahLst/>
              <a:cxnLst/>
              <a:rect l="l" t="t" r="r" b="b"/>
              <a:pathLst>
                <a:path w="42306" h="25754" fill="none" extrusionOk="0">
                  <a:moveTo>
                    <a:pt x="42305" y="1011"/>
                  </a:moveTo>
                  <a:lnTo>
                    <a:pt x="38350" y="1"/>
                  </a:lnTo>
                  <a:lnTo>
                    <a:pt x="14811" y="14683"/>
                  </a:lnTo>
                  <a:lnTo>
                    <a:pt x="13887" y="15263"/>
                  </a:lnTo>
                  <a:lnTo>
                    <a:pt x="0" y="23926"/>
                  </a:lnTo>
                  <a:lnTo>
                    <a:pt x="0" y="23926"/>
                  </a:lnTo>
                  <a:lnTo>
                    <a:pt x="1096" y="24163"/>
                  </a:lnTo>
                  <a:lnTo>
                    <a:pt x="2279" y="24399"/>
                  </a:lnTo>
                  <a:lnTo>
                    <a:pt x="3547" y="24614"/>
                  </a:lnTo>
                  <a:lnTo>
                    <a:pt x="4923" y="24851"/>
                  </a:lnTo>
                  <a:lnTo>
                    <a:pt x="6385" y="25066"/>
                  </a:lnTo>
                  <a:lnTo>
                    <a:pt x="7932" y="25259"/>
                  </a:lnTo>
                  <a:lnTo>
                    <a:pt x="9545" y="25431"/>
                  </a:lnTo>
                  <a:lnTo>
                    <a:pt x="11264" y="25603"/>
                  </a:lnTo>
                  <a:lnTo>
                    <a:pt x="11264" y="25603"/>
                  </a:lnTo>
                  <a:lnTo>
                    <a:pt x="13220" y="25754"/>
                  </a:lnTo>
                  <a:lnTo>
                    <a:pt x="35341" y="11329"/>
                  </a:lnTo>
                  <a:lnTo>
                    <a:pt x="42305" y="10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3" name="Google Shape;8153;p71"/>
            <p:cNvSpPr/>
            <p:nvPr/>
          </p:nvSpPr>
          <p:spPr>
            <a:xfrm>
              <a:off x="5455300" y="-1260800"/>
              <a:ext cx="550" cy="3800"/>
            </a:xfrm>
            <a:custGeom>
              <a:avLst/>
              <a:gdLst/>
              <a:ahLst/>
              <a:cxnLst/>
              <a:rect l="l" t="t" r="r" b="b"/>
              <a:pathLst>
                <a:path w="22" h="152" extrusionOk="0">
                  <a:moveTo>
                    <a:pt x="1" y="151"/>
                  </a:move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lnTo>
                    <a:pt x="1" y="151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30"/>
                  </a:move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lnTo>
                    <a:pt x="1" y="130"/>
                  </a:lnTo>
                  <a:close/>
                  <a:moveTo>
                    <a:pt x="1" y="108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108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108"/>
                  </a:lnTo>
                  <a:lnTo>
                    <a:pt x="1" y="108"/>
                  </a:lnTo>
                  <a:lnTo>
                    <a:pt x="1" y="87"/>
                  </a:lnTo>
                  <a:close/>
                  <a:moveTo>
                    <a:pt x="1" y="87"/>
                  </a:move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lnTo>
                    <a:pt x="1" y="87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65"/>
                  </a:move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1" y="65"/>
                  </a:lnTo>
                  <a:close/>
                  <a:moveTo>
                    <a:pt x="1" y="44"/>
                  </a:move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1" y="44"/>
                  </a:lnTo>
                  <a:close/>
                  <a:moveTo>
                    <a:pt x="22" y="44"/>
                  </a:move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2" y="44"/>
                  </a:lnTo>
                  <a:close/>
                  <a:moveTo>
                    <a:pt x="22" y="22"/>
                  </a:move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2"/>
                  </a:lnTo>
                  <a:close/>
                  <a:moveTo>
                    <a:pt x="22" y="1"/>
                  </a:moveTo>
                  <a:lnTo>
                    <a:pt x="22" y="1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4" name="Google Shape;8154;p71"/>
            <p:cNvSpPr/>
            <p:nvPr/>
          </p:nvSpPr>
          <p:spPr>
            <a:xfrm>
              <a:off x="5455300" y="-12570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5" name="Google Shape;8155;p71"/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6" name="Google Shape;8156;p71"/>
            <p:cNvSpPr/>
            <p:nvPr/>
          </p:nvSpPr>
          <p:spPr>
            <a:xfrm>
              <a:off x="5455300" y="-12575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7" name="Google Shape;8157;p71"/>
            <p:cNvSpPr/>
            <p:nvPr/>
          </p:nvSpPr>
          <p:spPr>
            <a:xfrm>
              <a:off x="5455300" y="-125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8" name="Google Shape;8158;p71"/>
            <p:cNvSpPr/>
            <p:nvPr/>
          </p:nvSpPr>
          <p:spPr>
            <a:xfrm>
              <a:off x="5455300" y="-1258650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9" name="Google Shape;8159;p71"/>
            <p:cNvSpPr/>
            <p:nvPr/>
          </p:nvSpPr>
          <p:spPr>
            <a:xfrm>
              <a:off x="5455300" y="-12586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0" name="Google Shape;8160;p71"/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1" name="Google Shape;8161;p71"/>
            <p:cNvSpPr/>
            <p:nvPr/>
          </p:nvSpPr>
          <p:spPr>
            <a:xfrm>
              <a:off x="5455300" y="-1259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2" name="Google Shape;8162;p71"/>
            <p:cNvSpPr/>
            <p:nvPr/>
          </p:nvSpPr>
          <p:spPr>
            <a:xfrm>
              <a:off x="5455300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3" name="Google Shape;8163;p71"/>
            <p:cNvSpPr/>
            <p:nvPr/>
          </p:nvSpPr>
          <p:spPr>
            <a:xfrm>
              <a:off x="5455825" y="-12597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4" name="Google Shape;8164;p71"/>
            <p:cNvSpPr/>
            <p:nvPr/>
          </p:nvSpPr>
          <p:spPr>
            <a:xfrm>
              <a:off x="5455825" y="-1260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5" name="Google Shape;8165;p71"/>
            <p:cNvSpPr/>
            <p:nvPr/>
          </p:nvSpPr>
          <p:spPr>
            <a:xfrm>
              <a:off x="5455825" y="-1260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6" name="Google Shape;8166;p71"/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extrusionOk="0">
                  <a:moveTo>
                    <a:pt x="60750" y="23346"/>
                  </a:moveTo>
                  <a:lnTo>
                    <a:pt x="60814" y="23368"/>
                  </a:lnTo>
                  <a:lnTo>
                    <a:pt x="61287" y="23518"/>
                  </a:lnTo>
                  <a:lnTo>
                    <a:pt x="61352" y="23561"/>
                  </a:lnTo>
                  <a:lnTo>
                    <a:pt x="61395" y="23604"/>
                  </a:lnTo>
                  <a:lnTo>
                    <a:pt x="61416" y="23647"/>
                  </a:lnTo>
                  <a:lnTo>
                    <a:pt x="61416" y="23712"/>
                  </a:lnTo>
                  <a:lnTo>
                    <a:pt x="61309" y="24292"/>
                  </a:lnTo>
                  <a:lnTo>
                    <a:pt x="61287" y="24356"/>
                  </a:lnTo>
                  <a:lnTo>
                    <a:pt x="61244" y="24399"/>
                  </a:lnTo>
                  <a:lnTo>
                    <a:pt x="61201" y="24421"/>
                  </a:lnTo>
                  <a:lnTo>
                    <a:pt x="61137" y="24442"/>
                  </a:lnTo>
                  <a:lnTo>
                    <a:pt x="61051" y="24421"/>
                  </a:lnTo>
                  <a:lnTo>
                    <a:pt x="60621" y="24249"/>
                  </a:lnTo>
                  <a:lnTo>
                    <a:pt x="60556" y="24206"/>
                  </a:lnTo>
                  <a:lnTo>
                    <a:pt x="60535" y="24163"/>
                  </a:lnTo>
                  <a:lnTo>
                    <a:pt x="60513" y="24120"/>
                  </a:lnTo>
                  <a:lnTo>
                    <a:pt x="60513" y="24056"/>
                  </a:lnTo>
                  <a:lnTo>
                    <a:pt x="60556" y="23518"/>
                  </a:lnTo>
                  <a:lnTo>
                    <a:pt x="60599" y="23454"/>
                  </a:lnTo>
                  <a:lnTo>
                    <a:pt x="60642" y="23389"/>
                  </a:lnTo>
                  <a:lnTo>
                    <a:pt x="60685" y="23368"/>
                  </a:lnTo>
                  <a:lnTo>
                    <a:pt x="60750" y="23346"/>
                  </a:lnTo>
                  <a:close/>
                  <a:moveTo>
                    <a:pt x="61953" y="23798"/>
                  </a:moveTo>
                  <a:lnTo>
                    <a:pt x="62426" y="23970"/>
                  </a:lnTo>
                  <a:lnTo>
                    <a:pt x="62491" y="23991"/>
                  </a:lnTo>
                  <a:lnTo>
                    <a:pt x="62534" y="24034"/>
                  </a:lnTo>
                  <a:lnTo>
                    <a:pt x="62555" y="24099"/>
                  </a:lnTo>
                  <a:lnTo>
                    <a:pt x="62555" y="24163"/>
                  </a:lnTo>
                  <a:lnTo>
                    <a:pt x="62448" y="24722"/>
                  </a:lnTo>
                  <a:lnTo>
                    <a:pt x="62426" y="24786"/>
                  </a:lnTo>
                  <a:lnTo>
                    <a:pt x="62383" y="24829"/>
                  </a:lnTo>
                  <a:lnTo>
                    <a:pt x="62319" y="24872"/>
                  </a:lnTo>
                  <a:lnTo>
                    <a:pt x="62190" y="24872"/>
                  </a:lnTo>
                  <a:lnTo>
                    <a:pt x="61760" y="24679"/>
                  </a:lnTo>
                  <a:lnTo>
                    <a:pt x="61695" y="24657"/>
                  </a:lnTo>
                  <a:lnTo>
                    <a:pt x="61674" y="24614"/>
                  </a:lnTo>
                  <a:lnTo>
                    <a:pt x="61652" y="24550"/>
                  </a:lnTo>
                  <a:lnTo>
                    <a:pt x="61652" y="24507"/>
                  </a:lnTo>
                  <a:lnTo>
                    <a:pt x="61695" y="23948"/>
                  </a:lnTo>
                  <a:lnTo>
                    <a:pt x="61717" y="23884"/>
                  </a:lnTo>
                  <a:lnTo>
                    <a:pt x="61760" y="23841"/>
                  </a:lnTo>
                  <a:lnTo>
                    <a:pt x="61824" y="23798"/>
                  </a:lnTo>
                  <a:close/>
                  <a:moveTo>
                    <a:pt x="1268" y="1"/>
                  </a:move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7610" y="30973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59675" y="22916"/>
                  </a:lnTo>
                  <a:lnTo>
                    <a:pt x="60148" y="23088"/>
                  </a:lnTo>
                  <a:lnTo>
                    <a:pt x="60212" y="23110"/>
                  </a:lnTo>
                  <a:lnTo>
                    <a:pt x="60255" y="23153"/>
                  </a:lnTo>
                  <a:lnTo>
                    <a:pt x="60277" y="23217"/>
                  </a:lnTo>
                  <a:lnTo>
                    <a:pt x="60277" y="23282"/>
                  </a:lnTo>
                  <a:lnTo>
                    <a:pt x="60191" y="23841"/>
                  </a:lnTo>
                  <a:lnTo>
                    <a:pt x="60148" y="23905"/>
                  </a:lnTo>
                  <a:lnTo>
                    <a:pt x="60105" y="23948"/>
                  </a:lnTo>
                  <a:lnTo>
                    <a:pt x="60062" y="23991"/>
                  </a:lnTo>
                  <a:lnTo>
                    <a:pt x="59911" y="23991"/>
                  </a:lnTo>
                  <a:lnTo>
                    <a:pt x="59481" y="23798"/>
                  </a:lnTo>
                  <a:lnTo>
                    <a:pt x="59417" y="23776"/>
                  </a:lnTo>
                  <a:lnTo>
                    <a:pt x="59395" y="23733"/>
                  </a:lnTo>
                  <a:lnTo>
                    <a:pt x="59374" y="23669"/>
                  </a:lnTo>
                  <a:lnTo>
                    <a:pt x="59374" y="23626"/>
                  </a:lnTo>
                  <a:lnTo>
                    <a:pt x="59438" y="23067"/>
                  </a:lnTo>
                  <a:lnTo>
                    <a:pt x="59460" y="23002"/>
                  </a:lnTo>
                  <a:lnTo>
                    <a:pt x="59503" y="22959"/>
                  </a:lnTo>
                  <a:lnTo>
                    <a:pt x="59546" y="22916"/>
                  </a:lnTo>
                  <a:lnTo>
                    <a:pt x="59675" y="22916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  <a:close/>
                  <a:moveTo>
                    <a:pt x="77610" y="30973"/>
                  </a:moveTo>
                  <a:lnTo>
                    <a:pt x="77603" y="30977"/>
                  </a:lnTo>
                  <a:lnTo>
                    <a:pt x="78656" y="31214"/>
                  </a:lnTo>
                  <a:lnTo>
                    <a:pt x="79012" y="31280"/>
                  </a:lnTo>
                  <a:lnTo>
                    <a:pt x="79012" y="31280"/>
                  </a:lnTo>
                  <a:lnTo>
                    <a:pt x="78119" y="31085"/>
                  </a:lnTo>
                  <a:lnTo>
                    <a:pt x="77610" y="30973"/>
                  </a:lnTo>
                  <a:close/>
                  <a:moveTo>
                    <a:pt x="79012" y="31280"/>
                  </a:moveTo>
                  <a:lnTo>
                    <a:pt x="79301" y="31343"/>
                  </a:lnTo>
                  <a:lnTo>
                    <a:pt x="80573" y="31572"/>
                  </a:lnTo>
                  <a:lnTo>
                    <a:pt x="79817" y="31429"/>
                  </a:lnTo>
                  <a:lnTo>
                    <a:pt x="79012" y="31280"/>
                  </a:lnTo>
                  <a:close/>
                  <a:moveTo>
                    <a:pt x="80573" y="31572"/>
                  </a:moveTo>
                  <a:lnTo>
                    <a:pt x="81064" y="31665"/>
                  </a:lnTo>
                  <a:lnTo>
                    <a:pt x="82397" y="31880"/>
                  </a:lnTo>
                  <a:lnTo>
                    <a:pt x="82751" y="31934"/>
                  </a:lnTo>
                  <a:lnTo>
                    <a:pt x="82751" y="31934"/>
                  </a:lnTo>
                  <a:lnTo>
                    <a:pt x="82010" y="31816"/>
                  </a:lnTo>
                  <a:lnTo>
                    <a:pt x="80613" y="31579"/>
                  </a:lnTo>
                  <a:lnTo>
                    <a:pt x="80573" y="31572"/>
                  </a:lnTo>
                  <a:close/>
                  <a:moveTo>
                    <a:pt x="82751" y="31934"/>
                  </a:moveTo>
                  <a:lnTo>
                    <a:pt x="83493" y="32052"/>
                  </a:lnTo>
                  <a:lnTo>
                    <a:pt x="83689" y="32076"/>
                  </a:lnTo>
                  <a:lnTo>
                    <a:pt x="83689" y="32076"/>
                  </a:lnTo>
                  <a:lnTo>
                    <a:pt x="82751" y="31934"/>
                  </a:lnTo>
                  <a:close/>
                  <a:moveTo>
                    <a:pt x="83689" y="32076"/>
                  </a:moveTo>
                  <a:lnTo>
                    <a:pt x="83816" y="32095"/>
                  </a:lnTo>
                  <a:lnTo>
                    <a:pt x="85299" y="32289"/>
                  </a:lnTo>
                  <a:lnTo>
                    <a:pt x="86890" y="32461"/>
                  </a:lnTo>
                  <a:lnTo>
                    <a:pt x="88523" y="32611"/>
                  </a:lnTo>
                  <a:lnTo>
                    <a:pt x="86761" y="32439"/>
                  </a:lnTo>
                  <a:lnTo>
                    <a:pt x="85084" y="32246"/>
                  </a:lnTo>
                  <a:lnTo>
                    <a:pt x="83689" y="32076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7" name="Google Shape;8167;p71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02" y="1075"/>
                  </a:moveTo>
                  <a:lnTo>
                    <a:pt x="602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53"/>
                  </a:lnTo>
                  <a:lnTo>
                    <a:pt x="0" y="710"/>
                  </a:lnTo>
                  <a:lnTo>
                    <a:pt x="43" y="151"/>
                  </a:lnTo>
                  <a:lnTo>
                    <a:pt x="43" y="151"/>
                  </a:lnTo>
                  <a:lnTo>
                    <a:pt x="65" y="87"/>
                  </a:lnTo>
                  <a:lnTo>
                    <a:pt x="108" y="44"/>
                  </a:lnTo>
                  <a:lnTo>
                    <a:pt x="172" y="1"/>
                  </a:lnTo>
                  <a:lnTo>
                    <a:pt x="237" y="1"/>
                  </a:lnTo>
                  <a:lnTo>
                    <a:pt x="237" y="1"/>
                  </a:lnTo>
                  <a:lnTo>
                    <a:pt x="301" y="1"/>
                  </a:lnTo>
                  <a:lnTo>
                    <a:pt x="774" y="173"/>
                  </a:lnTo>
                  <a:lnTo>
                    <a:pt x="774" y="173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3" y="302"/>
                  </a:lnTo>
                  <a:lnTo>
                    <a:pt x="903" y="366"/>
                  </a:lnTo>
                  <a:lnTo>
                    <a:pt x="796" y="925"/>
                  </a:lnTo>
                  <a:lnTo>
                    <a:pt x="796" y="925"/>
                  </a:lnTo>
                  <a:lnTo>
                    <a:pt x="774" y="989"/>
                  </a:lnTo>
                  <a:lnTo>
                    <a:pt x="731" y="1032"/>
                  </a:lnTo>
                  <a:lnTo>
                    <a:pt x="667" y="1075"/>
                  </a:lnTo>
                  <a:lnTo>
                    <a:pt x="602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8" name="Google Shape;8168;p71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624" y="1096"/>
                  </a:moveTo>
                  <a:lnTo>
                    <a:pt x="624" y="1096"/>
                  </a:lnTo>
                  <a:lnTo>
                    <a:pt x="538" y="1075"/>
                  </a:lnTo>
                  <a:lnTo>
                    <a:pt x="108" y="903"/>
                  </a:lnTo>
                  <a:lnTo>
                    <a:pt x="108" y="903"/>
                  </a:lnTo>
                  <a:lnTo>
                    <a:pt x="43" y="860"/>
                  </a:lnTo>
                  <a:lnTo>
                    <a:pt x="22" y="817"/>
                  </a:lnTo>
                  <a:lnTo>
                    <a:pt x="0" y="774"/>
                  </a:lnTo>
                  <a:lnTo>
                    <a:pt x="0" y="710"/>
                  </a:lnTo>
                  <a:lnTo>
                    <a:pt x="43" y="172"/>
                  </a:lnTo>
                  <a:lnTo>
                    <a:pt x="43" y="172"/>
                  </a:lnTo>
                  <a:lnTo>
                    <a:pt x="86" y="108"/>
                  </a:lnTo>
                  <a:lnTo>
                    <a:pt x="129" y="43"/>
                  </a:lnTo>
                  <a:lnTo>
                    <a:pt x="172" y="22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301" y="22"/>
                  </a:lnTo>
                  <a:lnTo>
                    <a:pt x="774" y="172"/>
                  </a:lnTo>
                  <a:lnTo>
                    <a:pt x="774" y="172"/>
                  </a:lnTo>
                  <a:lnTo>
                    <a:pt x="839" y="215"/>
                  </a:lnTo>
                  <a:lnTo>
                    <a:pt x="882" y="258"/>
                  </a:lnTo>
                  <a:lnTo>
                    <a:pt x="903" y="301"/>
                  </a:lnTo>
                  <a:lnTo>
                    <a:pt x="903" y="366"/>
                  </a:lnTo>
                  <a:lnTo>
                    <a:pt x="796" y="946"/>
                  </a:lnTo>
                  <a:lnTo>
                    <a:pt x="796" y="946"/>
                  </a:lnTo>
                  <a:lnTo>
                    <a:pt x="774" y="1010"/>
                  </a:lnTo>
                  <a:lnTo>
                    <a:pt x="731" y="1053"/>
                  </a:lnTo>
                  <a:lnTo>
                    <a:pt x="688" y="1075"/>
                  </a:lnTo>
                  <a:lnTo>
                    <a:pt x="624" y="109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9" name="Google Shape;8169;p71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624" y="1075"/>
                  </a:moveTo>
                  <a:lnTo>
                    <a:pt x="624" y="1075"/>
                  </a:lnTo>
                  <a:lnTo>
                    <a:pt x="538" y="1075"/>
                  </a:lnTo>
                  <a:lnTo>
                    <a:pt x="108" y="882"/>
                  </a:lnTo>
                  <a:lnTo>
                    <a:pt x="108" y="882"/>
                  </a:lnTo>
                  <a:lnTo>
                    <a:pt x="44" y="860"/>
                  </a:lnTo>
                  <a:lnTo>
                    <a:pt x="22" y="817"/>
                  </a:lnTo>
                  <a:lnTo>
                    <a:pt x="1" y="753"/>
                  </a:lnTo>
                  <a:lnTo>
                    <a:pt x="1" y="710"/>
                  </a:lnTo>
                  <a:lnTo>
                    <a:pt x="65" y="151"/>
                  </a:lnTo>
                  <a:lnTo>
                    <a:pt x="65" y="151"/>
                  </a:lnTo>
                  <a:lnTo>
                    <a:pt x="87" y="86"/>
                  </a:lnTo>
                  <a:lnTo>
                    <a:pt x="130" y="43"/>
                  </a:lnTo>
                  <a:lnTo>
                    <a:pt x="173" y="0"/>
                  </a:lnTo>
                  <a:lnTo>
                    <a:pt x="259" y="0"/>
                  </a:lnTo>
                  <a:lnTo>
                    <a:pt x="259" y="0"/>
                  </a:lnTo>
                  <a:lnTo>
                    <a:pt x="302" y="0"/>
                  </a:lnTo>
                  <a:lnTo>
                    <a:pt x="775" y="172"/>
                  </a:lnTo>
                  <a:lnTo>
                    <a:pt x="775" y="172"/>
                  </a:lnTo>
                  <a:lnTo>
                    <a:pt x="839" y="194"/>
                  </a:lnTo>
                  <a:lnTo>
                    <a:pt x="882" y="237"/>
                  </a:lnTo>
                  <a:lnTo>
                    <a:pt x="904" y="301"/>
                  </a:lnTo>
                  <a:lnTo>
                    <a:pt x="904" y="366"/>
                  </a:lnTo>
                  <a:lnTo>
                    <a:pt x="818" y="925"/>
                  </a:lnTo>
                  <a:lnTo>
                    <a:pt x="818" y="925"/>
                  </a:lnTo>
                  <a:lnTo>
                    <a:pt x="775" y="989"/>
                  </a:lnTo>
                  <a:lnTo>
                    <a:pt x="732" y="1032"/>
                  </a:lnTo>
                  <a:lnTo>
                    <a:pt x="689" y="1075"/>
                  </a:lnTo>
                  <a:lnTo>
                    <a:pt x="624" y="107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0" name="Google Shape;8170;p71"/>
            <p:cNvSpPr/>
            <p:nvPr/>
          </p:nvSpPr>
          <p:spPr>
            <a:xfrm>
              <a:off x="5454775" y="-1315075"/>
              <a:ext cx="2213100" cy="815300"/>
            </a:xfrm>
            <a:custGeom>
              <a:avLst/>
              <a:gdLst/>
              <a:ahLst/>
              <a:cxnLst/>
              <a:rect l="l" t="t" r="r" b="b"/>
              <a:pathLst>
                <a:path w="88524" h="32612" fill="none" extrusionOk="0">
                  <a:moveTo>
                    <a:pt x="1268" y="1"/>
                  </a:moveTo>
                  <a:lnTo>
                    <a:pt x="1268" y="1"/>
                  </a:lnTo>
                  <a:lnTo>
                    <a:pt x="1053" y="194"/>
                  </a:lnTo>
                  <a:lnTo>
                    <a:pt x="860" y="409"/>
                  </a:lnTo>
                  <a:lnTo>
                    <a:pt x="666" y="646"/>
                  </a:lnTo>
                  <a:lnTo>
                    <a:pt x="494" y="904"/>
                  </a:lnTo>
                  <a:lnTo>
                    <a:pt x="344" y="1183"/>
                  </a:lnTo>
                  <a:lnTo>
                    <a:pt x="215" y="1484"/>
                  </a:lnTo>
                  <a:lnTo>
                    <a:pt x="107" y="1806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72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193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43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15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36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58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279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01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22" y="2322"/>
                  </a:lnTo>
                  <a:lnTo>
                    <a:pt x="0" y="2537"/>
                  </a:lnTo>
                  <a:lnTo>
                    <a:pt x="0" y="2537"/>
                  </a:lnTo>
                  <a:lnTo>
                    <a:pt x="22" y="2817"/>
                  </a:lnTo>
                  <a:lnTo>
                    <a:pt x="86" y="3075"/>
                  </a:lnTo>
                  <a:lnTo>
                    <a:pt x="193" y="3354"/>
                  </a:lnTo>
                  <a:lnTo>
                    <a:pt x="344" y="3634"/>
                  </a:lnTo>
                  <a:lnTo>
                    <a:pt x="537" y="3892"/>
                  </a:lnTo>
                  <a:lnTo>
                    <a:pt x="752" y="4171"/>
                  </a:lnTo>
                  <a:lnTo>
                    <a:pt x="989" y="4429"/>
                  </a:lnTo>
                  <a:lnTo>
                    <a:pt x="1290" y="4708"/>
                  </a:lnTo>
                  <a:lnTo>
                    <a:pt x="1591" y="4966"/>
                  </a:lnTo>
                  <a:lnTo>
                    <a:pt x="1935" y="5224"/>
                  </a:lnTo>
                  <a:lnTo>
                    <a:pt x="2300" y="5482"/>
                  </a:lnTo>
                  <a:lnTo>
                    <a:pt x="2687" y="5740"/>
                  </a:lnTo>
                  <a:lnTo>
                    <a:pt x="3117" y="5998"/>
                  </a:lnTo>
                  <a:lnTo>
                    <a:pt x="3547" y="6256"/>
                  </a:lnTo>
                  <a:lnTo>
                    <a:pt x="4450" y="6751"/>
                  </a:lnTo>
                  <a:lnTo>
                    <a:pt x="5417" y="7224"/>
                  </a:lnTo>
                  <a:lnTo>
                    <a:pt x="6428" y="7675"/>
                  </a:lnTo>
                  <a:lnTo>
                    <a:pt x="7481" y="8126"/>
                  </a:lnTo>
                  <a:lnTo>
                    <a:pt x="8513" y="8535"/>
                  </a:lnTo>
                  <a:lnTo>
                    <a:pt x="9545" y="8943"/>
                  </a:lnTo>
                  <a:lnTo>
                    <a:pt x="10576" y="9309"/>
                  </a:lnTo>
                  <a:lnTo>
                    <a:pt x="12468" y="9975"/>
                  </a:lnTo>
                  <a:lnTo>
                    <a:pt x="12468" y="9975"/>
                  </a:lnTo>
                  <a:lnTo>
                    <a:pt x="16638" y="11372"/>
                  </a:lnTo>
                  <a:lnTo>
                    <a:pt x="21045" y="12899"/>
                  </a:lnTo>
                  <a:lnTo>
                    <a:pt x="25968" y="14618"/>
                  </a:lnTo>
                  <a:lnTo>
                    <a:pt x="25968" y="14618"/>
                  </a:lnTo>
                  <a:lnTo>
                    <a:pt x="30353" y="16596"/>
                  </a:lnTo>
                  <a:lnTo>
                    <a:pt x="34911" y="18638"/>
                  </a:lnTo>
                  <a:lnTo>
                    <a:pt x="40220" y="21003"/>
                  </a:lnTo>
                  <a:lnTo>
                    <a:pt x="45659" y="23411"/>
                  </a:lnTo>
                  <a:lnTo>
                    <a:pt x="50582" y="25539"/>
                  </a:lnTo>
                  <a:lnTo>
                    <a:pt x="52667" y="26420"/>
                  </a:lnTo>
                  <a:lnTo>
                    <a:pt x="54408" y="27151"/>
                  </a:lnTo>
                  <a:lnTo>
                    <a:pt x="55698" y="27645"/>
                  </a:lnTo>
                  <a:lnTo>
                    <a:pt x="56149" y="27817"/>
                  </a:lnTo>
                  <a:lnTo>
                    <a:pt x="56472" y="27903"/>
                  </a:lnTo>
                  <a:lnTo>
                    <a:pt x="56472" y="27903"/>
                  </a:lnTo>
                  <a:lnTo>
                    <a:pt x="57031" y="28032"/>
                  </a:lnTo>
                  <a:lnTo>
                    <a:pt x="57697" y="28161"/>
                  </a:lnTo>
                  <a:lnTo>
                    <a:pt x="59374" y="28462"/>
                  </a:lnTo>
                  <a:lnTo>
                    <a:pt x="61352" y="28763"/>
                  </a:lnTo>
                  <a:lnTo>
                    <a:pt x="63544" y="29064"/>
                  </a:lnTo>
                  <a:lnTo>
                    <a:pt x="65844" y="29322"/>
                  </a:lnTo>
                  <a:lnTo>
                    <a:pt x="67005" y="29430"/>
                  </a:lnTo>
                  <a:lnTo>
                    <a:pt x="68144" y="29537"/>
                  </a:lnTo>
                  <a:lnTo>
                    <a:pt x="69241" y="29623"/>
                  </a:lnTo>
                  <a:lnTo>
                    <a:pt x="70316" y="29688"/>
                  </a:lnTo>
                  <a:lnTo>
                    <a:pt x="71304" y="29709"/>
                  </a:lnTo>
                  <a:lnTo>
                    <a:pt x="72229" y="29731"/>
                  </a:lnTo>
                  <a:lnTo>
                    <a:pt x="72229" y="29731"/>
                  </a:lnTo>
                  <a:lnTo>
                    <a:pt x="72766" y="29731"/>
                  </a:lnTo>
                  <a:lnTo>
                    <a:pt x="72766" y="29731"/>
                  </a:lnTo>
                  <a:lnTo>
                    <a:pt x="73046" y="29817"/>
                  </a:lnTo>
                  <a:lnTo>
                    <a:pt x="73884" y="30053"/>
                  </a:lnTo>
                  <a:lnTo>
                    <a:pt x="75217" y="30419"/>
                  </a:lnTo>
                  <a:lnTo>
                    <a:pt x="76077" y="30634"/>
                  </a:lnTo>
                  <a:lnTo>
                    <a:pt x="77044" y="30848"/>
                  </a:lnTo>
                  <a:lnTo>
                    <a:pt x="78119" y="31085"/>
                  </a:lnTo>
                  <a:lnTo>
                    <a:pt x="79301" y="31343"/>
                  </a:lnTo>
                  <a:lnTo>
                    <a:pt x="80613" y="31579"/>
                  </a:lnTo>
                  <a:lnTo>
                    <a:pt x="82010" y="31816"/>
                  </a:lnTo>
                  <a:lnTo>
                    <a:pt x="83493" y="32052"/>
                  </a:lnTo>
                  <a:lnTo>
                    <a:pt x="85084" y="32246"/>
                  </a:lnTo>
                  <a:lnTo>
                    <a:pt x="86761" y="32439"/>
                  </a:lnTo>
                  <a:lnTo>
                    <a:pt x="88523" y="32611"/>
                  </a:lnTo>
                  <a:lnTo>
                    <a:pt x="88523" y="32611"/>
                  </a:lnTo>
                  <a:lnTo>
                    <a:pt x="86890" y="32461"/>
                  </a:lnTo>
                  <a:lnTo>
                    <a:pt x="85299" y="32289"/>
                  </a:lnTo>
                  <a:lnTo>
                    <a:pt x="83816" y="32095"/>
                  </a:lnTo>
                  <a:lnTo>
                    <a:pt x="82397" y="31880"/>
                  </a:lnTo>
                  <a:lnTo>
                    <a:pt x="81064" y="31665"/>
                  </a:lnTo>
                  <a:lnTo>
                    <a:pt x="79817" y="31429"/>
                  </a:lnTo>
                  <a:lnTo>
                    <a:pt x="78656" y="31214"/>
                  </a:lnTo>
                  <a:lnTo>
                    <a:pt x="77603" y="30977"/>
                  </a:lnTo>
                  <a:lnTo>
                    <a:pt x="82246" y="28075"/>
                  </a:lnTo>
                  <a:lnTo>
                    <a:pt x="76700" y="27345"/>
                  </a:lnTo>
                  <a:lnTo>
                    <a:pt x="76700" y="27345"/>
                  </a:lnTo>
                  <a:lnTo>
                    <a:pt x="75023" y="27108"/>
                  </a:lnTo>
                  <a:lnTo>
                    <a:pt x="73368" y="26829"/>
                  </a:lnTo>
                  <a:lnTo>
                    <a:pt x="71713" y="26506"/>
                  </a:lnTo>
                  <a:lnTo>
                    <a:pt x="70058" y="26141"/>
                  </a:lnTo>
                  <a:lnTo>
                    <a:pt x="68424" y="25732"/>
                  </a:lnTo>
                  <a:lnTo>
                    <a:pt x="66812" y="25281"/>
                  </a:lnTo>
                  <a:lnTo>
                    <a:pt x="65199" y="24786"/>
                  </a:lnTo>
                  <a:lnTo>
                    <a:pt x="63587" y="24270"/>
                  </a:lnTo>
                  <a:lnTo>
                    <a:pt x="63587" y="24270"/>
                  </a:lnTo>
                  <a:lnTo>
                    <a:pt x="59116" y="22723"/>
                  </a:lnTo>
                  <a:lnTo>
                    <a:pt x="59116" y="22723"/>
                  </a:lnTo>
                  <a:lnTo>
                    <a:pt x="59137" y="22787"/>
                  </a:lnTo>
                  <a:lnTo>
                    <a:pt x="59137" y="22830"/>
                  </a:lnTo>
                  <a:lnTo>
                    <a:pt x="59051" y="23411"/>
                  </a:lnTo>
                  <a:lnTo>
                    <a:pt x="59051" y="23411"/>
                  </a:lnTo>
                  <a:lnTo>
                    <a:pt x="59030" y="23475"/>
                  </a:lnTo>
                  <a:lnTo>
                    <a:pt x="58965" y="23518"/>
                  </a:lnTo>
                  <a:lnTo>
                    <a:pt x="58922" y="23540"/>
                  </a:lnTo>
                  <a:lnTo>
                    <a:pt x="58858" y="23561"/>
                  </a:lnTo>
                  <a:lnTo>
                    <a:pt x="58858" y="23561"/>
                  </a:lnTo>
                  <a:lnTo>
                    <a:pt x="58772" y="23540"/>
                  </a:lnTo>
                  <a:lnTo>
                    <a:pt x="58342" y="23368"/>
                  </a:lnTo>
                  <a:lnTo>
                    <a:pt x="58342" y="23368"/>
                  </a:lnTo>
                  <a:lnTo>
                    <a:pt x="58299" y="23325"/>
                  </a:lnTo>
                  <a:lnTo>
                    <a:pt x="58256" y="23282"/>
                  </a:lnTo>
                  <a:lnTo>
                    <a:pt x="58234" y="23239"/>
                  </a:lnTo>
                  <a:lnTo>
                    <a:pt x="58234" y="23174"/>
                  </a:lnTo>
                  <a:lnTo>
                    <a:pt x="58299" y="22637"/>
                  </a:lnTo>
                  <a:lnTo>
                    <a:pt x="58299" y="22637"/>
                  </a:lnTo>
                  <a:lnTo>
                    <a:pt x="58299" y="22594"/>
                  </a:lnTo>
                  <a:lnTo>
                    <a:pt x="58342" y="22551"/>
                  </a:lnTo>
                  <a:lnTo>
                    <a:pt x="58363" y="22508"/>
                  </a:lnTo>
                  <a:lnTo>
                    <a:pt x="58428" y="22486"/>
                  </a:lnTo>
                  <a:lnTo>
                    <a:pt x="58428" y="22486"/>
                  </a:lnTo>
                  <a:lnTo>
                    <a:pt x="57998" y="22336"/>
                  </a:lnTo>
                  <a:lnTo>
                    <a:pt x="57998" y="22336"/>
                  </a:lnTo>
                  <a:lnTo>
                    <a:pt x="57998" y="22400"/>
                  </a:lnTo>
                  <a:lnTo>
                    <a:pt x="57912" y="22959"/>
                  </a:lnTo>
                  <a:lnTo>
                    <a:pt x="57912" y="22959"/>
                  </a:lnTo>
                  <a:lnTo>
                    <a:pt x="57891" y="23024"/>
                  </a:lnTo>
                  <a:lnTo>
                    <a:pt x="57848" y="23088"/>
                  </a:lnTo>
                  <a:lnTo>
                    <a:pt x="57783" y="23110"/>
                  </a:lnTo>
                  <a:lnTo>
                    <a:pt x="57719" y="23131"/>
                  </a:lnTo>
                  <a:lnTo>
                    <a:pt x="57719" y="23131"/>
                  </a:lnTo>
                  <a:lnTo>
                    <a:pt x="57633" y="23110"/>
                  </a:lnTo>
                  <a:lnTo>
                    <a:pt x="57203" y="22916"/>
                  </a:lnTo>
                  <a:lnTo>
                    <a:pt x="57203" y="22916"/>
                  </a:lnTo>
                  <a:lnTo>
                    <a:pt x="57160" y="22895"/>
                  </a:lnTo>
                  <a:lnTo>
                    <a:pt x="57117" y="22852"/>
                  </a:lnTo>
                  <a:lnTo>
                    <a:pt x="57095" y="22809"/>
                  </a:lnTo>
                  <a:lnTo>
                    <a:pt x="57095" y="22744"/>
                  </a:lnTo>
                  <a:lnTo>
                    <a:pt x="57160" y="22185"/>
                  </a:lnTo>
                  <a:lnTo>
                    <a:pt x="57160" y="22185"/>
                  </a:lnTo>
                  <a:lnTo>
                    <a:pt x="57181" y="22121"/>
                  </a:lnTo>
                  <a:lnTo>
                    <a:pt x="57224" y="22078"/>
                  </a:lnTo>
                  <a:lnTo>
                    <a:pt x="57224" y="22078"/>
                  </a:lnTo>
                  <a:lnTo>
                    <a:pt x="56859" y="21949"/>
                  </a:lnTo>
                  <a:lnTo>
                    <a:pt x="56859" y="21949"/>
                  </a:lnTo>
                  <a:lnTo>
                    <a:pt x="56859" y="21970"/>
                  </a:lnTo>
                  <a:lnTo>
                    <a:pt x="56773" y="22529"/>
                  </a:lnTo>
                  <a:lnTo>
                    <a:pt x="56773" y="22529"/>
                  </a:lnTo>
                  <a:lnTo>
                    <a:pt x="56751" y="22594"/>
                  </a:lnTo>
                  <a:lnTo>
                    <a:pt x="56708" y="22637"/>
                  </a:lnTo>
                  <a:lnTo>
                    <a:pt x="56644" y="22680"/>
                  </a:lnTo>
                  <a:lnTo>
                    <a:pt x="56579" y="22680"/>
                  </a:lnTo>
                  <a:lnTo>
                    <a:pt x="56579" y="22680"/>
                  </a:lnTo>
                  <a:lnTo>
                    <a:pt x="56515" y="22658"/>
                  </a:lnTo>
                  <a:lnTo>
                    <a:pt x="56063" y="22486"/>
                  </a:lnTo>
                  <a:lnTo>
                    <a:pt x="56063" y="22486"/>
                  </a:lnTo>
                  <a:lnTo>
                    <a:pt x="56020" y="22465"/>
                  </a:lnTo>
                  <a:lnTo>
                    <a:pt x="55977" y="22422"/>
                  </a:lnTo>
                  <a:lnTo>
                    <a:pt x="55956" y="22357"/>
                  </a:lnTo>
                  <a:lnTo>
                    <a:pt x="55956" y="22293"/>
                  </a:lnTo>
                  <a:lnTo>
                    <a:pt x="56020" y="21755"/>
                  </a:lnTo>
                  <a:lnTo>
                    <a:pt x="56020" y="21755"/>
                  </a:lnTo>
                  <a:lnTo>
                    <a:pt x="56063" y="21669"/>
                  </a:lnTo>
                  <a:lnTo>
                    <a:pt x="56063" y="21669"/>
                  </a:lnTo>
                  <a:lnTo>
                    <a:pt x="55719" y="21562"/>
                  </a:lnTo>
                  <a:lnTo>
                    <a:pt x="55633" y="22078"/>
                  </a:lnTo>
                  <a:lnTo>
                    <a:pt x="55633" y="22078"/>
                  </a:lnTo>
                  <a:lnTo>
                    <a:pt x="55612" y="22142"/>
                  </a:lnTo>
                  <a:lnTo>
                    <a:pt x="55569" y="22207"/>
                  </a:lnTo>
                  <a:lnTo>
                    <a:pt x="55504" y="22228"/>
                  </a:lnTo>
                  <a:lnTo>
                    <a:pt x="55440" y="22250"/>
                  </a:lnTo>
                  <a:lnTo>
                    <a:pt x="55440" y="22250"/>
                  </a:lnTo>
                  <a:lnTo>
                    <a:pt x="55375" y="22228"/>
                  </a:lnTo>
                  <a:lnTo>
                    <a:pt x="54924" y="22056"/>
                  </a:lnTo>
                  <a:lnTo>
                    <a:pt x="54924" y="22056"/>
                  </a:lnTo>
                  <a:lnTo>
                    <a:pt x="54881" y="22013"/>
                  </a:lnTo>
                  <a:lnTo>
                    <a:pt x="54838" y="21970"/>
                  </a:lnTo>
                  <a:lnTo>
                    <a:pt x="54817" y="21927"/>
                  </a:lnTo>
                  <a:lnTo>
                    <a:pt x="54817" y="21863"/>
                  </a:lnTo>
                  <a:lnTo>
                    <a:pt x="54881" y="21325"/>
                  </a:lnTo>
                  <a:lnTo>
                    <a:pt x="54881" y="21325"/>
                  </a:lnTo>
                  <a:lnTo>
                    <a:pt x="54903" y="21261"/>
                  </a:lnTo>
                  <a:lnTo>
                    <a:pt x="54903" y="21261"/>
                  </a:lnTo>
                  <a:lnTo>
                    <a:pt x="54580" y="21153"/>
                  </a:lnTo>
                  <a:lnTo>
                    <a:pt x="54494" y="21648"/>
                  </a:lnTo>
                  <a:lnTo>
                    <a:pt x="54494" y="21648"/>
                  </a:lnTo>
                  <a:lnTo>
                    <a:pt x="54473" y="21712"/>
                  </a:lnTo>
                  <a:lnTo>
                    <a:pt x="54430" y="21755"/>
                  </a:lnTo>
                  <a:lnTo>
                    <a:pt x="54365" y="21798"/>
                  </a:lnTo>
                  <a:lnTo>
                    <a:pt x="54301" y="21798"/>
                  </a:lnTo>
                  <a:lnTo>
                    <a:pt x="54301" y="21798"/>
                  </a:lnTo>
                  <a:lnTo>
                    <a:pt x="54236" y="21798"/>
                  </a:lnTo>
                  <a:lnTo>
                    <a:pt x="53785" y="21605"/>
                  </a:lnTo>
                  <a:lnTo>
                    <a:pt x="53785" y="21605"/>
                  </a:lnTo>
                  <a:lnTo>
                    <a:pt x="53742" y="21583"/>
                  </a:lnTo>
                  <a:lnTo>
                    <a:pt x="53699" y="21540"/>
                  </a:lnTo>
                  <a:lnTo>
                    <a:pt x="53677" y="21476"/>
                  </a:lnTo>
                  <a:lnTo>
                    <a:pt x="53677" y="21433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742" y="20874"/>
                  </a:lnTo>
                  <a:lnTo>
                    <a:pt x="53441" y="20767"/>
                  </a:lnTo>
                  <a:lnTo>
                    <a:pt x="53355" y="21218"/>
                  </a:lnTo>
                  <a:lnTo>
                    <a:pt x="53355" y="21218"/>
                  </a:lnTo>
                  <a:lnTo>
                    <a:pt x="53333" y="21261"/>
                  </a:lnTo>
                  <a:lnTo>
                    <a:pt x="53290" y="21325"/>
                  </a:lnTo>
                  <a:lnTo>
                    <a:pt x="53226" y="21347"/>
                  </a:lnTo>
                  <a:lnTo>
                    <a:pt x="53161" y="21368"/>
                  </a:lnTo>
                  <a:lnTo>
                    <a:pt x="53161" y="21368"/>
                  </a:lnTo>
                  <a:lnTo>
                    <a:pt x="53097" y="21347"/>
                  </a:lnTo>
                  <a:lnTo>
                    <a:pt x="52645" y="21175"/>
                  </a:lnTo>
                  <a:lnTo>
                    <a:pt x="52645" y="21175"/>
                  </a:lnTo>
                  <a:lnTo>
                    <a:pt x="52602" y="21132"/>
                  </a:lnTo>
                  <a:lnTo>
                    <a:pt x="52559" y="21089"/>
                  </a:lnTo>
                  <a:lnTo>
                    <a:pt x="52538" y="21046"/>
                  </a:lnTo>
                  <a:lnTo>
                    <a:pt x="52538" y="20981"/>
                  </a:lnTo>
                  <a:lnTo>
                    <a:pt x="52602" y="20487"/>
                  </a:lnTo>
                  <a:lnTo>
                    <a:pt x="52602" y="20487"/>
                  </a:lnTo>
                  <a:lnTo>
                    <a:pt x="52280" y="20380"/>
                  </a:lnTo>
                  <a:lnTo>
                    <a:pt x="52215" y="20767"/>
                  </a:lnTo>
                  <a:lnTo>
                    <a:pt x="52215" y="20767"/>
                  </a:lnTo>
                  <a:lnTo>
                    <a:pt x="52194" y="20831"/>
                  </a:lnTo>
                  <a:lnTo>
                    <a:pt x="52151" y="20874"/>
                  </a:lnTo>
                  <a:lnTo>
                    <a:pt x="52086" y="20917"/>
                  </a:lnTo>
                  <a:lnTo>
                    <a:pt x="52022" y="20917"/>
                  </a:lnTo>
                  <a:lnTo>
                    <a:pt x="52022" y="20917"/>
                  </a:lnTo>
                  <a:lnTo>
                    <a:pt x="51957" y="20917"/>
                  </a:lnTo>
                  <a:lnTo>
                    <a:pt x="51506" y="20724"/>
                  </a:lnTo>
                  <a:lnTo>
                    <a:pt x="51506" y="20724"/>
                  </a:lnTo>
                  <a:lnTo>
                    <a:pt x="51463" y="20702"/>
                  </a:lnTo>
                  <a:lnTo>
                    <a:pt x="51420" y="20659"/>
                  </a:lnTo>
                  <a:lnTo>
                    <a:pt x="51420" y="20595"/>
                  </a:lnTo>
                  <a:lnTo>
                    <a:pt x="51420" y="20552"/>
                  </a:lnTo>
                  <a:lnTo>
                    <a:pt x="51463" y="20079"/>
                  </a:lnTo>
                  <a:lnTo>
                    <a:pt x="51463" y="20079"/>
                  </a:lnTo>
                  <a:lnTo>
                    <a:pt x="51141" y="19971"/>
                  </a:lnTo>
                  <a:lnTo>
                    <a:pt x="51076" y="20337"/>
                  </a:lnTo>
                  <a:lnTo>
                    <a:pt x="51076" y="20337"/>
                  </a:lnTo>
                  <a:lnTo>
                    <a:pt x="51055" y="20401"/>
                  </a:lnTo>
                  <a:lnTo>
                    <a:pt x="51012" y="20444"/>
                  </a:lnTo>
                  <a:lnTo>
                    <a:pt x="50969" y="20466"/>
                  </a:lnTo>
                  <a:lnTo>
                    <a:pt x="50883" y="20487"/>
                  </a:lnTo>
                  <a:lnTo>
                    <a:pt x="50883" y="20487"/>
                  </a:lnTo>
                  <a:lnTo>
                    <a:pt x="50818" y="20466"/>
                  </a:lnTo>
                  <a:lnTo>
                    <a:pt x="50388" y="20294"/>
                  </a:lnTo>
                  <a:lnTo>
                    <a:pt x="50388" y="20294"/>
                  </a:lnTo>
                  <a:lnTo>
                    <a:pt x="50324" y="20251"/>
                  </a:lnTo>
                  <a:lnTo>
                    <a:pt x="50302" y="20208"/>
                  </a:lnTo>
                  <a:lnTo>
                    <a:pt x="50281" y="20165"/>
                  </a:lnTo>
                  <a:lnTo>
                    <a:pt x="50281" y="20100"/>
                  </a:lnTo>
                  <a:lnTo>
                    <a:pt x="50324" y="19692"/>
                  </a:lnTo>
                  <a:lnTo>
                    <a:pt x="50324" y="19692"/>
                  </a:lnTo>
                  <a:lnTo>
                    <a:pt x="50001" y="19584"/>
                  </a:lnTo>
                  <a:lnTo>
                    <a:pt x="49937" y="19885"/>
                  </a:lnTo>
                  <a:lnTo>
                    <a:pt x="49937" y="19885"/>
                  </a:lnTo>
                  <a:lnTo>
                    <a:pt x="49915" y="19950"/>
                  </a:lnTo>
                  <a:lnTo>
                    <a:pt x="49872" y="20014"/>
                  </a:lnTo>
                  <a:lnTo>
                    <a:pt x="49829" y="20036"/>
                  </a:lnTo>
                  <a:lnTo>
                    <a:pt x="49765" y="20057"/>
                  </a:lnTo>
                  <a:lnTo>
                    <a:pt x="49765" y="20057"/>
                  </a:lnTo>
                  <a:lnTo>
                    <a:pt x="49679" y="20036"/>
                  </a:lnTo>
                  <a:lnTo>
                    <a:pt x="49249" y="19842"/>
                  </a:lnTo>
                  <a:lnTo>
                    <a:pt x="49249" y="19842"/>
                  </a:lnTo>
                  <a:lnTo>
                    <a:pt x="49184" y="19821"/>
                  </a:lnTo>
                  <a:lnTo>
                    <a:pt x="49163" y="19778"/>
                  </a:lnTo>
                  <a:lnTo>
                    <a:pt x="49141" y="19735"/>
                  </a:lnTo>
                  <a:lnTo>
                    <a:pt x="49141" y="19670"/>
                  </a:lnTo>
                  <a:lnTo>
                    <a:pt x="49184" y="19305"/>
                  </a:lnTo>
                  <a:lnTo>
                    <a:pt x="49184" y="19305"/>
                  </a:lnTo>
                  <a:lnTo>
                    <a:pt x="48862" y="19197"/>
                  </a:lnTo>
                  <a:lnTo>
                    <a:pt x="48819" y="19455"/>
                  </a:lnTo>
                  <a:lnTo>
                    <a:pt x="48819" y="19455"/>
                  </a:lnTo>
                  <a:lnTo>
                    <a:pt x="48776" y="19520"/>
                  </a:lnTo>
                  <a:lnTo>
                    <a:pt x="48733" y="19563"/>
                  </a:lnTo>
                  <a:lnTo>
                    <a:pt x="48690" y="19606"/>
                  </a:lnTo>
                  <a:lnTo>
                    <a:pt x="48625" y="19606"/>
                  </a:lnTo>
                  <a:lnTo>
                    <a:pt x="48625" y="19606"/>
                  </a:lnTo>
                  <a:lnTo>
                    <a:pt x="48539" y="19584"/>
                  </a:lnTo>
                  <a:lnTo>
                    <a:pt x="48110" y="19412"/>
                  </a:lnTo>
                  <a:lnTo>
                    <a:pt x="48110" y="19412"/>
                  </a:lnTo>
                  <a:lnTo>
                    <a:pt x="48045" y="19391"/>
                  </a:lnTo>
                  <a:lnTo>
                    <a:pt x="48024" y="19348"/>
                  </a:lnTo>
                  <a:lnTo>
                    <a:pt x="48002" y="19283"/>
                  </a:lnTo>
                  <a:lnTo>
                    <a:pt x="48002" y="19219"/>
                  </a:lnTo>
                  <a:lnTo>
                    <a:pt x="48024" y="18918"/>
                  </a:lnTo>
                  <a:lnTo>
                    <a:pt x="48024" y="18918"/>
                  </a:lnTo>
                  <a:lnTo>
                    <a:pt x="46024" y="18208"/>
                  </a:lnTo>
                  <a:lnTo>
                    <a:pt x="46024" y="18208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5938" y="18187"/>
                  </a:lnTo>
                  <a:lnTo>
                    <a:pt x="43079" y="17198"/>
                  </a:lnTo>
                  <a:lnTo>
                    <a:pt x="43015" y="17521"/>
                  </a:lnTo>
                  <a:lnTo>
                    <a:pt x="43015" y="17521"/>
                  </a:lnTo>
                  <a:lnTo>
                    <a:pt x="42993" y="17585"/>
                  </a:lnTo>
                  <a:lnTo>
                    <a:pt x="42950" y="17628"/>
                  </a:lnTo>
                  <a:lnTo>
                    <a:pt x="42886" y="17671"/>
                  </a:lnTo>
                  <a:lnTo>
                    <a:pt x="42821" y="17671"/>
                  </a:lnTo>
                  <a:lnTo>
                    <a:pt x="42821" y="17671"/>
                  </a:lnTo>
                  <a:lnTo>
                    <a:pt x="42757" y="17671"/>
                  </a:lnTo>
                  <a:lnTo>
                    <a:pt x="42327" y="17478"/>
                  </a:lnTo>
                  <a:lnTo>
                    <a:pt x="42327" y="17478"/>
                  </a:lnTo>
                  <a:lnTo>
                    <a:pt x="42262" y="17456"/>
                  </a:lnTo>
                  <a:lnTo>
                    <a:pt x="42241" y="17413"/>
                  </a:lnTo>
                  <a:lnTo>
                    <a:pt x="42219" y="17349"/>
                  </a:lnTo>
                  <a:lnTo>
                    <a:pt x="42219" y="17306"/>
                  </a:lnTo>
                  <a:lnTo>
                    <a:pt x="42262" y="16919"/>
                  </a:lnTo>
                  <a:lnTo>
                    <a:pt x="42262" y="16919"/>
                  </a:lnTo>
                  <a:lnTo>
                    <a:pt x="41940" y="16811"/>
                  </a:lnTo>
                  <a:lnTo>
                    <a:pt x="41876" y="17091"/>
                  </a:lnTo>
                  <a:lnTo>
                    <a:pt x="41876" y="17091"/>
                  </a:lnTo>
                  <a:lnTo>
                    <a:pt x="41854" y="17155"/>
                  </a:lnTo>
                  <a:lnTo>
                    <a:pt x="41811" y="17198"/>
                  </a:lnTo>
                  <a:lnTo>
                    <a:pt x="41768" y="17220"/>
                  </a:lnTo>
                  <a:lnTo>
                    <a:pt x="41704" y="17241"/>
                  </a:lnTo>
                  <a:lnTo>
                    <a:pt x="41704" y="17241"/>
                  </a:lnTo>
                  <a:lnTo>
                    <a:pt x="41618" y="17220"/>
                  </a:lnTo>
                  <a:lnTo>
                    <a:pt x="41188" y="17048"/>
                  </a:lnTo>
                  <a:lnTo>
                    <a:pt x="41188" y="17048"/>
                  </a:lnTo>
                  <a:lnTo>
                    <a:pt x="41123" y="17005"/>
                  </a:lnTo>
                  <a:lnTo>
                    <a:pt x="41102" y="16962"/>
                  </a:lnTo>
                  <a:lnTo>
                    <a:pt x="41080" y="16919"/>
                  </a:lnTo>
                  <a:lnTo>
                    <a:pt x="41080" y="16854"/>
                  </a:lnTo>
                  <a:lnTo>
                    <a:pt x="41102" y="16532"/>
                  </a:lnTo>
                  <a:lnTo>
                    <a:pt x="41102" y="16532"/>
                  </a:lnTo>
                  <a:lnTo>
                    <a:pt x="40779" y="16403"/>
                  </a:lnTo>
                  <a:lnTo>
                    <a:pt x="40758" y="16639"/>
                  </a:lnTo>
                  <a:lnTo>
                    <a:pt x="40758" y="16639"/>
                  </a:lnTo>
                  <a:lnTo>
                    <a:pt x="40715" y="16704"/>
                  </a:lnTo>
                  <a:lnTo>
                    <a:pt x="40672" y="16768"/>
                  </a:lnTo>
                  <a:lnTo>
                    <a:pt x="40629" y="16790"/>
                  </a:lnTo>
                  <a:lnTo>
                    <a:pt x="40564" y="16811"/>
                  </a:lnTo>
                  <a:lnTo>
                    <a:pt x="40564" y="16811"/>
                  </a:lnTo>
                  <a:lnTo>
                    <a:pt x="40478" y="16790"/>
                  </a:lnTo>
                  <a:lnTo>
                    <a:pt x="40048" y="16596"/>
                  </a:lnTo>
                  <a:lnTo>
                    <a:pt x="40048" y="16596"/>
                  </a:lnTo>
                  <a:lnTo>
                    <a:pt x="39984" y="16575"/>
                  </a:lnTo>
                  <a:lnTo>
                    <a:pt x="39962" y="16532"/>
                  </a:lnTo>
                  <a:lnTo>
                    <a:pt x="39941" y="16489"/>
                  </a:lnTo>
                  <a:lnTo>
                    <a:pt x="39941" y="16424"/>
                  </a:lnTo>
                  <a:lnTo>
                    <a:pt x="39962" y="16123"/>
                  </a:lnTo>
                  <a:lnTo>
                    <a:pt x="39962" y="16123"/>
                  </a:lnTo>
                  <a:lnTo>
                    <a:pt x="39640" y="16016"/>
                  </a:lnTo>
                  <a:lnTo>
                    <a:pt x="39618" y="16209"/>
                  </a:lnTo>
                  <a:lnTo>
                    <a:pt x="39618" y="16209"/>
                  </a:lnTo>
                  <a:lnTo>
                    <a:pt x="39597" y="16274"/>
                  </a:lnTo>
                  <a:lnTo>
                    <a:pt x="39532" y="16317"/>
                  </a:lnTo>
                  <a:lnTo>
                    <a:pt x="39489" y="16360"/>
                  </a:lnTo>
                  <a:lnTo>
                    <a:pt x="39425" y="16360"/>
                  </a:lnTo>
                  <a:lnTo>
                    <a:pt x="39425" y="16360"/>
                  </a:lnTo>
                  <a:lnTo>
                    <a:pt x="39339" y="16338"/>
                  </a:lnTo>
                  <a:lnTo>
                    <a:pt x="38909" y="16166"/>
                  </a:lnTo>
                  <a:lnTo>
                    <a:pt x="38909" y="16166"/>
                  </a:lnTo>
                  <a:lnTo>
                    <a:pt x="38866" y="16145"/>
                  </a:lnTo>
                  <a:lnTo>
                    <a:pt x="38823" y="16102"/>
                  </a:lnTo>
                  <a:lnTo>
                    <a:pt x="38802" y="16037"/>
                  </a:lnTo>
                  <a:lnTo>
                    <a:pt x="38802" y="15973"/>
                  </a:lnTo>
                  <a:lnTo>
                    <a:pt x="38823" y="15736"/>
                  </a:lnTo>
                  <a:lnTo>
                    <a:pt x="38823" y="15736"/>
                  </a:lnTo>
                  <a:lnTo>
                    <a:pt x="38501" y="15629"/>
                  </a:lnTo>
                  <a:lnTo>
                    <a:pt x="38479" y="15758"/>
                  </a:lnTo>
                  <a:lnTo>
                    <a:pt x="38479" y="15758"/>
                  </a:lnTo>
                  <a:lnTo>
                    <a:pt x="38458" y="15822"/>
                  </a:lnTo>
                  <a:lnTo>
                    <a:pt x="38415" y="15887"/>
                  </a:lnTo>
                  <a:lnTo>
                    <a:pt x="38350" y="15908"/>
                  </a:lnTo>
                  <a:lnTo>
                    <a:pt x="38286" y="15930"/>
                  </a:lnTo>
                  <a:lnTo>
                    <a:pt x="38286" y="15930"/>
                  </a:lnTo>
                  <a:lnTo>
                    <a:pt x="38221" y="15908"/>
                  </a:lnTo>
                  <a:lnTo>
                    <a:pt x="37770" y="15736"/>
                  </a:lnTo>
                  <a:lnTo>
                    <a:pt x="37770" y="15736"/>
                  </a:lnTo>
                  <a:lnTo>
                    <a:pt x="37727" y="15693"/>
                  </a:lnTo>
                  <a:lnTo>
                    <a:pt x="37684" y="15650"/>
                  </a:lnTo>
                  <a:lnTo>
                    <a:pt x="37662" y="15607"/>
                  </a:lnTo>
                  <a:lnTo>
                    <a:pt x="37662" y="15543"/>
                  </a:lnTo>
                  <a:lnTo>
                    <a:pt x="37684" y="15349"/>
                  </a:lnTo>
                  <a:lnTo>
                    <a:pt x="37684" y="15349"/>
                  </a:lnTo>
                  <a:lnTo>
                    <a:pt x="37361" y="15220"/>
                  </a:lnTo>
                  <a:lnTo>
                    <a:pt x="37340" y="15328"/>
                  </a:lnTo>
                  <a:lnTo>
                    <a:pt x="37340" y="15328"/>
                  </a:lnTo>
                  <a:lnTo>
                    <a:pt x="37318" y="15392"/>
                  </a:lnTo>
                  <a:lnTo>
                    <a:pt x="37275" y="15435"/>
                  </a:lnTo>
                  <a:lnTo>
                    <a:pt x="37211" y="15478"/>
                  </a:lnTo>
                  <a:lnTo>
                    <a:pt x="37146" y="15478"/>
                  </a:lnTo>
                  <a:lnTo>
                    <a:pt x="37146" y="15478"/>
                  </a:lnTo>
                  <a:lnTo>
                    <a:pt x="37082" y="15478"/>
                  </a:lnTo>
                  <a:lnTo>
                    <a:pt x="36630" y="15285"/>
                  </a:lnTo>
                  <a:lnTo>
                    <a:pt x="36630" y="15285"/>
                  </a:lnTo>
                  <a:lnTo>
                    <a:pt x="36587" y="15263"/>
                  </a:lnTo>
                  <a:lnTo>
                    <a:pt x="36544" y="15220"/>
                  </a:lnTo>
                  <a:lnTo>
                    <a:pt x="36523" y="15156"/>
                  </a:lnTo>
                  <a:lnTo>
                    <a:pt x="36523" y="15113"/>
                  </a:lnTo>
                  <a:lnTo>
                    <a:pt x="36544" y="14941"/>
                  </a:lnTo>
                  <a:lnTo>
                    <a:pt x="36544" y="14941"/>
                  </a:lnTo>
                  <a:lnTo>
                    <a:pt x="36200" y="14833"/>
                  </a:lnTo>
                  <a:lnTo>
                    <a:pt x="36200" y="14876"/>
                  </a:lnTo>
                  <a:lnTo>
                    <a:pt x="36200" y="14876"/>
                  </a:lnTo>
                  <a:lnTo>
                    <a:pt x="36179" y="14941"/>
                  </a:lnTo>
                  <a:lnTo>
                    <a:pt x="36136" y="15005"/>
                  </a:lnTo>
                  <a:lnTo>
                    <a:pt x="36071" y="15027"/>
                  </a:lnTo>
                  <a:lnTo>
                    <a:pt x="36007" y="15048"/>
                  </a:lnTo>
                  <a:lnTo>
                    <a:pt x="36007" y="15048"/>
                  </a:lnTo>
                  <a:lnTo>
                    <a:pt x="35942" y="15027"/>
                  </a:lnTo>
                  <a:lnTo>
                    <a:pt x="35491" y="14855"/>
                  </a:lnTo>
                  <a:lnTo>
                    <a:pt x="35491" y="14855"/>
                  </a:lnTo>
                  <a:lnTo>
                    <a:pt x="35448" y="14812"/>
                  </a:lnTo>
                  <a:lnTo>
                    <a:pt x="35405" y="14769"/>
                  </a:lnTo>
                  <a:lnTo>
                    <a:pt x="35384" y="14726"/>
                  </a:lnTo>
                  <a:lnTo>
                    <a:pt x="35384" y="14661"/>
                  </a:lnTo>
                  <a:lnTo>
                    <a:pt x="35405" y="14554"/>
                  </a:lnTo>
                  <a:lnTo>
                    <a:pt x="35405" y="14554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61" y="14446"/>
                  </a:lnTo>
                  <a:lnTo>
                    <a:pt x="35040" y="14511"/>
                  </a:lnTo>
                  <a:lnTo>
                    <a:pt x="34997" y="14554"/>
                  </a:lnTo>
                  <a:lnTo>
                    <a:pt x="34932" y="14597"/>
                  </a:lnTo>
                  <a:lnTo>
                    <a:pt x="34868" y="14597"/>
                  </a:lnTo>
                  <a:lnTo>
                    <a:pt x="34868" y="14597"/>
                  </a:lnTo>
                  <a:lnTo>
                    <a:pt x="34803" y="14597"/>
                  </a:lnTo>
                  <a:lnTo>
                    <a:pt x="34352" y="14403"/>
                  </a:lnTo>
                  <a:lnTo>
                    <a:pt x="34352" y="14403"/>
                  </a:lnTo>
                  <a:lnTo>
                    <a:pt x="34309" y="14382"/>
                  </a:lnTo>
                  <a:lnTo>
                    <a:pt x="34266" y="14339"/>
                  </a:lnTo>
                  <a:lnTo>
                    <a:pt x="34244" y="14275"/>
                  </a:lnTo>
                  <a:lnTo>
                    <a:pt x="34244" y="14232"/>
                  </a:lnTo>
                  <a:lnTo>
                    <a:pt x="34266" y="14167"/>
                  </a:lnTo>
                  <a:lnTo>
                    <a:pt x="34266" y="14167"/>
                  </a:lnTo>
                  <a:lnTo>
                    <a:pt x="33922" y="14038"/>
                  </a:lnTo>
                  <a:lnTo>
                    <a:pt x="33922" y="14038"/>
                  </a:lnTo>
                  <a:lnTo>
                    <a:pt x="33879" y="14103"/>
                  </a:lnTo>
                  <a:lnTo>
                    <a:pt x="33836" y="14124"/>
                  </a:lnTo>
                  <a:lnTo>
                    <a:pt x="33793" y="14167"/>
                  </a:lnTo>
                  <a:lnTo>
                    <a:pt x="33728" y="14167"/>
                  </a:lnTo>
                  <a:lnTo>
                    <a:pt x="33728" y="14167"/>
                  </a:lnTo>
                  <a:lnTo>
                    <a:pt x="33664" y="14146"/>
                  </a:lnTo>
                  <a:lnTo>
                    <a:pt x="33212" y="13974"/>
                  </a:lnTo>
                  <a:lnTo>
                    <a:pt x="33212" y="13974"/>
                  </a:lnTo>
                  <a:lnTo>
                    <a:pt x="33169" y="13931"/>
                  </a:lnTo>
                  <a:lnTo>
                    <a:pt x="33126" y="13888"/>
                  </a:lnTo>
                  <a:lnTo>
                    <a:pt x="33105" y="13845"/>
                  </a:lnTo>
                  <a:lnTo>
                    <a:pt x="33105" y="13780"/>
                  </a:lnTo>
                  <a:lnTo>
                    <a:pt x="33126" y="13759"/>
                  </a:lnTo>
                  <a:lnTo>
                    <a:pt x="33126" y="13759"/>
                  </a:lnTo>
                  <a:lnTo>
                    <a:pt x="32761" y="13651"/>
                  </a:lnTo>
                  <a:lnTo>
                    <a:pt x="32761" y="13651"/>
                  </a:lnTo>
                  <a:lnTo>
                    <a:pt x="32696" y="13694"/>
                  </a:lnTo>
                  <a:lnTo>
                    <a:pt x="32589" y="13737"/>
                  </a:lnTo>
                  <a:lnTo>
                    <a:pt x="32589" y="13737"/>
                  </a:lnTo>
                  <a:lnTo>
                    <a:pt x="32524" y="13716"/>
                  </a:lnTo>
                  <a:lnTo>
                    <a:pt x="32073" y="13522"/>
                  </a:lnTo>
                  <a:lnTo>
                    <a:pt x="32073" y="13522"/>
                  </a:lnTo>
                  <a:lnTo>
                    <a:pt x="32030" y="13501"/>
                  </a:lnTo>
                  <a:lnTo>
                    <a:pt x="32009" y="13458"/>
                  </a:lnTo>
                  <a:lnTo>
                    <a:pt x="31987" y="13415"/>
                  </a:lnTo>
                  <a:lnTo>
                    <a:pt x="31966" y="13372"/>
                  </a:lnTo>
                  <a:lnTo>
                    <a:pt x="31966" y="13372"/>
                  </a:lnTo>
                  <a:lnTo>
                    <a:pt x="31579" y="13243"/>
                  </a:lnTo>
                  <a:lnTo>
                    <a:pt x="31579" y="13243"/>
                  </a:lnTo>
                  <a:lnTo>
                    <a:pt x="31536" y="13286"/>
                  </a:lnTo>
                  <a:lnTo>
                    <a:pt x="31450" y="13286"/>
                  </a:lnTo>
                  <a:lnTo>
                    <a:pt x="31450" y="13286"/>
                  </a:lnTo>
                  <a:lnTo>
                    <a:pt x="31385" y="13264"/>
                  </a:lnTo>
                  <a:lnTo>
                    <a:pt x="30955" y="13092"/>
                  </a:lnTo>
                  <a:lnTo>
                    <a:pt x="30955" y="13092"/>
                  </a:lnTo>
                  <a:lnTo>
                    <a:pt x="30891" y="13049"/>
                  </a:lnTo>
                  <a:lnTo>
                    <a:pt x="30848" y="12985"/>
                  </a:lnTo>
                  <a:lnTo>
                    <a:pt x="30848" y="12985"/>
                  </a:lnTo>
                  <a:lnTo>
                    <a:pt x="30396" y="12834"/>
                  </a:lnTo>
                  <a:lnTo>
                    <a:pt x="30396" y="12834"/>
                  </a:lnTo>
                  <a:lnTo>
                    <a:pt x="30332" y="12856"/>
                  </a:lnTo>
                  <a:lnTo>
                    <a:pt x="30332" y="12856"/>
                  </a:lnTo>
                  <a:lnTo>
                    <a:pt x="30246" y="12834"/>
                  </a:lnTo>
                  <a:lnTo>
                    <a:pt x="29816" y="12662"/>
                  </a:lnTo>
                  <a:lnTo>
                    <a:pt x="29816" y="12662"/>
                  </a:lnTo>
                  <a:lnTo>
                    <a:pt x="29730" y="12598"/>
                  </a:lnTo>
                  <a:lnTo>
                    <a:pt x="29730" y="12598"/>
                  </a:lnTo>
                  <a:lnTo>
                    <a:pt x="29171" y="12404"/>
                  </a:lnTo>
                  <a:lnTo>
                    <a:pt x="29171" y="12404"/>
                  </a:lnTo>
                  <a:lnTo>
                    <a:pt x="29107" y="12404"/>
                  </a:lnTo>
                  <a:lnTo>
                    <a:pt x="28978" y="12340"/>
                  </a:lnTo>
                  <a:lnTo>
                    <a:pt x="28978" y="12340"/>
                  </a:lnTo>
                  <a:lnTo>
                    <a:pt x="24399" y="10771"/>
                  </a:lnTo>
                  <a:lnTo>
                    <a:pt x="24356" y="11093"/>
                  </a:lnTo>
                  <a:lnTo>
                    <a:pt x="24356" y="11093"/>
                  </a:lnTo>
                  <a:lnTo>
                    <a:pt x="24334" y="11157"/>
                  </a:lnTo>
                  <a:lnTo>
                    <a:pt x="24291" y="11222"/>
                  </a:lnTo>
                  <a:lnTo>
                    <a:pt x="24227" y="11243"/>
                  </a:lnTo>
                  <a:lnTo>
                    <a:pt x="24162" y="11265"/>
                  </a:lnTo>
                  <a:lnTo>
                    <a:pt x="24162" y="11265"/>
                  </a:lnTo>
                  <a:lnTo>
                    <a:pt x="24098" y="11243"/>
                  </a:lnTo>
                  <a:lnTo>
                    <a:pt x="23646" y="11071"/>
                  </a:lnTo>
                  <a:lnTo>
                    <a:pt x="23646" y="11071"/>
                  </a:lnTo>
                  <a:lnTo>
                    <a:pt x="23603" y="11029"/>
                  </a:lnTo>
                  <a:lnTo>
                    <a:pt x="23560" y="10986"/>
                  </a:lnTo>
                  <a:lnTo>
                    <a:pt x="23539" y="10943"/>
                  </a:lnTo>
                  <a:lnTo>
                    <a:pt x="23539" y="10878"/>
                  </a:lnTo>
                  <a:lnTo>
                    <a:pt x="23582" y="10470"/>
                  </a:lnTo>
                  <a:lnTo>
                    <a:pt x="23582" y="10470"/>
                  </a:lnTo>
                  <a:lnTo>
                    <a:pt x="23259" y="10362"/>
                  </a:lnTo>
                  <a:lnTo>
                    <a:pt x="23216" y="10663"/>
                  </a:lnTo>
                  <a:lnTo>
                    <a:pt x="23216" y="10663"/>
                  </a:lnTo>
                  <a:lnTo>
                    <a:pt x="23195" y="10728"/>
                  </a:lnTo>
                  <a:lnTo>
                    <a:pt x="23152" y="10771"/>
                  </a:lnTo>
                  <a:lnTo>
                    <a:pt x="23087" y="10814"/>
                  </a:lnTo>
                  <a:lnTo>
                    <a:pt x="23023" y="10814"/>
                  </a:lnTo>
                  <a:lnTo>
                    <a:pt x="23023" y="10814"/>
                  </a:lnTo>
                  <a:lnTo>
                    <a:pt x="22958" y="10814"/>
                  </a:lnTo>
                  <a:lnTo>
                    <a:pt x="22507" y="10620"/>
                  </a:lnTo>
                  <a:lnTo>
                    <a:pt x="22507" y="10620"/>
                  </a:lnTo>
                  <a:lnTo>
                    <a:pt x="22464" y="10599"/>
                  </a:lnTo>
                  <a:lnTo>
                    <a:pt x="22421" y="10556"/>
                  </a:lnTo>
                  <a:lnTo>
                    <a:pt x="22400" y="10491"/>
                  </a:lnTo>
                  <a:lnTo>
                    <a:pt x="22400" y="10448"/>
                  </a:lnTo>
                  <a:lnTo>
                    <a:pt x="22443" y="10083"/>
                  </a:lnTo>
                  <a:lnTo>
                    <a:pt x="22443" y="10083"/>
                  </a:lnTo>
                  <a:lnTo>
                    <a:pt x="22120" y="9975"/>
                  </a:lnTo>
                  <a:lnTo>
                    <a:pt x="22077" y="10233"/>
                  </a:lnTo>
                  <a:lnTo>
                    <a:pt x="22077" y="10233"/>
                  </a:lnTo>
                  <a:lnTo>
                    <a:pt x="22056" y="10298"/>
                  </a:lnTo>
                  <a:lnTo>
                    <a:pt x="22013" y="10341"/>
                  </a:lnTo>
                  <a:lnTo>
                    <a:pt x="21948" y="10362"/>
                  </a:lnTo>
                  <a:lnTo>
                    <a:pt x="21884" y="10384"/>
                  </a:lnTo>
                  <a:lnTo>
                    <a:pt x="21884" y="10384"/>
                  </a:lnTo>
                  <a:lnTo>
                    <a:pt x="21819" y="10362"/>
                  </a:lnTo>
                  <a:lnTo>
                    <a:pt x="21368" y="10190"/>
                  </a:lnTo>
                  <a:lnTo>
                    <a:pt x="21368" y="10190"/>
                  </a:lnTo>
                  <a:lnTo>
                    <a:pt x="21325" y="10147"/>
                  </a:lnTo>
                  <a:lnTo>
                    <a:pt x="21282" y="10104"/>
                  </a:lnTo>
                  <a:lnTo>
                    <a:pt x="21260" y="10061"/>
                  </a:lnTo>
                  <a:lnTo>
                    <a:pt x="21260" y="9997"/>
                  </a:lnTo>
                  <a:lnTo>
                    <a:pt x="21303" y="9696"/>
                  </a:lnTo>
                  <a:lnTo>
                    <a:pt x="21303" y="9696"/>
                  </a:lnTo>
                  <a:lnTo>
                    <a:pt x="20981" y="9588"/>
                  </a:lnTo>
                  <a:lnTo>
                    <a:pt x="20938" y="9782"/>
                  </a:lnTo>
                  <a:lnTo>
                    <a:pt x="20938" y="9782"/>
                  </a:lnTo>
                  <a:lnTo>
                    <a:pt x="20916" y="9846"/>
                  </a:lnTo>
                  <a:lnTo>
                    <a:pt x="20873" y="9889"/>
                  </a:lnTo>
                  <a:lnTo>
                    <a:pt x="20809" y="9932"/>
                  </a:lnTo>
                  <a:lnTo>
                    <a:pt x="20744" y="9932"/>
                  </a:lnTo>
                  <a:lnTo>
                    <a:pt x="20744" y="9932"/>
                  </a:lnTo>
                  <a:lnTo>
                    <a:pt x="20680" y="9932"/>
                  </a:lnTo>
                  <a:lnTo>
                    <a:pt x="20228" y="9739"/>
                  </a:lnTo>
                  <a:lnTo>
                    <a:pt x="20228" y="9739"/>
                  </a:lnTo>
                  <a:lnTo>
                    <a:pt x="20185" y="9717"/>
                  </a:lnTo>
                  <a:lnTo>
                    <a:pt x="20142" y="9674"/>
                  </a:lnTo>
                  <a:lnTo>
                    <a:pt x="20121" y="9610"/>
                  </a:lnTo>
                  <a:lnTo>
                    <a:pt x="20121" y="9567"/>
                  </a:lnTo>
                  <a:lnTo>
                    <a:pt x="20164" y="9287"/>
                  </a:lnTo>
                  <a:lnTo>
                    <a:pt x="20164" y="9287"/>
                  </a:lnTo>
                  <a:lnTo>
                    <a:pt x="19841" y="9180"/>
                  </a:lnTo>
                  <a:lnTo>
                    <a:pt x="19798" y="9352"/>
                  </a:lnTo>
                  <a:lnTo>
                    <a:pt x="19798" y="9352"/>
                  </a:lnTo>
                  <a:lnTo>
                    <a:pt x="19777" y="9416"/>
                  </a:lnTo>
                  <a:lnTo>
                    <a:pt x="19734" y="9459"/>
                  </a:lnTo>
                  <a:lnTo>
                    <a:pt x="19669" y="9481"/>
                  </a:lnTo>
                  <a:lnTo>
                    <a:pt x="19605" y="9502"/>
                  </a:lnTo>
                  <a:lnTo>
                    <a:pt x="19605" y="9502"/>
                  </a:lnTo>
                  <a:lnTo>
                    <a:pt x="19540" y="9481"/>
                  </a:lnTo>
                  <a:lnTo>
                    <a:pt x="19089" y="9309"/>
                  </a:lnTo>
                  <a:lnTo>
                    <a:pt x="19089" y="9309"/>
                  </a:lnTo>
                  <a:lnTo>
                    <a:pt x="19046" y="9266"/>
                  </a:lnTo>
                  <a:lnTo>
                    <a:pt x="19003" y="9223"/>
                  </a:lnTo>
                  <a:lnTo>
                    <a:pt x="19003" y="9180"/>
                  </a:lnTo>
                  <a:lnTo>
                    <a:pt x="19003" y="9115"/>
                  </a:lnTo>
                  <a:lnTo>
                    <a:pt x="19025" y="8900"/>
                  </a:lnTo>
                  <a:lnTo>
                    <a:pt x="19025" y="8900"/>
                  </a:lnTo>
                  <a:lnTo>
                    <a:pt x="18681" y="8793"/>
                  </a:lnTo>
                  <a:lnTo>
                    <a:pt x="18659" y="8900"/>
                  </a:lnTo>
                  <a:lnTo>
                    <a:pt x="18659" y="8900"/>
                  </a:lnTo>
                  <a:lnTo>
                    <a:pt x="18638" y="8965"/>
                  </a:lnTo>
                  <a:lnTo>
                    <a:pt x="18595" y="9029"/>
                  </a:lnTo>
                  <a:lnTo>
                    <a:pt x="18552" y="9051"/>
                  </a:lnTo>
                  <a:lnTo>
                    <a:pt x="18466" y="9072"/>
                  </a:lnTo>
                  <a:lnTo>
                    <a:pt x="18466" y="9072"/>
                  </a:lnTo>
                  <a:lnTo>
                    <a:pt x="18401" y="9051"/>
                  </a:lnTo>
                  <a:lnTo>
                    <a:pt x="17971" y="8857"/>
                  </a:lnTo>
                  <a:lnTo>
                    <a:pt x="17971" y="8857"/>
                  </a:lnTo>
                  <a:lnTo>
                    <a:pt x="17907" y="8836"/>
                  </a:lnTo>
                  <a:lnTo>
                    <a:pt x="17885" y="8793"/>
                  </a:lnTo>
                  <a:lnTo>
                    <a:pt x="17864" y="8750"/>
                  </a:lnTo>
                  <a:lnTo>
                    <a:pt x="17864" y="8685"/>
                  </a:lnTo>
                  <a:lnTo>
                    <a:pt x="17885" y="8513"/>
                  </a:lnTo>
                  <a:lnTo>
                    <a:pt x="17885" y="8513"/>
                  </a:lnTo>
                  <a:lnTo>
                    <a:pt x="17541" y="8384"/>
                  </a:lnTo>
                  <a:lnTo>
                    <a:pt x="17520" y="8470"/>
                  </a:lnTo>
                  <a:lnTo>
                    <a:pt x="17520" y="8470"/>
                  </a:lnTo>
                  <a:lnTo>
                    <a:pt x="17498" y="8535"/>
                  </a:lnTo>
                  <a:lnTo>
                    <a:pt x="17455" y="8578"/>
                  </a:lnTo>
                  <a:lnTo>
                    <a:pt x="17412" y="8621"/>
                  </a:lnTo>
                  <a:lnTo>
                    <a:pt x="17348" y="8621"/>
                  </a:lnTo>
                  <a:lnTo>
                    <a:pt x="17348" y="8621"/>
                  </a:lnTo>
                  <a:lnTo>
                    <a:pt x="17262" y="8599"/>
                  </a:lnTo>
                  <a:lnTo>
                    <a:pt x="16832" y="8427"/>
                  </a:lnTo>
                  <a:lnTo>
                    <a:pt x="16832" y="8427"/>
                  </a:lnTo>
                  <a:lnTo>
                    <a:pt x="16767" y="8406"/>
                  </a:lnTo>
                  <a:lnTo>
                    <a:pt x="16746" y="8363"/>
                  </a:lnTo>
                  <a:lnTo>
                    <a:pt x="16724" y="8298"/>
                  </a:lnTo>
                  <a:lnTo>
                    <a:pt x="16724" y="8234"/>
                  </a:lnTo>
                  <a:lnTo>
                    <a:pt x="16724" y="8105"/>
                  </a:lnTo>
                  <a:lnTo>
                    <a:pt x="16724" y="8105"/>
                  </a:lnTo>
                  <a:lnTo>
                    <a:pt x="16402" y="7997"/>
                  </a:lnTo>
                  <a:lnTo>
                    <a:pt x="16402" y="8019"/>
                  </a:lnTo>
                  <a:lnTo>
                    <a:pt x="16402" y="8019"/>
                  </a:lnTo>
                  <a:lnTo>
                    <a:pt x="16359" y="8083"/>
                  </a:lnTo>
                  <a:lnTo>
                    <a:pt x="16316" y="8148"/>
                  </a:lnTo>
                  <a:lnTo>
                    <a:pt x="16273" y="8169"/>
                  </a:lnTo>
                  <a:lnTo>
                    <a:pt x="16208" y="8191"/>
                  </a:lnTo>
                  <a:lnTo>
                    <a:pt x="16208" y="8191"/>
                  </a:lnTo>
                  <a:lnTo>
                    <a:pt x="16123" y="8169"/>
                  </a:lnTo>
                  <a:lnTo>
                    <a:pt x="15693" y="7997"/>
                  </a:lnTo>
                  <a:lnTo>
                    <a:pt x="15693" y="7997"/>
                  </a:lnTo>
                  <a:lnTo>
                    <a:pt x="15628" y="7954"/>
                  </a:lnTo>
                  <a:lnTo>
                    <a:pt x="15607" y="7911"/>
                  </a:lnTo>
                  <a:lnTo>
                    <a:pt x="15585" y="7868"/>
                  </a:lnTo>
                  <a:lnTo>
                    <a:pt x="15585" y="7804"/>
                  </a:lnTo>
                  <a:lnTo>
                    <a:pt x="15585" y="7718"/>
                  </a:lnTo>
                  <a:lnTo>
                    <a:pt x="15585" y="7718"/>
                  </a:lnTo>
                  <a:lnTo>
                    <a:pt x="15263" y="7611"/>
                  </a:lnTo>
                  <a:lnTo>
                    <a:pt x="15263" y="7611"/>
                  </a:lnTo>
                  <a:lnTo>
                    <a:pt x="15220" y="7654"/>
                  </a:lnTo>
                  <a:lnTo>
                    <a:pt x="15177" y="7697"/>
                  </a:lnTo>
                  <a:lnTo>
                    <a:pt x="15134" y="7740"/>
                  </a:lnTo>
                  <a:lnTo>
                    <a:pt x="15069" y="7740"/>
                  </a:lnTo>
                  <a:lnTo>
                    <a:pt x="15069" y="7740"/>
                  </a:lnTo>
                  <a:lnTo>
                    <a:pt x="14983" y="7740"/>
                  </a:lnTo>
                  <a:lnTo>
                    <a:pt x="14553" y="7546"/>
                  </a:lnTo>
                  <a:lnTo>
                    <a:pt x="14553" y="7546"/>
                  </a:lnTo>
                  <a:lnTo>
                    <a:pt x="14510" y="7525"/>
                  </a:lnTo>
                  <a:lnTo>
                    <a:pt x="14467" y="7482"/>
                  </a:lnTo>
                  <a:lnTo>
                    <a:pt x="14446" y="7417"/>
                  </a:lnTo>
                  <a:lnTo>
                    <a:pt x="14446" y="7374"/>
                  </a:lnTo>
                  <a:lnTo>
                    <a:pt x="14446" y="7331"/>
                  </a:lnTo>
                  <a:lnTo>
                    <a:pt x="14446" y="7331"/>
                  </a:lnTo>
                  <a:lnTo>
                    <a:pt x="14102" y="7202"/>
                  </a:lnTo>
                  <a:lnTo>
                    <a:pt x="14102" y="7202"/>
                  </a:lnTo>
                  <a:lnTo>
                    <a:pt x="14080" y="7245"/>
                  </a:lnTo>
                  <a:lnTo>
                    <a:pt x="14037" y="7288"/>
                  </a:lnTo>
                  <a:lnTo>
                    <a:pt x="13973" y="7288"/>
                  </a:lnTo>
                  <a:lnTo>
                    <a:pt x="13930" y="7310"/>
                  </a:lnTo>
                  <a:lnTo>
                    <a:pt x="13930" y="7310"/>
                  </a:lnTo>
                  <a:lnTo>
                    <a:pt x="13865" y="7288"/>
                  </a:lnTo>
                  <a:lnTo>
                    <a:pt x="13414" y="7116"/>
                  </a:lnTo>
                  <a:lnTo>
                    <a:pt x="13414" y="7116"/>
                  </a:lnTo>
                  <a:lnTo>
                    <a:pt x="13371" y="7073"/>
                  </a:lnTo>
                  <a:lnTo>
                    <a:pt x="13328" y="7030"/>
                  </a:lnTo>
                  <a:lnTo>
                    <a:pt x="13306" y="6987"/>
                  </a:lnTo>
                  <a:lnTo>
                    <a:pt x="13306" y="6923"/>
                  </a:lnTo>
                  <a:lnTo>
                    <a:pt x="13306" y="6923"/>
                  </a:lnTo>
                  <a:lnTo>
                    <a:pt x="12941" y="6794"/>
                  </a:lnTo>
                  <a:lnTo>
                    <a:pt x="12941" y="6794"/>
                  </a:lnTo>
                  <a:lnTo>
                    <a:pt x="12877" y="6858"/>
                  </a:lnTo>
                  <a:lnTo>
                    <a:pt x="12791" y="6858"/>
                  </a:lnTo>
                  <a:lnTo>
                    <a:pt x="12791" y="6858"/>
                  </a:lnTo>
                  <a:lnTo>
                    <a:pt x="12726" y="6858"/>
                  </a:lnTo>
                  <a:lnTo>
                    <a:pt x="12275" y="6665"/>
                  </a:lnTo>
                  <a:lnTo>
                    <a:pt x="12275" y="6665"/>
                  </a:lnTo>
                  <a:lnTo>
                    <a:pt x="12210" y="6622"/>
                  </a:lnTo>
                  <a:lnTo>
                    <a:pt x="12167" y="6536"/>
                  </a:lnTo>
                  <a:lnTo>
                    <a:pt x="12167" y="6536"/>
                  </a:lnTo>
                  <a:lnTo>
                    <a:pt x="11759" y="6385"/>
                  </a:lnTo>
                  <a:lnTo>
                    <a:pt x="11759" y="6385"/>
                  </a:lnTo>
                  <a:lnTo>
                    <a:pt x="11716" y="6428"/>
                  </a:lnTo>
                  <a:lnTo>
                    <a:pt x="11651" y="6428"/>
                  </a:lnTo>
                  <a:lnTo>
                    <a:pt x="11651" y="6428"/>
                  </a:lnTo>
                  <a:lnTo>
                    <a:pt x="11587" y="6407"/>
                  </a:lnTo>
                  <a:lnTo>
                    <a:pt x="11135" y="6235"/>
                  </a:lnTo>
                  <a:lnTo>
                    <a:pt x="11135" y="6235"/>
                  </a:lnTo>
                  <a:lnTo>
                    <a:pt x="11092" y="6192"/>
                  </a:lnTo>
                  <a:lnTo>
                    <a:pt x="11049" y="6149"/>
                  </a:lnTo>
                  <a:lnTo>
                    <a:pt x="11049" y="6149"/>
                  </a:lnTo>
                  <a:lnTo>
                    <a:pt x="10576" y="5977"/>
                  </a:lnTo>
                  <a:lnTo>
                    <a:pt x="10576" y="5977"/>
                  </a:lnTo>
                  <a:lnTo>
                    <a:pt x="10512" y="5998"/>
                  </a:lnTo>
                  <a:lnTo>
                    <a:pt x="10512" y="5998"/>
                  </a:lnTo>
                  <a:lnTo>
                    <a:pt x="10447" y="5977"/>
                  </a:lnTo>
                  <a:lnTo>
                    <a:pt x="9996" y="5783"/>
                  </a:lnTo>
                  <a:lnTo>
                    <a:pt x="9996" y="5783"/>
                  </a:lnTo>
                  <a:lnTo>
                    <a:pt x="9953" y="5762"/>
                  </a:lnTo>
                  <a:lnTo>
                    <a:pt x="9953" y="5762"/>
                  </a:lnTo>
                  <a:lnTo>
                    <a:pt x="8706" y="5332"/>
                  </a:lnTo>
                  <a:lnTo>
                    <a:pt x="8556" y="6127"/>
                  </a:lnTo>
                  <a:lnTo>
                    <a:pt x="8556" y="6127"/>
                  </a:lnTo>
                  <a:lnTo>
                    <a:pt x="8513" y="6256"/>
                  </a:lnTo>
                  <a:lnTo>
                    <a:pt x="8427" y="6364"/>
                  </a:lnTo>
                  <a:lnTo>
                    <a:pt x="8319" y="6407"/>
                  </a:lnTo>
                  <a:lnTo>
                    <a:pt x="8190" y="6428"/>
                  </a:lnTo>
                  <a:lnTo>
                    <a:pt x="8190" y="6428"/>
                  </a:lnTo>
                  <a:lnTo>
                    <a:pt x="8126" y="6428"/>
                  </a:lnTo>
                  <a:lnTo>
                    <a:pt x="8040" y="6407"/>
                  </a:lnTo>
                  <a:lnTo>
                    <a:pt x="7158" y="5998"/>
                  </a:lnTo>
                  <a:lnTo>
                    <a:pt x="7158" y="5998"/>
                  </a:lnTo>
                  <a:lnTo>
                    <a:pt x="7072" y="5934"/>
                  </a:lnTo>
                  <a:lnTo>
                    <a:pt x="7008" y="5826"/>
                  </a:lnTo>
                  <a:lnTo>
                    <a:pt x="6965" y="5719"/>
                  </a:lnTo>
                  <a:lnTo>
                    <a:pt x="6965" y="5590"/>
                  </a:lnTo>
                  <a:lnTo>
                    <a:pt x="7094" y="4773"/>
                  </a:lnTo>
                  <a:lnTo>
                    <a:pt x="7094" y="4773"/>
                  </a:lnTo>
                  <a:lnTo>
                    <a:pt x="5310" y="4150"/>
                  </a:lnTo>
                  <a:lnTo>
                    <a:pt x="5310" y="4150"/>
                  </a:lnTo>
                  <a:lnTo>
                    <a:pt x="4751" y="3935"/>
                  </a:lnTo>
                  <a:lnTo>
                    <a:pt x="4213" y="3698"/>
                  </a:lnTo>
                  <a:lnTo>
                    <a:pt x="3762" y="3440"/>
                  </a:lnTo>
                  <a:lnTo>
                    <a:pt x="3332" y="3182"/>
                  </a:lnTo>
                  <a:lnTo>
                    <a:pt x="2967" y="2924"/>
                  </a:lnTo>
                  <a:lnTo>
                    <a:pt x="2644" y="2645"/>
                  </a:lnTo>
                  <a:lnTo>
                    <a:pt x="2365" y="2365"/>
                  </a:lnTo>
                  <a:lnTo>
                    <a:pt x="2107" y="2086"/>
                  </a:lnTo>
                  <a:lnTo>
                    <a:pt x="1913" y="1806"/>
                  </a:lnTo>
                  <a:lnTo>
                    <a:pt x="1741" y="1527"/>
                  </a:lnTo>
                  <a:lnTo>
                    <a:pt x="1591" y="1247"/>
                  </a:lnTo>
                  <a:lnTo>
                    <a:pt x="1483" y="990"/>
                  </a:lnTo>
                  <a:lnTo>
                    <a:pt x="1397" y="732"/>
                  </a:lnTo>
                  <a:lnTo>
                    <a:pt x="1333" y="474"/>
                  </a:lnTo>
                  <a:lnTo>
                    <a:pt x="1290" y="237"/>
                  </a:lnTo>
                  <a:lnTo>
                    <a:pt x="1268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1" name="Google Shape;8171;p71"/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extrusionOk="0">
                  <a:moveTo>
                    <a:pt x="130" y="1"/>
                  </a:move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2" name="Google Shape;8172;p71"/>
            <p:cNvSpPr/>
            <p:nvPr/>
          </p:nvSpPr>
          <p:spPr>
            <a:xfrm>
              <a:off x="5628875" y="-1195775"/>
              <a:ext cx="43575" cy="41425"/>
            </a:xfrm>
            <a:custGeom>
              <a:avLst/>
              <a:gdLst/>
              <a:ahLst/>
              <a:cxnLst/>
              <a:rect l="l" t="t" r="r" b="b"/>
              <a:pathLst>
                <a:path w="1743" h="1657" fill="none" extrusionOk="0">
                  <a:moveTo>
                    <a:pt x="130" y="1"/>
                  </a:moveTo>
                  <a:lnTo>
                    <a:pt x="1" y="818"/>
                  </a:lnTo>
                  <a:lnTo>
                    <a:pt x="1" y="818"/>
                  </a:lnTo>
                  <a:lnTo>
                    <a:pt x="1" y="947"/>
                  </a:lnTo>
                  <a:lnTo>
                    <a:pt x="44" y="1054"/>
                  </a:lnTo>
                  <a:lnTo>
                    <a:pt x="108" y="1162"/>
                  </a:lnTo>
                  <a:lnTo>
                    <a:pt x="194" y="1226"/>
                  </a:lnTo>
                  <a:lnTo>
                    <a:pt x="1076" y="1635"/>
                  </a:lnTo>
                  <a:lnTo>
                    <a:pt x="1076" y="1635"/>
                  </a:lnTo>
                  <a:lnTo>
                    <a:pt x="1162" y="1656"/>
                  </a:lnTo>
                  <a:lnTo>
                    <a:pt x="1226" y="1656"/>
                  </a:lnTo>
                  <a:lnTo>
                    <a:pt x="1226" y="1656"/>
                  </a:lnTo>
                  <a:lnTo>
                    <a:pt x="1355" y="1635"/>
                  </a:lnTo>
                  <a:lnTo>
                    <a:pt x="1463" y="1592"/>
                  </a:lnTo>
                  <a:lnTo>
                    <a:pt x="1549" y="1484"/>
                  </a:lnTo>
                  <a:lnTo>
                    <a:pt x="1592" y="1355"/>
                  </a:lnTo>
                  <a:lnTo>
                    <a:pt x="1742" y="560"/>
                  </a:lnTo>
                  <a:lnTo>
                    <a:pt x="1742" y="560"/>
                  </a:lnTo>
                  <a:lnTo>
                    <a:pt x="13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3" name="Google Shape;8173;p71"/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extrusionOk="0">
                  <a:moveTo>
                    <a:pt x="1" y="1"/>
                  </a:moveTo>
                  <a:lnTo>
                    <a:pt x="44" y="22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4" name="Google Shape;8174;p71"/>
            <p:cNvSpPr/>
            <p:nvPr/>
          </p:nvSpPr>
          <p:spPr>
            <a:xfrm>
              <a:off x="5703575" y="-1171050"/>
              <a:ext cx="15625" cy="5950"/>
            </a:xfrm>
            <a:custGeom>
              <a:avLst/>
              <a:gdLst/>
              <a:ahLst/>
              <a:cxnLst/>
              <a:rect l="l" t="t" r="r" b="b"/>
              <a:pathLst>
                <a:path w="625" h="23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22"/>
                  </a:lnTo>
                  <a:lnTo>
                    <a:pt x="495" y="216"/>
                  </a:lnTo>
                  <a:lnTo>
                    <a:pt x="495" y="216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624" y="216"/>
                  </a:lnTo>
                  <a:lnTo>
                    <a:pt x="624" y="216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5" name="Google Shape;8175;p71"/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extrusionOk="0">
                  <a:moveTo>
                    <a:pt x="0" y="1"/>
                  </a:move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6" name="Google Shape;8176;p71"/>
            <p:cNvSpPr/>
            <p:nvPr/>
          </p:nvSpPr>
          <p:spPr>
            <a:xfrm>
              <a:off x="5731000" y="-1161375"/>
              <a:ext cx="17750" cy="7025"/>
            </a:xfrm>
            <a:custGeom>
              <a:avLst/>
              <a:gdLst/>
              <a:ahLst/>
              <a:cxnLst/>
              <a:rect l="l" t="t" r="r" b="b"/>
              <a:pathLst>
                <a:path w="710" h="28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44"/>
                  </a:lnTo>
                  <a:lnTo>
                    <a:pt x="86" y="87"/>
                  </a:lnTo>
                  <a:lnTo>
                    <a:pt x="538" y="259"/>
                  </a:lnTo>
                  <a:lnTo>
                    <a:pt x="538" y="259"/>
                  </a:lnTo>
                  <a:lnTo>
                    <a:pt x="602" y="280"/>
                  </a:lnTo>
                  <a:lnTo>
                    <a:pt x="602" y="280"/>
                  </a:lnTo>
                  <a:lnTo>
                    <a:pt x="667" y="280"/>
                  </a:lnTo>
                  <a:lnTo>
                    <a:pt x="710" y="237"/>
                  </a:lnTo>
                  <a:lnTo>
                    <a:pt x="710" y="237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7" name="Google Shape;8177;p71"/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extrusionOk="0">
                  <a:moveTo>
                    <a:pt x="0" y="1"/>
                  </a:move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8" name="Google Shape;8178;p71"/>
            <p:cNvSpPr/>
            <p:nvPr/>
          </p:nvSpPr>
          <p:spPr>
            <a:xfrm>
              <a:off x="5758950" y="-1151700"/>
              <a:ext cx="19350" cy="8100"/>
            </a:xfrm>
            <a:custGeom>
              <a:avLst/>
              <a:gdLst/>
              <a:ahLst/>
              <a:cxnLst/>
              <a:rect l="l" t="t" r="r" b="b"/>
              <a:pathLst>
                <a:path w="774" h="32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3" y="87"/>
                  </a:lnTo>
                  <a:lnTo>
                    <a:pt x="108" y="130"/>
                  </a:lnTo>
                  <a:lnTo>
                    <a:pt x="559" y="323"/>
                  </a:lnTo>
                  <a:lnTo>
                    <a:pt x="559" y="323"/>
                  </a:lnTo>
                  <a:lnTo>
                    <a:pt x="624" y="323"/>
                  </a:lnTo>
                  <a:lnTo>
                    <a:pt x="624" y="323"/>
                  </a:lnTo>
                  <a:lnTo>
                    <a:pt x="710" y="323"/>
                  </a:lnTo>
                  <a:lnTo>
                    <a:pt x="774" y="259"/>
                  </a:lnTo>
                  <a:lnTo>
                    <a:pt x="774" y="259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9" name="Google Shape;8179;p71"/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extrusionOk="0">
                  <a:moveTo>
                    <a:pt x="0" y="1"/>
                  </a:move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0" name="Google Shape;8180;p71"/>
            <p:cNvSpPr/>
            <p:nvPr/>
          </p:nvSpPr>
          <p:spPr>
            <a:xfrm>
              <a:off x="5787425" y="-1142025"/>
              <a:ext cx="19900" cy="9700"/>
            </a:xfrm>
            <a:custGeom>
              <a:avLst/>
              <a:gdLst/>
              <a:ahLst/>
              <a:cxnLst/>
              <a:rect l="l" t="t" r="r" b="b"/>
              <a:pathLst>
                <a:path w="796" h="388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65"/>
                  </a:lnTo>
                  <a:lnTo>
                    <a:pt x="22" y="108"/>
                  </a:lnTo>
                  <a:lnTo>
                    <a:pt x="65" y="151"/>
                  </a:lnTo>
                  <a:lnTo>
                    <a:pt x="108" y="194"/>
                  </a:lnTo>
                  <a:lnTo>
                    <a:pt x="559" y="366"/>
                  </a:lnTo>
                  <a:lnTo>
                    <a:pt x="559" y="366"/>
                  </a:lnTo>
                  <a:lnTo>
                    <a:pt x="624" y="388"/>
                  </a:lnTo>
                  <a:lnTo>
                    <a:pt x="624" y="388"/>
                  </a:lnTo>
                  <a:lnTo>
                    <a:pt x="667" y="366"/>
                  </a:lnTo>
                  <a:lnTo>
                    <a:pt x="731" y="366"/>
                  </a:lnTo>
                  <a:lnTo>
                    <a:pt x="774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1" name="Google Shape;8181;p71"/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extrusionOk="0">
                  <a:moveTo>
                    <a:pt x="1" y="0"/>
                  </a:move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2" name="Google Shape;8182;p71"/>
            <p:cNvSpPr/>
            <p:nvPr/>
          </p:nvSpPr>
          <p:spPr>
            <a:xfrm>
              <a:off x="5815900" y="-1131800"/>
              <a:ext cx="20450" cy="10225"/>
            </a:xfrm>
            <a:custGeom>
              <a:avLst/>
              <a:gdLst/>
              <a:ahLst/>
              <a:cxnLst/>
              <a:rect l="l" t="t" r="r" b="b"/>
              <a:pathLst>
                <a:path w="818" h="409" fill="none" extrusionOk="0">
                  <a:moveTo>
                    <a:pt x="1" y="0"/>
                  </a:moveTo>
                  <a:lnTo>
                    <a:pt x="1" y="43"/>
                  </a:lnTo>
                  <a:lnTo>
                    <a:pt x="1" y="43"/>
                  </a:lnTo>
                  <a:lnTo>
                    <a:pt x="1" y="86"/>
                  </a:lnTo>
                  <a:lnTo>
                    <a:pt x="22" y="151"/>
                  </a:lnTo>
                  <a:lnTo>
                    <a:pt x="65" y="194"/>
                  </a:lnTo>
                  <a:lnTo>
                    <a:pt x="108" y="215"/>
                  </a:lnTo>
                  <a:lnTo>
                    <a:pt x="538" y="409"/>
                  </a:lnTo>
                  <a:lnTo>
                    <a:pt x="538" y="409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23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3" name="Google Shape;8183;p71"/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extrusionOk="0">
                  <a:moveTo>
                    <a:pt x="0" y="0"/>
                  </a:move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4" name="Google Shape;8184;p71"/>
            <p:cNvSpPr/>
            <p:nvPr/>
          </p:nvSpPr>
          <p:spPr>
            <a:xfrm>
              <a:off x="5844400" y="-1122125"/>
              <a:ext cx="20425" cy="11825"/>
            </a:xfrm>
            <a:custGeom>
              <a:avLst/>
              <a:gdLst/>
              <a:ahLst/>
              <a:cxnLst/>
              <a:rect l="l" t="t" r="r" b="b"/>
              <a:pathLst>
                <a:path w="817" h="473" fill="none" extrusionOk="0">
                  <a:moveTo>
                    <a:pt x="0" y="0"/>
                  </a:moveTo>
                  <a:lnTo>
                    <a:pt x="0" y="86"/>
                  </a:lnTo>
                  <a:lnTo>
                    <a:pt x="0" y="86"/>
                  </a:lnTo>
                  <a:lnTo>
                    <a:pt x="0" y="150"/>
                  </a:lnTo>
                  <a:lnTo>
                    <a:pt x="22" y="193"/>
                  </a:lnTo>
                  <a:lnTo>
                    <a:pt x="43" y="236"/>
                  </a:lnTo>
                  <a:lnTo>
                    <a:pt x="108" y="279"/>
                  </a:lnTo>
                  <a:lnTo>
                    <a:pt x="538" y="451"/>
                  </a:lnTo>
                  <a:lnTo>
                    <a:pt x="538" y="451"/>
                  </a:lnTo>
                  <a:lnTo>
                    <a:pt x="623" y="473"/>
                  </a:lnTo>
                  <a:lnTo>
                    <a:pt x="623" y="473"/>
                  </a:lnTo>
                  <a:lnTo>
                    <a:pt x="688" y="451"/>
                  </a:lnTo>
                  <a:lnTo>
                    <a:pt x="731" y="430"/>
                  </a:lnTo>
                  <a:lnTo>
                    <a:pt x="774" y="365"/>
                  </a:lnTo>
                  <a:lnTo>
                    <a:pt x="817" y="301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5" name="Google Shape;8185;p71"/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extrusionOk="0">
                  <a:moveTo>
                    <a:pt x="0" y="1"/>
                  </a:move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6" name="Google Shape;8186;p71"/>
            <p:cNvSpPr/>
            <p:nvPr/>
          </p:nvSpPr>
          <p:spPr>
            <a:xfrm>
              <a:off x="5872875" y="-1112475"/>
              <a:ext cx="20450" cy="12925"/>
            </a:xfrm>
            <a:custGeom>
              <a:avLst/>
              <a:gdLst/>
              <a:ahLst/>
              <a:cxnLst/>
              <a:rect l="l" t="t" r="r" b="b"/>
              <a:pathLst>
                <a:path w="818" h="517" fill="none" extrusionOk="0">
                  <a:moveTo>
                    <a:pt x="0" y="1"/>
                  </a:moveTo>
                  <a:lnTo>
                    <a:pt x="0" y="130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22" y="259"/>
                  </a:lnTo>
                  <a:lnTo>
                    <a:pt x="43" y="302"/>
                  </a:lnTo>
                  <a:lnTo>
                    <a:pt x="108" y="323"/>
                  </a:lnTo>
                  <a:lnTo>
                    <a:pt x="538" y="495"/>
                  </a:lnTo>
                  <a:lnTo>
                    <a:pt x="538" y="495"/>
                  </a:lnTo>
                  <a:lnTo>
                    <a:pt x="624" y="517"/>
                  </a:lnTo>
                  <a:lnTo>
                    <a:pt x="624" y="517"/>
                  </a:lnTo>
                  <a:lnTo>
                    <a:pt x="688" y="517"/>
                  </a:lnTo>
                  <a:lnTo>
                    <a:pt x="731" y="474"/>
                  </a:lnTo>
                  <a:lnTo>
                    <a:pt x="774" y="431"/>
                  </a:lnTo>
                  <a:lnTo>
                    <a:pt x="796" y="366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7" name="Google Shape;8187;p71"/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extrusionOk="0">
                  <a:moveTo>
                    <a:pt x="22" y="0"/>
                  </a:move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8" name="Google Shape;8188;p71"/>
            <p:cNvSpPr/>
            <p:nvPr/>
          </p:nvSpPr>
          <p:spPr>
            <a:xfrm>
              <a:off x="5901350" y="-1102250"/>
              <a:ext cx="20450" cy="14000"/>
            </a:xfrm>
            <a:custGeom>
              <a:avLst/>
              <a:gdLst/>
              <a:ahLst/>
              <a:cxnLst/>
              <a:rect l="l" t="t" r="r" b="b"/>
              <a:pathLst>
                <a:path w="818" h="560" fill="none" extrusionOk="0">
                  <a:moveTo>
                    <a:pt x="22" y="0"/>
                  </a:moveTo>
                  <a:lnTo>
                    <a:pt x="1" y="172"/>
                  </a:lnTo>
                  <a:lnTo>
                    <a:pt x="1" y="172"/>
                  </a:lnTo>
                  <a:lnTo>
                    <a:pt x="1" y="237"/>
                  </a:lnTo>
                  <a:lnTo>
                    <a:pt x="22" y="280"/>
                  </a:lnTo>
                  <a:lnTo>
                    <a:pt x="44" y="323"/>
                  </a:lnTo>
                  <a:lnTo>
                    <a:pt x="108" y="344"/>
                  </a:lnTo>
                  <a:lnTo>
                    <a:pt x="538" y="538"/>
                  </a:lnTo>
                  <a:lnTo>
                    <a:pt x="538" y="538"/>
                  </a:lnTo>
                  <a:lnTo>
                    <a:pt x="603" y="559"/>
                  </a:lnTo>
                  <a:lnTo>
                    <a:pt x="603" y="559"/>
                  </a:lnTo>
                  <a:lnTo>
                    <a:pt x="689" y="538"/>
                  </a:lnTo>
                  <a:lnTo>
                    <a:pt x="732" y="516"/>
                  </a:lnTo>
                  <a:lnTo>
                    <a:pt x="775" y="452"/>
                  </a:lnTo>
                  <a:lnTo>
                    <a:pt x="796" y="387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9" name="Google Shape;8189;p71"/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extrusionOk="0">
                  <a:moveTo>
                    <a:pt x="22" y="0"/>
                  </a:move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0" name="Google Shape;8190;p71"/>
            <p:cNvSpPr/>
            <p:nvPr/>
          </p:nvSpPr>
          <p:spPr>
            <a:xfrm>
              <a:off x="5929850" y="-1092575"/>
              <a:ext cx="20975" cy="15075"/>
            </a:xfrm>
            <a:custGeom>
              <a:avLst/>
              <a:gdLst/>
              <a:ahLst/>
              <a:cxnLst/>
              <a:rect l="l" t="t" r="r" b="b"/>
              <a:pathLst>
                <a:path w="839" h="603" fill="none" extrusionOk="0">
                  <a:moveTo>
                    <a:pt x="22" y="0"/>
                  </a:moveTo>
                  <a:lnTo>
                    <a:pt x="0" y="215"/>
                  </a:lnTo>
                  <a:lnTo>
                    <a:pt x="0" y="215"/>
                  </a:lnTo>
                  <a:lnTo>
                    <a:pt x="0" y="280"/>
                  </a:lnTo>
                  <a:lnTo>
                    <a:pt x="0" y="323"/>
                  </a:lnTo>
                  <a:lnTo>
                    <a:pt x="43" y="366"/>
                  </a:lnTo>
                  <a:lnTo>
                    <a:pt x="86" y="409"/>
                  </a:lnTo>
                  <a:lnTo>
                    <a:pt x="537" y="581"/>
                  </a:lnTo>
                  <a:lnTo>
                    <a:pt x="537" y="581"/>
                  </a:lnTo>
                  <a:lnTo>
                    <a:pt x="602" y="602"/>
                  </a:lnTo>
                  <a:lnTo>
                    <a:pt x="602" y="602"/>
                  </a:lnTo>
                  <a:lnTo>
                    <a:pt x="666" y="581"/>
                  </a:lnTo>
                  <a:lnTo>
                    <a:pt x="731" y="559"/>
                  </a:lnTo>
                  <a:lnTo>
                    <a:pt x="774" y="516"/>
                  </a:lnTo>
                  <a:lnTo>
                    <a:pt x="795" y="452"/>
                  </a:lnTo>
                  <a:lnTo>
                    <a:pt x="838" y="280"/>
                  </a:lnTo>
                  <a:lnTo>
                    <a:pt x="838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1" name="Google Shape;8191;p71"/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extrusionOk="0">
                  <a:moveTo>
                    <a:pt x="44" y="0"/>
                  </a:move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2" name="Google Shape;8192;p71"/>
            <p:cNvSpPr/>
            <p:nvPr/>
          </p:nvSpPr>
          <p:spPr>
            <a:xfrm>
              <a:off x="5957775" y="-1082900"/>
              <a:ext cx="21525" cy="16150"/>
            </a:xfrm>
            <a:custGeom>
              <a:avLst/>
              <a:gdLst/>
              <a:ahLst/>
              <a:cxnLst/>
              <a:rect l="l" t="t" r="r" b="b"/>
              <a:pathLst>
                <a:path w="861" h="646" fill="none" extrusionOk="0">
                  <a:moveTo>
                    <a:pt x="44" y="0"/>
                  </a:moveTo>
                  <a:lnTo>
                    <a:pt x="1" y="280"/>
                  </a:lnTo>
                  <a:lnTo>
                    <a:pt x="1" y="280"/>
                  </a:lnTo>
                  <a:lnTo>
                    <a:pt x="1" y="323"/>
                  </a:lnTo>
                  <a:lnTo>
                    <a:pt x="22" y="387"/>
                  </a:lnTo>
                  <a:lnTo>
                    <a:pt x="65" y="430"/>
                  </a:lnTo>
                  <a:lnTo>
                    <a:pt x="108" y="452"/>
                  </a:lnTo>
                  <a:lnTo>
                    <a:pt x="560" y="645"/>
                  </a:lnTo>
                  <a:lnTo>
                    <a:pt x="560" y="645"/>
                  </a:lnTo>
                  <a:lnTo>
                    <a:pt x="624" y="645"/>
                  </a:lnTo>
                  <a:lnTo>
                    <a:pt x="624" y="645"/>
                  </a:lnTo>
                  <a:lnTo>
                    <a:pt x="689" y="645"/>
                  </a:lnTo>
                  <a:lnTo>
                    <a:pt x="753" y="602"/>
                  </a:lnTo>
                  <a:lnTo>
                    <a:pt x="796" y="559"/>
                  </a:lnTo>
                  <a:lnTo>
                    <a:pt x="818" y="495"/>
                  </a:lnTo>
                  <a:lnTo>
                    <a:pt x="861" y="301"/>
                  </a:lnTo>
                  <a:lnTo>
                    <a:pt x="861" y="301"/>
                  </a:lnTo>
                  <a:lnTo>
                    <a:pt x="4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3" name="Google Shape;8193;p71"/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extrusionOk="0">
                  <a:moveTo>
                    <a:pt x="43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4" name="Google Shape;8194;p71"/>
            <p:cNvSpPr/>
            <p:nvPr/>
          </p:nvSpPr>
          <p:spPr>
            <a:xfrm>
              <a:off x="5986275" y="-1072700"/>
              <a:ext cx="21525" cy="17225"/>
            </a:xfrm>
            <a:custGeom>
              <a:avLst/>
              <a:gdLst/>
              <a:ahLst/>
              <a:cxnLst/>
              <a:rect l="l" t="t" r="r" b="b"/>
              <a:pathLst>
                <a:path w="861" h="689" fill="none" extrusionOk="0">
                  <a:moveTo>
                    <a:pt x="43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09"/>
                  </a:lnTo>
                  <a:lnTo>
                    <a:pt x="65" y="452"/>
                  </a:lnTo>
                  <a:lnTo>
                    <a:pt x="108" y="495"/>
                  </a:lnTo>
                  <a:lnTo>
                    <a:pt x="559" y="667"/>
                  </a:lnTo>
                  <a:lnTo>
                    <a:pt x="559" y="667"/>
                  </a:lnTo>
                  <a:lnTo>
                    <a:pt x="624" y="689"/>
                  </a:lnTo>
                  <a:lnTo>
                    <a:pt x="624" y="689"/>
                  </a:lnTo>
                  <a:lnTo>
                    <a:pt x="688" y="667"/>
                  </a:lnTo>
                  <a:lnTo>
                    <a:pt x="753" y="646"/>
                  </a:lnTo>
                  <a:lnTo>
                    <a:pt x="796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5" name="Google Shape;8195;p71"/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extrusionOk="0">
                  <a:moveTo>
                    <a:pt x="44" y="1"/>
                  </a:move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6" name="Google Shape;8196;p71"/>
            <p:cNvSpPr/>
            <p:nvPr/>
          </p:nvSpPr>
          <p:spPr>
            <a:xfrm>
              <a:off x="6014750" y="-1063025"/>
              <a:ext cx="21525" cy="18300"/>
            </a:xfrm>
            <a:custGeom>
              <a:avLst/>
              <a:gdLst/>
              <a:ahLst/>
              <a:cxnLst/>
              <a:rect l="l" t="t" r="r" b="b"/>
              <a:pathLst>
                <a:path w="861" h="732" fill="none" extrusionOk="0">
                  <a:moveTo>
                    <a:pt x="44" y="1"/>
                  </a:moveTo>
                  <a:lnTo>
                    <a:pt x="1" y="366"/>
                  </a:lnTo>
                  <a:lnTo>
                    <a:pt x="1" y="366"/>
                  </a:lnTo>
                  <a:lnTo>
                    <a:pt x="1" y="409"/>
                  </a:lnTo>
                  <a:lnTo>
                    <a:pt x="22" y="474"/>
                  </a:lnTo>
                  <a:lnTo>
                    <a:pt x="65" y="517"/>
                  </a:lnTo>
                  <a:lnTo>
                    <a:pt x="108" y="538"/>
                  </a:lnTo>
                  <a:lnTo>
                    <a:pt x="559" y="732"/>
                  </a:lnTo>
                  <a:lnTo>
                    <a:pt x="559" y="732"/>
                  </a:lnTo>
                  <a:lnTo>
                    <a:pt x="624" y="732"/>
                  </a:lnTo>
                  <a:lnTo>
                    <a:pt x="624" y="732"/>
                  </a:lnTo>
                  <a:lnTo>
                    <a:pt x="688" y="732"/>
                  </a:lnTo>
                  <a:lnTo>
                    <a:pt x="753" y="689"/>
                  </a:lnTo>
                  <a:lnTo>
                    <a:pt x="796" y="646"/>
                  </a:lnTo>
                  <a:lnTo>
                    <a:pt x="817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7" name="Google Shape;8197;p71"/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8" name="Google Shape;8198;p71"/>
            <p:cNvSpPr/>
            <p:nvPr/>
          </p:nvSpPr>
          <p:spPr>
            <a:xfrm>
              <a:off x="6043225" y="-1053350"/>
              <a:ext cx="21525" cy="19900"/>
            </a:xfrm>
            <a:custGeom>
              <a:avLst/>
              <a:gdLst/>
              <a:ahLst/>
              <a:cxnLst/>
              <a:rect l="l" t="t" r="r" b="b"/>
              <a:pathLst>
                <a:path w="861" h="796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65" y="560"/>
                  </a:lnTo>
                  <a:lnTo>
                    <a:pt x="108" y="602"/>
                  </a:lnTo>
                  <a:lnTo>
                    <a:pt x="560" y="774"/>
                  </a:lnTo>
                  <a:lnTo>
                    <a:pt x="560" y="774"/>
                  </a:lnTo>
                  <a:lnTo>
                    <a:pt x="624" y="796"/>
                  </a:lnTo>
                  <a:lnTo>
                    <a:pt x="624" y="796"/>
                  </a:lnTo>
                  <a:lnTo>
                    <a:pt x="689" y="774"/>
                  </a:lnTo>
                  <a:lnTo>
                    <a:pt x="753" y="753"/>
                  </a:lnTo>
                  <a:lnTo>
                    <a:pt x="796" y="688"/>
                  </a:lnTo>
                  <a:lnTo>
                    <a:pt x="818" y="624"/>
                  </a:lnTo>
                  <a:lnTo>
                    <a:pt x="861" y="302"/>
                  </a:lnTo>
                  <a:lnTo>
                    <a:pt x="861" y="302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9" name="Google Shape;8199;p71"/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extrusionOk="0">
                  <a:moveTo>
                    <a:pt x="1" y="1"/>
                  </a:moveTo>
                  <a:lnTo>
                    <a:pt x="130" y="65"/>
                  </a:lnTo>
                  <a:lnTo>
                    <a:pt x="194" y="6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0" name="Google Shape;8200;p71"/>
            <p:cNvSpPr/>
            <p:nvPr/>
          </p:nvSpPr>
          <p:spPr>
            <a:xfrm>
              <a:off x="6179200" y="-1006600"/>
              <a:ext cx="4850" cy="1650"/>
            </a:xfrm>
            <a:custGeom>
              <a:avLst/>
              <a:gdLst/>
              <a:ahLst/>
              <a:cxnLst/>
              <a:rect l="l" t="t" r="r" b="b"/>
              <a:pathLst>
                <a:path w="194" h="66" fill="none" extrusionOk="0">
                  <a:moveTo>
                    <a:pt x="1" y="1"/>
                  </a:moveTo>
                  <a:lnTo>
                    <a:pt x="130" y="65"/>
                  </a:lnTo>
                  <a:lnTo>
                    <a:pt x="130" y="65"/>
                  </a:lnTo>
                  <a:lnTo>
                    <a:pt x="194" y="65"/>
                  </a:lnTo>
                  <a:lnTo>
                    <a:pt x="194" y="65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1" name="Google Shape;8201;p71"/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extrusionOk="0">
                  <a:moveTo>
                    <a:pt x="1" y="1"/>
                  </a:moveTo>
                  <a:lnTo>
                    <a:pt x="87" y="65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2" name="Google Shape;8202;p71"/>
            <p:cNvSpPr/>
            <p:nvPr/>
          </p:nvSpPr>
          <p:spPr>
            <a:xfrm>
              <a:off x="6198000" y="-1000150"/>
              <a:ext cx="16700" cy="6475"/>
            </a:xfrm>
            <a:custGeom>
              <a:avLst/>
              <a:gdLst/>
              <a:ahLst/>
              <a:cxnLst/>
              <a:rect l="l" t="t" r="r" b="b"/>
              <a:pathLst>
                <a:path w="668" h="25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7" y="65"/>
                  </a:lnTo>
                  <a:lnTo>
                    <a:pt x="517" y="237"/>
                  </a:lnTo>
                  <a:lnTo>
                    <a:pt x="517" y="237"/>
                  </a:lnTo>
                  <a:lnTo>
                    <a:pt x="603" y="259"/>
                  </a:lnTo>
                  <a:lnTo>
                    <a:pt x="603" y="259"/>
                  </a:lnTo>
                  <a:lnTo>
                    <a:pt x="667" y="237"/>
                  </a:lnTo>
                  <a:lnTo>
                    <a:pt x="667" y="237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3" name="Google Shape;8203;p71"/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extrusionOk="0">
                  <a:moveTo>
                    <a:pt x="1" y="1"/>
                  </a:move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4" name="Google Shape;8204;p71"/>
            <p:cNvSpPr/>
            <p:nvPr/>
          </p:nvSpPr>
          <p:spPr>
            <a:xfrm>
              <a:off x="6225950" y="-990475"/>
              <a:ext cx="18300" cy="7550"/>
            </a:xfrm>
            <a:custGeom>
              <a:avLst/>
              <a:gdLst/>
              <a:ahLst/>
              <a:cxnLst/>
              <a:rect l="l" t="t" r="r" b="b"/>
              <a:pathLst>
                <a:path w="732" h="30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4" y="65"/>
                  </a:lnTo>
                  <a:lnTo>
                    <a:pt x="108" y="108"/>
                  </a:lnTo>
                  <a:lnTo>
                    <a:pt x="538" y="280"/>
                  </a:lnTo>
                  <a:lnTo>
                    <a:pt x="538" y="280"/>
                  </a:lnTo>
                  <a:lnTo>
                    <a:pt x="603" y="302"/>
                  </a:lnTo>
                  <a:lnTo>
                    <a:pt x="603" y="302"/>
                  </a:lnTo>
                  <a:lnTo>
                    <a:pt x="689" y="302"/>
                  </a:lnTo>
                  <a:lnTo>
                    <a:pt x="732" y="259"/>
                  </a:lnTo>
                  <a:lnTo>
                    <a:pt x="732" y="259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5" name="Google Shape;8205;p71"/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extrusionOk="0">
                  <a:moveTo>
                    <a:pt x="1" y="1"/>
                  </a:move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6" name="Google Shape;8206;p71"/>
            <p:cNvSpPr/>
            <p:nvPr/>
          </p:nvSpPr>
          <p:spPr>
            <a:xfrm>
              <a:off x="6253900" y="-980800"/>
              <a:ext cx="19900" cy="9175"/>
            </a:xfrm>
            <a:custGeom>
              <a:avLst/>
              <a:gdLst/>
              <a:ahLst/>
              <a:cxnLst/>
              <a:rect l="l" t="t" r="r" b="b"/>
              <a:pathLst>
                <a:path w="796" h="3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44"/>
                  </a:lnTo>
                  <a:lnTo>
                    <a:pt x="44" y="87"/>
                  </a:lnTo>
                  <a:lnTo>
                    <a:pt x="65" y="130"/>
                  </a:lnTo>
                  <a:lnTo>
                    <a:pt x="108" y="151"/>
                  </a:lnTo>
                  <a:lnTo>
                    <a:pt x="559" y="345"/>
                  </a:lnTo>
                  <a:lnTo>
                    <a:pt x="559" y="345"/>
                  </a:lnTo>
                  <a:lnTo>
                    <a:pt x="624" y="366"/>
                  </a:lnTo>
                  <a:lnTo>
                    <a:pt x="624" y="366"/>
                  </a:lnTo>
                  <a:lnTo>
                    <a:pt x="731" y="323"/>
                  </a:lnTo>
                  <a:lnTo>
                    <a:pt x="796" y="280"/>
                  </a:lnTo>
                  <a:lnTo>
                    <a:pt x="796" y="280"/>
                  </a:ln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7" name="Google Shape;8207;p71"/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extrusionOk="0">
                  <a:moveTo>
                    <a:pt x="22" y="1"/>
                  </a:move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8" name="Google Shape;8208;p71"/>
            <p:cNvSpPr/>
            <p:nvPr/>
          </p:nvSpPr>
          <p:spPr>
            <a:xfrm>
              <a:off x="6282375" y="-971125"/>
              <a:ext cx="20450" cy="10250"/>
            </a:xfrm>
            <a:custGeom>
              <a:avLst/>
              <a:gdLst/>
              <a:ahLst/>
              <a:cxnLst/>
              <a:rect l="l" t="t" r="r" b="b"/>
              <a:pathLst>
                <a:path w="818" h="410" fill="none" extrusionOk="0">
                  <a:moveTo>
                    <a:pt x="22" y="1"/>
                  </a:moveTo>
                  <a:lnTo>
                    <a:pt x="1" y="22"/>
                  </a:lnTo>
                  <a:lnTo>
                    <a:pt x="1" y="22"/>
                  </a:lnTo>
                  <a:lnTo>
                    <a:pt x="1" y="87"/>
                  </a:lnTo>
                  <a:lnTo>
                    <a:pt x="22" y="130"/>
                  </a:lnTo>
                  <a:lnTo>
                    <a:pt x="65" y="173"/>
                  </a:lnTo>
                  <a:lnTo>
                    <a:pt x="108" y="216"/>
                  </a:lnTo>
                  <a:lnTo>
                    <a:pt x="560" y="388"/>
                  </a:lnTo>
                  <a:lnTo>
                    <a:pt x="560" y="388"/>
                  </a:lnTo>
                  <a:lnTo>
                    <a:pt x="624" y="409"/>
                  </a:lnTo>
                  <a:lnTo>
                    <a:pt x="624" y="409"/>
                  </a:lnTo>
                  <a:lnTo>
                    <a:pt x="689" y="409"/>
                  </a:lnTo>
                  <a:lnTo>
                    <a:pt x="732" y="366"/>
                  </a:lnTo>
                  <a:lnTo>
                    <a:pt x="775" y="345"/>
                  </a:lnTo>
                  <a:lnTo>
                    <a:pt x="818" y="280"/>
                  </a:lnTo>
                  <a:lnTo>
                    <a:pt x="818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9" name="Google Shape;8209;p71"/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extrusionOk="0">
                  <a:moveTo>
                    <a:pt x="22" y="0"/>
                  </a:move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0" name="Google Shape;8210;p71"/>
            <p:cNvSpPr/>
            <p:nvPr/>
          </p:nvSpPr>
          <p:spPr>
            <a:xfrm>
              <a:off x="6310875" y="-960900"/>
              <a:ext cx="20450" cy="10750"/>
            </a:xfrm>
            <a:custGeom>
              <a:avLst/>
              <a:gdLst/>
              <a:ahLst/>
              <a:cxnLst/>
              <a:rect l="l" t="t" r="r" b="b"/>
              <a:pathLst>
                <a:path w="818" h="430" fill="none" extrusionOk="0">
                  <a:moveTo>
                    <a:pt x="22" y="0"/>
                  </a:moveTo>
                  <a:lnTo>
                    <a:pt x="0" y="65"/>
                  </a:lnTo>
                  <a:lnTo>
                    <a:pt x="0" y="65"/>
                  </a:lnTo>
                  <a:lnTo>
                    <a:pt x="0" y="108"/>
                  </a:lnTo>
                  <a:lnTo>
                    <a:pt x="22" y="172"/>
                  </a:lnTo>
                  <a:lnTo>
                    <a:pt x="65" y="215"/>
                  </a:lnTo>
                  <a:lnTo>
                    <a:pt x="108" y="236"/>
                  </a:lnTo>
                  <a:lnTo>
                    <a:pt x="559" y="430"/>
                  </a:lnTo>
                  <a:lnTo>
                    <a:pt x="559" y="430"/>
                  </a:lnTo>
                  <a:lnTo>
                    <a:pt x="624" y="430"/>
                  </a:lnTo>
                  <a:lnTo>
                    <a:pt x="624" y="430"/>
                  </a:lnTo>
                  <a:lnTo>
                    <a:pt x="688" y="430"/>
                  </a:lnTo>
                  <a:lnTo>
                    <a:pt x="753" y="387"/>
                  </a:lnTo>
                  <a:lnTo>
                    <a:pt x="796" y="344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817" y="279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1" name="Google Shape;8211;p71"/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extrusionOk="0">
                  <a:moveTo>
                    <a:pt x="22" y="1"/>
                  </a:move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2" name="Google Shape;8212;p71"/>
            <p:cNvSpPr/>
            <p:nvPr/>
          </p:nvSpPr>
          <p:spPr>
            <a:xfrm>
              <a:off x="6339350" y="-951250"/>
              <a:ext cx="20450" cy="12400"/>
            </a:xfrm>
            <a:custGeom>
              <a:avLst/>
              <a:gdLst/>
              <a:ahLst/>
              <a:cxnLst/>
              <a:rect l="l" t="t" r="r" b="b"/>
              <a:pathLst>
                <a:path w="818" h="496" fill="none" extrusionOk="0">
                  <a:moveTo>
                    <a:pt x="22" y="1"/>
                  </a:moveTo>
                  <a:lnTo>
                    <a:pt x="1" y="108"/>
                  </a:lnTo>
                  <a:lnTo>
                    <a:pt x="1" y="108"/>
                  </a:lnTo>
                  <a:lnTo>
                    <a:pt x="1" y="173"/>
                  </a:lnTo>
                  <a:lnTo>
                    <a:pt x="22" y="216"/>
                  </a:lnTo>
                  <a:lnTo>
                    <a:pt x="65" y="259"/>
                  </a:lnTo>
                  <a:lnTo>
                    <a:pt x="108" y="302"/>
                  </a:lnTo>
                  <a:lnTo>
                    <a:pt x="559" y="474"/>
                  </a:lnTo>
                  <a:lnTo>
                    <a:pt x="559" y="474"/>
                  </a:lnTo>
                  <a:lnTo>
                    <a:pt x="624" y="495"/>
                  </a:lnTo>
                  <a:lnTo>
                    <a:pt x="624" y="495"/>
                  </a:lnTo>
                  <a:lnTo>
                    <a:pt x="688" y="474"/>
                  </a:lnTo>
                  <a:lnTo>
                    <a:pt x="753" y="452"/>
                  </a:lnTo>
                  <a:lnTo>
                    <a:pt x="796" y="388"/>
                  </a:lnTo>
                  <a:lnTo>
                    <a:pt x="817" y="323"/>
                  </a:lnTo>
                  <a:lnTo>
                    <a:pt x="817" y="280"/>
                  </a:lnTo>
                  <a:lnTo>
                    <a:pt x="817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3" name="Google Shape;8213;p71"/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extrusionOk="0">
                  <a:moveTo>
                    <a:pt x="22" y="1"/>
                  </a:move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4" name="Google Shape;8214;p71"/>
            <p:cNvSpPr/>
            <p:nvPr/>
          </p:nvSpPr>
          <p:spPr>
            <a:xfrm>
              <a:off x="6367825" y="-941575"/>
              <a:ext cx="21000" cy="13475"/>
            </a:xfrm>
            <a:custGeom>
              <a:avLst/>
              <a:gdLst/>
              <a:ahLst/>
              <a:cxnLst/>
              <a:rect l="l" t="t" r="r" b="b"/>
              <a:pathLst>
                <a:path w="840" h="539" fill="none" extrusionOk="0">
                  <a:moveTo>
                    <a:pt x="22" y="1"/>
                  </a:moveTo>
                  <a:lnTo>
                    <a:pt x="1" y="173"/>
                  </a:lnTo>
                  <a:lnTo>
                    <a:pt x="1" y="173"/>
                  </a:lnTo>
                  <a:lnTo>
                    <a:pt x="1" y="216"/>
                  </a:lnTo>
                  <a:lnTo>
                    <a:pt x="22" y="280"/>
                  </a:lnTo>
                  <a:lnTo>
                    <a:pt x="65" y="323"/>
                  </a:lnTo>
                  <a:lnTo>
                    <a:pt x="108" y="345"/>
                  </a:lnTo>
                  <a:lnTo>
                    <a:pt x="560" y="538"/>
                  </a:lnTo>
                  <a:lnTo>
                    <a:pt x="560" y="538"/>
                  </a:lnTo>
                  <a:lnTo>
                    <a:pt x="624" y="538"/>
                  </a:lnTo>
                  <a:lnTo>
                    <a:pt x="624" y="538"/>
                  </a:lnTo>
                  <a:lnTo>
                    <a:pt x="689" y="538"/>
                  </a:lnTo>
                  <a:lnTo>
                    <a:pt x="753" y="495"/>
                  </a:lnTo>
                  <a:lnTo>
                    <a:pt x="796" y="452"/>
                  </a:lnTo>
                  <a:lnTo>
                    <a:pt x="818" y="388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5" name="Google Shape;8215;p71"/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extrusionOk="0">
                  <a:moveTo>
                    <a:pt x="22" y="0"/>
                  </a:move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6" name="Google Shape;8216;p71"/>
            <p:cNvSpPr/>
            <p:nvPr/>
          </p:nvSpPr>
          <p:spPr>
            <a:xfrm>
              <a:off x="6396325" y="-931350"/>
              <a:ext cx="20975" cy="14525"/>
            </a:xfrm>
            <a:custGeom>
              <a:avLst/>
              <a:gdLst/>
              <a:ahLst/>
              <a:cxnLst/>
              <a:rect l="l" t="t" r="r" b="b"/>
              <a:pathLst>
                <a:path w="839" h="581" fill="none" extrusionOk="0">
                  <a:moveTo>
                    <a:pt x="22" y="0"/>
                  </a:moveTo>
                  <a:lnTo>
                    <a:pt x="0" y="194"/>
                  </a:lnTo>
                  <a:lnTo>
                    <a:pt x="0" y="194"/>
                  </a:lnTo>
                  <a:lnTo>
                    <a:pt x="0" y="258"/>
                  </a:lnTo>
                  <a:lnTo>
                    <a:pt x="22" y="301"/>
                  </a:lnTo>
                  <a:lnTo>
                    <a:pt x="65" y="344"/>
                  </a:lnTo>
                  <a:lnTo>
                    <a:pt x="108" y="387"/>
                  </a:lnTo>
                  <a:lnTo>
                    <a:pt x="559" y="559"/>
                  </a:lnTo>
                  <a:lnTo>
                    <a:pt x="559" y="559"/>
                  </a:lnTo>
                  <a:lnTo>
                    <a:pt x="624" y="581"/>
                  </a:lnTo>
                  <a:lnTo>
                    <a:pt x="624" y="581"/>
                  </a:lnTo>
                  <a:lnTo>
                    <a:pt x="688" y="559"/>
                  </a:lnTo>
                  <a:lnTo>
                    <a:pt x="753" y="538"/>
                  </a:lnTo>
                  <a:lnTo>
                    <a:pt x="796" y="473"/>
                  </a:lnTo>
                  <a:lnTo>
                    <a:pt x="817" y="409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7" name="Google Shape;8217;p71"/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extrusionOk="0">
                  <a:moveTo>
                    <a:pt x="22" y="0"/>
                  </a:move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8" name="Google Shape;8218;p71"/>
            <p:cNvSpPr/>
            <p:nvPr/>
          </p:nvSpPr>
          <p:spPr>
            <a:xfrm>
              <a:off x="6424800" y="-921675"/>
              <a:ext cx="20975" cy="15600"/>
            </a:xfrm>
            <a:custGeom>
              <a:avLst/>
              <a:gdLst/>
              <a:ahLst/>
              <a:cxnLst/>
              <a:rect l="l" t="t" r="r" b="b"/>
              <a:pathLst>
                <a:path w="839" h="624" fill="none" extrusionOk="0">
                  <a:moveTo>
                    <a:pt x="22" y="0"/>
                  </a:moveTo>
                  <a:lnTo>
                    <a:pt x="1" y="237"/>
                  </a:lnTo>
                  <a:lnTo>
                    <a:pt x="1" y="237"/>
                  </a:lnTo>
                  <a:lnTo>
                    <a:pt x="1" y="301"/>
                  </a:lnTo>
                  <a:lnTo>
                    <a:pt x="22" y="366"/>
                  </a:lnTo>
                  <a:lnTo>
                    <a:pt x="65" y="409"/>
                  </a:lnTo>
                  <a:lnTo>
                    <a:pt x="108" y="430"/>
                  </a:lnTo>
                  <a:lnTo>
                    <a:pt x="538" y="602"/>
                  </a:lnTo>
                  <a:lnTo>
                    <a:pt x="538" y="602"/>
                  </a:lnTo>
                  <a:lnTo>
                    <a:pt x="624" y="624"/>
                  </a:lnTo>
                  <a:lnTo>
                    <a:pt x="624" y="624"/>
                  </a:lnTo>
                  <a:lnTo>
                    <a:pt x="688" y="624"/>
                  </a:lnTo>
                  <a:lnTo>
                    <a:pt x="731" y="581"/>
                  </a:lnTo>
                  <a:lnTo>
                    <a:pt x="796" y="538"/>
                  </a:lnTo>
                  <a:lnTo>
                    <a:pt x="817" y="473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9" name="Google Shape;8219;p71"/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extrusionOk="0">
                  <a:moveTo>
                    <a:pt x="22" y="0"/>
                  </a:move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0" name="Google Shape;8220;p71"/>
            <p:cNvSpPr/>
            <p:nvPr/>
          </p:nvSpPr>
          <p:spPr>
            <a:xfrm>
              <a:off x="6453275" y="-912000"/>
              <a:ext cx="21000" cy="17225"/>
            </a:xfrm>
            <a:custGeom>
              <a:avLst/>
              <a:gdLst/>
              <a:ahLst/>
              <a:cxnLst/>
              <a:rect l="l" t="t" r="r" b="b"/>
              <a:pathLst>
                <a:path w="840" h="689" fill="none" extrusionOk="0">
                  <a:moveTo>
                    <a:pt x="22" y="0"/>
                  </a:moveTo>
                  <a:lnTo>
                    <a:pt x="1" y="301"/>
                  </a:lnTo>
                  <a:lnTo>
                    <a:pt x="1" y="301"/>
                  </a:lnTo>
                  <a:lnTo>
                    <a:pt x="1" y="366"/>
                  </a:lnTo>
                  <a:lnTo>
                    <a:pt x="22" y="409"/>
                  </a:lnTo>
                  <a:lnTo>
                    <a:pt x="44" y="452"/>
                  </a:lnTo>
                  <a:lnTo>
                    <a:pt x="108" y="473"/>
                  </a:lnTo>
                  <a:lnTo>
                    <a:pt x="538" y="667"/>
                  </a:lnTo>
                  <a:lnTo>
                    <a:pt x="538" y="667"/>
                  </a:lnTo>
                  <a:lnTo>
                    <a:pt x="624" y="688"/>
                  </a:lnTo>
                  <a:lnTo>
                    <a:pt x="624" y="688"/>
                  </a:lnTo>
                  <a:lnTo>
                    <a:pt x="689" y="667"/>
                  </a:lnTo>
                  <a:lnTo>
                    <a:pt x="732" y="645"/>
                  </a:lnTo>
                  <a:lnTo>
                    <a:pt x="775" y="581"/>
                  </a:lnTo>
                  <a:lnTo>
                    <a:pt x="818" y="516"/>
                  </a:lnTo>
                  <a:lnTo>
                    <a:pt x="839" y="280"/>
                  </a:lnTo>
                  <a:lnTo>
                    <a:pt x="839" y="280"/>
                  </a:lnTo>
                  <a:lnTo>
                    <a:pt x="22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1" name="Google Shape;8221;p71"/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extrusionOk="0">
                  <a:moveTo>
                    <a:pt x="22" y="1"/>
                  </a:move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2" name="Google Shape;8222;p71"/>
            <p:cNvSpPr/>
            <p:nvPr/>
          </p:nvSpPr>
          <p:spPr>
            <a:xfrm>
              <a:off x="6481775" y="-901800"/>
              <a:ext cx="21525" cy="17775"/>
            </a:xfrm>
            <a:custGeom>
              <a:avLst/>
              <a:gdLst/>
              <a:ahLst/>
              <a:cxnLst/>
              <a:rect l="l" t="t" r="r" b="b"/>
              <a:pathLst>
                <a:path w="861" h="711" fill="none" extrusionOk="0">
                  <a:moveTo>
                    <a:pt x="22" y="1"/>
                  </a:moveTo>
                  <a:lnTo>
                    <a:pt x="0" y="323"/>
                  </a:lnTo>
                  <a:lnTo>
                    <a:pt x="0" y="323"/>
                  </a:lnTo>
                  <a:lnTo>
                    <a:pt x="0" y="388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517"/>
                  </a:lnTo>
                  <a:lnTo>
                    <a:pt x="538" y="689"/>
                  </a:lnTo>
                  <a:lnTo>
                    <a:pt x="538" y="689"/>
                  </a:lnTo>
                  <a:lnTo>
                    <a:pt x="624" y="710"/>
                  </a:lnTo>
                  <a:lnTo>
                    <a:pt x="624" y="710"/>
                  </a:lnTo>
                  <a:lnTo>
                    <a:pt x="688" y="689"/>
                  </a:lnTo>
                  <a:lnTo>
                    <a:pt x="731" y="667"/>
                  </a:lnTo>
                  <a:lnTo>
                    <a:pt x="774" y="624"/>
                  </a:lnTo>
                  <a:lnTo>
                    <a:pt x="796" y="560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3" name="Google Shape;8223;p71"/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extrusionOk="0">
                  <a:moveTo>
                    <a:pt x="0" y="2838"/>
                  </a:moveTo>
                  <a:lnTo>
                    <a:pt x="1870" y="2989"/>
                  </a:lnTo>
                  <a:lnTo>
                    <a:pt x="1873" y="2987"/>
                  </a:lnTo>
                  <a:lnTo>
                    <a:pt x="1873" y="2987"/>
                  </a:lnTo>
                  <a:lnTo>
                    <a:pt x="0" y="2838"/>
                  </a:lnTo>
                  <a:close/>
                  <a:moveTo>
                    <a:pt x="6449" y="1"/>
                  </a:moveTo>
                  <a:lnTo>
                    <a:pt x="1873" y="2987"/>
                  </a:lnTo>
                  <a:lnTo>
                    <a:pt x="1873" y="2987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4" name="Google Shape;8224;p71"/>
            <p:cNvSpPr/>
            <p:nvPr/>
          </p:nvSpPr>
          <p:spPr>
            <a:xfrm>
              <a:off x="7675375" y="-499275"/>
              <a:ext cx="25" cy="575"/>
            </a:xfrm>
            <a:custGeom>
              <a:avLst/>
              <a:gdLst/>
              <a:ahLst/>
              <a:cxnLst/>
              <a:rect l="l" t="t" r="r" b="b"/>
              <a:pathLst>
                <a:path w="1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5" name="Google Shape;8225;p71"/>
            <p:cNvSpPr/>
            <p:nvPr/>
          </p:nvSpPr>
          <p:spPr>
            <a:xfrm>
              <a:off x="76743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6" name="Google Shape;8226;p71"/>
            <p:cNvSpPr/>
            <p:nvPr/>
          </p:nvSpPr>
          <p:spPr>
            <a:xfrm>
              <a:off x="76737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7" name="Google Shape;8227;p71"/>
            <p:cNvSpPr/>
            <p:nvPr/>
          </p:nvSpPr>
          <p:spPr>
            <a:xfrm>
              <a:off x="7673225" y="-499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8" name="Google Shape;8228;p71"/>
            <p:cNvSpPr/>
            <p:nvPr/>
          </p:nvSpPr>
          <p:spPr>
            <a:xfrm>
              <a:off x="767215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9" name="Google Shape;8229;p71"/>
            <p:cNvSpPr/>
            <p:nvPr/>
          </p:nvSpPr>
          <p:spPr>
            <a:xfrm>
              <a:off x="767160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0" name="Google Shape;8230;p71"/>
            <p:cNvSpPr/>
            <p:nvPr/>
          </p:nvSpPr>
          <p:spPr>
            <a:xfrm>
              <a:off x="7671075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1" name="Google Shape;8231;p71"/>
            <p:cNvSpPr/>
            <p:nvPr/>
          </p:nvSpPr>
          <p:spPr>
            <a:xfrm>
              <a:off x="7670000" y="-499275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2" name="Google Shape;8232;p71"/>
            <p:cNvSpPr/>
            <p:nvPr/>
          </p:nvSpPr>
          <p:spPr>
            <a:xfrm>
              <a:off x="7669450" y="-499275"/>
              <a:ext cx="575" cy="25"/>
            </a:xfrm>
            <a:custGeom>
              <a:avLst/>
              <a:gdLst/>
              <a:ahLst/>
              <a:cxnLst/>
              <a:rect l="l" t="t" r="r" b="b"/>
              <a:pathLst>
                <a:path w="2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22" y="1"/>
                  </a:lnTo>
                  <a:lnTo>
                    <a:pt x="2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3" name="Google Shape;8233;p71"/>
            <p:cNvSpPr/>
            <p:nvPr/>
          </p:nvSpPr>
          <p:spPr>
            <a:xfrm>
              <a:off x="7668925" y="-499800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4" name="Google Shape;8234;p71"/>
            <p:cNvSpPr/>
            <p:nvPr/>
          </p:nvSpPr>
          <p:spPr>
            <a:xfrm>
              <a:off x="7667850" y="-499800"/>
              <a:ext cx="1100" cy="25"/>
            </a:xfrm>
            <a:custGeom>
              <a:avLst/>
              <a:gdLst/>
              <a:ahLst/>
              <a:cxnLst/>
              <a:rect l="l" t="t" r="r" b="b"/>
              <a:pathLst>
                <a:path w="44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8235;p71"/>
            <p:cNvSpPr/>
            <p:nvPr/>
          </p:nvSpPr>
          <p:spPr>
            <a:xfrm>
              <a:off x="7678600" y="-569675"/>
              <a:ext cx="610525" cy="98375"/>
            </a:xfrm>
            <a:custGeom>
              <a:avLst/>
              <a:gdLst/>
              <a:ahLst/>
              <a:cxnLst/>
              <a:rect l="l" t="t" r="r" b="b"/>
              <a:pathLst>
                <a:path w="24421" h="3935" fill="none" extrusionOk="0">
                  <a:moveTo>
                    <a:pt x="6449" y="1"/>
                  </a:moveTo>
                  <a:lnTo>
                    <a:pt x="1870" y="2989"/>
                  </a:lnTo>
                  <a:lnTo>
                    <a:pt x="1870" y="2989"/>
                  </a:lnTo>
                  <a:lnTo>
                    <a:pt x="0" y="2838"/>
                  </a:lnTo>
                  <a:lnTo>
                    <a:pt x="0" y="2838"/>
                  </a:lnTo>
                  <a:lnTo>
                    <a:pt x="1892" y="2989"/>
                  </a:lnTo>
                  <a:lnTo>
                    <a:pt x="3848" y="3118"/>
                  </a:lnTo>
                  <a:lnTo>
                    <a:pt x="5869" y="3247"/>
                  </a:lnTo>
                  <a:lnTo>
                    <a:pt x="7911" y="3354"/>
                  </a:lnTo>
                  <a:lnTo>
                    <a:pt x="11931" y="3548"/>
                  </a:lnTo>
                  <a:lnTo>
                    <a:pt x="15736" y="3698"/>
                  </a:lnTo>
                  <a:lnTo>
                    <a:pt x="19046" y="3806"/>
                  </a:lnTo>
                  <a:lnTo>
                    <a:pt x="21712" y="3870"/>
                  </a:lnTo>
                  <a:lnTo>
                    <a:pt x="24098" y="3935"/>
                  </a:lnTo>
                  <a:lnTo>
                    <a:pt x="24420" y="2365"/>
                  </a:lnTo>
                  <a:lnTo>
                    <a:pt x="64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8236;p71"/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extrusionOk="0">
                  <a:moveTo>
                    <a:pt x="43" y="1"/>
                  </a:move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8237;p71"/>
            <p:cNvSpPr/>
            <p:nvPr/>
          </p:nvSpPr>
          <p:spPr>
            <a:xfrm>
              <a:off x="6510250" y="-892125"/>
              <a:ext cx="21525" cy="18825"/>
            </a:xfrm>
            <a:custGeom>
              <a:avLst/>
              <a:gdLst/>
              <a:ahLst/>
              <a:cxnLst/>
              <a:rect l="l" t="t" r="r" b="b"/>
              <a:pathLst>
                <a:path w="861" h="753" fill="none" extrusionOk="0">
                  <a:moveTo>
                    <a:pt x="43" y="1"/>
                  </a:moveTo>
                  <a:lnTo>
                    <a:pt x="0" y="388"/>
                  </a:lnTo>
                  <a:lnTo>
                    <a:pt x="0" y="388"/>
                  </a:lnTo>
                  <a:lnTo>
                    <a:pt x="0" y="431"/>
                  </a:lnTo>
                  <a:lnTo>
                    <a:pt x="22" y="495"/>
                  </a:lnTo>
                  <a:lnTo>
                    <a:pt x="43" y="538"/>
                  </a:lnTo>
                  <a:lnTo>
                    <a:pt x="108" y="560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602" y="753"/>
                  </a:lnTo>
                  <a:lnTo>
                    <a:pt x="602" y="753"/>
                  </a:lnTo>
                  <a:lnTo>
                    <a:pt x="667" y="753"/>
                  </a:lnTo>
                  <a:lnTo>
                    <a:pt x="731" y="710"/>
                  </a:lnTo>
                  <a:lnTo>
                    <a:pt x="774" y="667"/>
                  </a:lnTo>
                  <a:lnTo>
                    <a:pt x="796" y="603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8238;p71"/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extrusionOk="0">
                  <a:moveTo>
                    <a:pt x="22" y="1"/>
                  </a:move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8239;p71"/>
            <p:cNvSpPr/>
            <p:nvPr/>
          </p:nvSpPr>
          <p:spPr>
            <a:xfrm>
              <a:off x="6654825" y="-842150"/>
              <a:ext cx="21500" cy="17225"/>
            </a:xfrm>
            <a:custGeom>
              <a:avLst/>
              <a:gdLst/>
              <a:ahLst/>
              <a:cxnLst/>
              <a:rect l="l" t="t" r="r" b="b"/>
              <a:pathLst>
                <a:path w="860" h="689" fill="none" extrusionOk="0">
                  <a:moveTo>
                    <a:pt x="22" y="1"/>
                  </a:moveTo>
                  <a:lnTo>
                    <a:pt x="0" y="302"/>
                  </a:lnTo>
                  <a:lnTo>
                    <a:pt x="0" y="302"/>
                  </a:lnTo>
                  <a:lnTo>
                    <a:pt x="0" y="366"/>
                  </a:lnTo>
                  <a:lnTo>
                    <a:pt x="22" y="431"/>
                  </a:lnTo>
                  <a:lnTo>
                    <a:pt x="43" y="474"/>
                  </a:lnTo>
                  <a:lnTo>
                    <a:pt x="108" y="495"/>
                  </a:lnTo>
                  <a:lnTo>
                    <a:pt x="537" y="667"/>
                  </a:lnTo>
                  <a:lnTo>
                    <a:pt x="537" y="667"/>
                  </a:lnTo>
                  <a:lnTo>
                    <a:pt x="623" y="689"/>
                  </a:lnTo>
                  <a:lnTo>
                    <a:pt x="623" y="689"/>
                  </a:lnTo>
                  <a:lnTo>
                    <a:pt x="688" y="689"/>
                  </a:lnTo>
                  <a:lnTo>
                    <a:pt x="731" y="646"/>
                  </a:lnTo>
                  <a:lnTo>
                    <a:pt x="774" y="603"/>
                  </a:lnTo>
                  <a:lnTo>
                    <a:pt x="817" y="538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22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8240;p71"/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extrusionOk="0">
                  <a:moveTo>
                    <a:pt x="43" y="1"/>
                  </a:move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1" name="Google Shape;8241;p71"/>
            <p:cNvSpPr/>
            <p:nvPr/>
          </p:nvSpPr>
          <p:spPr>
            <a:xfrm>
              <a:off x="6683300" y="-832475"/>
              <a:ext cx="21525" cy="18850"/>
            </a:xfrm>
            <a:custGeom>
              <a:avLst/>
              <a:gdLst/>
              <a:ahLst/>
              <a:cxnLst/>
              <a:rect l="l" t="t" r="r" b="b"/>
              <a:pathLst>
                <a:path w="861" h="754" fill="none" extrusionOk="0">
                  <a:moveTo>
                    <a:pt x="43" y="1"/>
                  </a:moveTo>
                  <a:lnTo>
                    <a:pt x="0" y="366"/>
                  </a:lnTo>
                  <a:lnTo>
                    <a:pt x="0" y="366"/>
                  </a:lnTo>
                  <a:lnTo>
                    <a:pt x="0" y="431"/>
                  </a:lnTo>
                  <a:lnTo>
                    <a:pt x="22" y="474"/>
                  </a:lnTo>
                  <a:lnTo>
                    <a:pt x="43" y="517"/>
                  </a:lnTo>
                  <a:lnTo>
                    <a:pt x="108" y="538"/>
                  </a:lnTo>
                  <a:lnTo>
                    <a:pt x="538" y="732"/>
                  </a:lnTo>
                  <a:lnTo>
                    <a:pt x="538" y="732"/>
                  </a:lnTo>
                  <a:lnTo>
                    <a:pt x="624" y="753"/>
                  </a:lnTo>
                  <a:lnTo>
                    <a:pt x="624" y="753"/>
                  </a:lnTo>
                  <a:lnTo>
                    <a:pt x="688" y="732"/>
                  </a:lnTo>
                  <a:lnTo>
                    <a:pt x="731" y="710"/>
                  </a:lnTo>
                  <a:lnTo>
                    <a:pt x="774" y="646"/>
                  </a:lnTo>
                  <a:lnTo>
                    <a:pt x="796" y="581"/>
                  </a:lnTo>
                  <a:lnTo>
                    <a:pt x="860" y="280"/>
                  </a:lnTo>
                  <a:lnTo>
                    <a:pt x="860" y="280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2" name="Google Shape;8242;p71"/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extrusionOk="0">
                  <a:moveTo>
                    <a:pt x="44" y="1"/>
                  </a:move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3" name="Google Shape;8243;p71"/>
            <p:cNvSpPr/>
            <p:nvPr/>
          </p:nvSpPr>
          <p:spPr>
            <a:xfrm>
              <a:off x="6711775" y="-822800"/>
              <a:ext cx="21525" cy="19925"/>
            </a:xfrm>
            <a:custGeom>
              <a:avLst/>
              <a:gdLst/>
              <a:ahLst/>
              <a:cxnLst/>
              <a:rect l="l" t="t" r="r" b="b"/>
              <a:pathLst>
                <a:path w="861" h="797" fill="none" extrusionOk="0">
                  <a:moveTo>
                    <a:pt x="44" y="1"/>
                  </a:moveTo>
                  <a:lnTo>
                    <a:pt x="1" y="409"/>
                  </a:lnTo>
                  <a:lnTo>
                    <a:pt x="1" y="409"/>
                  </a:lnTo>
                  <a:lnTo>
                    <a:pt x="1" y="474"/>
                  </a:lnTo>
                  <a:lnTo>
                    <a:pt x="22" y="517"/>
                  </a:lnTo>
                  <a:lnTo>
                    <a:pt x="44" y="560"/>
                  </a:lnTo>
                  <a:lnTo>
                    <a:pt x="108" y="603"/>
                  </a:lnTo>
                  <a:lnTo>
                    <a:pt x="538" y="775"/>
                  </a:lnTo>
                  <a:lnTo>
                    <a:pt x="538" y="775"/>
                  </a:lnTo>
                  <a:lnTo>
                    <a:pt x="603" y="796"/>
                  </a:lnTo>
                  <a:lnTo>
                    <a:pt x="603" y="796"/>
                  </a:lnTo>
                  <a:lnTo>
                    <a:pt x="689" y="775"/>
                  </a:lnTo>
                  <a:lnTo>
                    <a:pt x="732" y="753"/>
                  </a:lnTo>
                  <a:lnTo>
                    <a:pt x="775" y="710"/>
                  </a:lnTo>
                  <a:lnTo>
                    <a:pt x="796" y="646"/>
                  </a:lnTo>
                  <a:lnTo>
                    <a:pt x="861" y="280"/>
                  </a:lnTo>
                  <a:lnTo>
                    <a:pt x="861" y="280"/>
                  </a:lnTo>
                  <a:lnTo>
                    <a:pt x="44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4" name="Google Shape;8244;p71"/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extrusionOk="0">
                  <a:moveTo>
                    <a:pt x="43" y="1"/>
                  </a:move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5" name="Google Shape;8245;p71"/>
            <p:cNvSpPr/>
            <p:nvPr/>
          </p:nvSpPr>
          <p:spPr>
            <a:xfrm>
              <a:off x="6740275" y="-813125"/>
              <a:ext cx="21500" cy="20975"/>
            </a:xfrm>
            <a:custGeom>
              <a:avLst/>
              <a:gdLst/>
              <a:ahLst/>
              <a:cxnLst/>
              <a:rect l="l" t="t" r="r" b="b"/>
              <a:pathLst>
                <a:path w="860" h="839" fill="none" extrusionOk="0">
                  <a:moveTo>
                    <a:pt x="43" y="1"/>
                  </a:moveTo>
                  <a:lnTo>
                    <a:pt x="0" y="474"/>
                  </a:lnTo>
                  <a:lnTo>
                    <a:pt x="0" y="474"/>
                  </a:lnTo>
                  <a:lnTo>
                    <a:pt x="0" y="517"/>
                  </a:lnTo>
                  <a:lnTo>
                    <a:pt x="0" y="581"/>
                  </a:lnTo>
                  <a:lnTo>
                    <a:pt x="43" y="624"/>
                  </a:lnTo>
                  <a:lnTo>
                    <a:pt x="86" y="646"/>
                  </a:lnTo>
                  <a:lnTo>
                    <a:pt x="537" y="839"/>
                  </a:lnTo>
                  <a:lnTo>
                    <a:pt x="537" y="839"/>
                  </a:lnTo>
                  <a:lnTo>
                    <a:pt x="602" y="839"/>
                  </a:lnTo>
                  <a:lnTo>
                    <a:pt x="602" y="839"/>
                  </a:lnTo>
                  <a:lnTo>
                    <a:pt x="666" y="839"/>
                  </a:lnTo>
                  <a:lnTo>
                    <a:pt x="731" y="796"/>
                  </a:lnTo>
                  <a:lnTo>
                    <a:pt x="774" y="753"/>
                  </a:lnTo>
                  <a:lnTo>
                    <a:pt x="795" y="689"/>
                  </a:lnTo>
                  <a:lnTo>
                    <a:pt x="860" y="302"/>
                  </a:lnTo>
                  <a:lnTo>
                    <a:pt x="860" y="302"/>
                  </a:lnTo>
                  <a:lnTo>
                    <a:pt x="43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6" name="Google Shape;8246;p71"/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extrusionOk="0">
                  <a:moveTo>
                    <a:pt x="65" y="0"/>
                  </a:move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7" name="Google Shape;8247;p71"/>
            <p:cNvSpPr/>
            <p:nvPr/>
          </p:nvSpPr>
          <p:spPr>
            <a:xfrm>
              <a:off x="6768200" y="-802900"/>
              <a:ext cx="22600" cy="22050"/>
            </a:xfrm>
            <a:custGeom>
              <a:avLst/>
              <a:gdLst/>
              <a:ahLst/>
              <a:cxnLst/>
              <a:rect l="l" t="t" r="r" b="b"/>
              <a:pathLst>
                <a:path w="904" h="882" fill="none" extrusionOk="0">
                  <a:moveTo>
                    <a:pt x="65" y="0"/>
                  </a:moveTo>
                  <a:lnTo>
                    <a:pt x="1" y="494"/>
                  </a:lnTo>
                  <a:lnTo>
                    <a:pt x="1" y="494"/>
                  </a:lnTo>
                  <a:lnTo>
                    <a:pt x="1" y="559"/>
                  </a:lnTo>
                  <a:lnTo>
                    <a:pt x="22" y="602"/>
                  </a:lnTo>
                  <a:lnTo>
                    <a:pt x="65" y="645"/>
                  </a:lnTo>
                  <a:lnTo>
                    <a:pt x="108" y="688"/>
                  </a:lnTo>
                  <a:lnTo>
                    <a:pt x="560" y="860"/>
                  </a:lnTo>
                  <a:lnTo>
                    <a:pt x="560" y="860"/>
                  </a:lnTo>
                  <a:lnTo>
                    <a:pt x="624" y="881"/>
                  </a:lnTo>
                  <a:lnTo>
                    <a:pt x="624" y="881"/>
                  </a:lnTo>
                  <a:lnTo>
                    <a:pt x="689" y="860"/>
                  </a:lnTo>
                  <a:lnTo>
                    <a:pt x="753" y="838"/>
                  </a:lnTo>
                  <a:lnTo>
                    <a:pt x="796" y="774"/>
                  </a:lnTo>
                  <a:lnTo>
                    <a:pt x="818" y="73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8" name="Google Shape;8248;p71"/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extrusionOk="0">
                  <a:moveTo>
                    <a:pt x="65" y="0"/>
                  </a:move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9" name="Google Shape;8249;p71"/>
            <p:cNvSpPr/>
            <p:nvPr/>
          </p:nvSpPr>
          <p:spPr>
            <a:xfrm>
              <a:off x="6796700" y="-793225"/>
              <a:ext cx="22600" cy="23125"/>
            </a:xfrm>
            <a:custGeom>
              <a:avLst/>
              <a:gdLst/>
              <a:ahLst/>
              <a:cxnLst/>
              <a:rect l="l" t="t" r="r" b="b"/>
              <a:pathLst>
                <a:path w="904" h="925" fill="none" extrusionOk="0">
                  <a:moveTo>
                    <a:pt x="65" y="0"/>
                  </a:moveTo>
                  <a:lnTo>
                    <a:pt x="65" y="0"/>
                  </a:lnTo>
                  <a:lnTo>
                    <a:pt x="65" y="0"/>
                  </a:lnTo>
                  <a:lnTo>
                    <a:pt x="0" y="559"/>
                  </a:lnTo>
                  <a:lnTo>
                    <a:pt x="0" y="559"/>
                  </a:lnTo>
                  <a:lnTo>
                    <a:pt x="0" y="602"/>
                  </a:lnTo>
                  <a:lnTo>
                    <a:pt x="22" y="666"/>
                  </a:lnTo>
                  <a:lnTo>
                    <a:pt x="65" y="709"/>
                  </a:lnTo>
                  <a:lnTo>
                    <a:pt x="108" y="731"/>
                  </a:lnTo>
                  <a:lnTo>
                    <a:pt x="559" y="924"/>
                  </a:lnTo>
                  <a:lnTo>
                    <a:pt x="559" y="924"/>
                  </a:lnTo>
                  <a:lnTo>
                    <a:pt x="624" y="924"/>
                  </a:lnTo>
                  <a:lnTo>
                    <a:pt x="624" y="924"/>
                  </a:lnTo>
                  <a:lnTo>
                    <a:pt x="688" y="924"/>
                  </a:lnTo>
                  <a:lnTo>
                    <a:pt x="753" y="881"/>
                  </a:lnTo>
                  <a:lnTo>
                    <a:pt x="796" y="838"/>
                  </a:lnTo>
                  <a:lnTo>
                    <a:pt x="817" y="774"/>
                  </a:lnTo>
                  <a:lnTo>
                    <a:pt x="903" y="279"/>
                  </a:lnTo>
                  <a:lnTo>
                    <a:pt x="903" y="279"/>
                  </a:lnTo>
                  <a:lnTo>
                    <a:pt x="65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0" name="Google Shape;8250;p71"/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extrusionOk="0">
                  <a:moveTo>
                    <a:pt x="87" y="1"/>
                  </a:moveTo>
                  <a:lnTo>
                    <a:pt x="65" y="65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1" name="Google Shape;8251;p71"/>
            <p:cNvSpPr/>
            <p:nvPr/>
          </p:nvSpPr>
          <p:spPr>
            <a:xfrm>
              <a:off x="6825175" y="-783575"/>
              <a:ext cx="22600" cy="24750"/>
            </a:xfrm>
            <a:custGeom>
              <a:avLst/>
              <a:gdLst/>
              <a:ahLst/>
              <a:cxnLst/>
              <a:rect l="l" t="t" r="r" b="b"/>
              <a:pathLst>
                <a:path w="904" h="990" fill="none" extrusionOk="0">
                  <a:moveTo>
                    <a:pt x="87" y="1"/>
                  </a:moveTo>
                  <a:lnTo>
                    <a:pt x="87" y="1"/>
                  </a:lnTo>
                  <a:lnTo>
                    <a:pt x="65" y="65"/>
                  </a:lnTo>
                  <a:lnTo>
                    <a:pt x="1" y="603"/>
                  </a:lnTo>
                  <a:lnTo>
                    <a:pt x="1" y="603"/>
                  </a:lnTo>
                  <a:lnTo>
                    <a:pt x="1" y="667"/>
                  </a:lnTo>
                  <a:lnTo>
                    <a:pt x="22" y="710"/>
                  </a:lnTo>
                  <a:lnTo>
                    <a:pt x="65" y="753"/>
                  </a:lnTo>
                  <a:lnTo>
                    <a:pt x="108" y="796"/>
                  </a:lnTo>
                  <a:lnTo>
                    <a:pt x="559" y="968"/>
                  </a:lnTo>
                  <a:lnTo>
                    <a:pt x="559" y="968"/>
                  </a:lnTo>
                  <a:lnTo>
                    <a:pt x="624" y="990"/>
                  </a:lnTo>
                  <a:lnTo>
                    <a:pt x="624" y="990"/>
                  </a:lnTo>
                  <a:lnTo>
                    <a:pt x="688" y="968"/>
                  </a:lnTo>
                  <a:lnTo>
                    <a:pt x="753" y="947"/>
                  </a:lnTo>
                  <a:lnTo>
                    <a:pt x="796" y="882"/>
                  </a:lnTo>
                  <a:lnTo>
                    <a:pt x="817" y="818"/>
                  </a:lnTo>
                  <a:lnTo>
                    <a:pt x="903" y="302"/>
                  </a:lnTo>
                  <a:lnTo>
                    <a:pt x="903" y="302"/>
                  </a:lnTo>
                  <a:lnTo>
                    <a:pt x="8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2" name="Google Shape;8252;p71"/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extrusionOk="0">
                  <a:moveTo>
                    <a:pt x="108" y="0"/>
                  </a:moveTo>
                  <a:lnTo>
                    <a:pt x="65" y="86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3" name="Google Shape;8253;p71"/>
            <p:cNvSpPr/>
            <p:nvPr/>
          </p:nvSpPr>
          <p:spPr>
            <a:xfrm>
              <a:off x="6853650" y="-773350"/>
              <a:ext cx="22600" cy="25275"/>
            </a:xfrm>
            <a:custGeom>
              <a:avLst/>
              <a:gdLst/>
              <a:ahLst/>
              <a:cxnLst/>
              <a:rect l="l" t="t" r="r" b="b"/>
              <a:pathLst>
                <a:path w="904" h="1011" fill="none" extrusionOk="0">
                  <a:moveTo>
                    <a:pt x="108" y="0"/>
                  </a:moveTo>
                  <a:lnTo>
                    <a:pt x="108" y="0"/>
                  </a:lnTo>
                  <a:lnTo>
                    <a:pt x="65" y="86"/>
                  </a:lnTo>
                  <a:lnTo>
                    <a:pt x="1" y="624"/>
                  </a:lnTo>
                  <a:lnTo>
                    <a:pt x="1" y="624"/>
                  </a:lnTo>
                  <a:lnTo>
                    <a:pt x="1" y="688"/>
                  </a:lnTo>
                  <a:lnTo>
                    <a:pt x="22" y="753"/>
                  </a:lnTo>
                  <a:lnTo>
                    <a:pt x="65" y="796"/>
                  </a:lnTo>
                  <a:lnTo>
                    <a:pt x="108" y="817"/>
                  </a:lnTo>
                  <a:lnTo>
                    <a:pt x="560" y="989"/>
                  </a:lnTo>
                  <a:lnTo>
                    <a:pt x="560" y="989"/>
                  </a:lnTo>
                  <a:lnTo>
                    <a:pt x="624" y="1011"/>
                  </a:lnTo>
                  <a:lnTo>
                    <a:pt x="624" y="1011"/>
                  </a:lnTo>
                  <a:lnTo>
                    <a:pt x="689" y="1011"/>
                  </a:lnTo>
                  <a:lnTo>
                    <a:pt x="753" y="968"/>
                  </a:lnTo>
                  <a:lnTo>
                    <a:pt x="796" y="925"/>
                  </a:lnTo>
                  <a:lnTo>
                    <a:pt x="818" y="860"/>
                  </a:lnTo>
                  <a:lnTo>
                    <a:pt x="904" y="301"/>
                  </a:lnTo>
                  <a:lnTo>
                    <a:pt x="904" y="301"/>
                  </a:lnTo>
                  <a:lnTo>
                    <a:pt x="904" y="280"/>
                  </a:lnTo>
                  <a:lnTo>
                    <a:pt x="904" y="280"/>
                  </a:lnTo>
                  <a:lnTo>
                    <a:pt x="108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4" name="Google Shape;8254;p71"/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extrusionOk="0">
                  <a:moveTo>
                    <a:pt x="129" y="1"/>
                  </a:move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1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5" name="Google Shape;8255;p71"/>
            <p:cNvSpPr/>
            <p:nvPr/>
          </p:nvSpPr>
          <p:spPr>
            <a:xfrm>
              <a:off x="6882150" y="-763150"/>
              <a:ext cx="22600" cy="26375"/>
            </a:xfrm>
            <a:custGeom>
              <a:avLst/>
              <a:gdLst/>
              <a:ahLst/>
              <a:cxnLst/>
              <a:rect l="l" t="t" r="r" b="b"/>
              <a:pathLst>
                <a:path w="904" h="1055" fill="none" extrusionOk="0">
                  <a:moveTo>
                    <a:pt x="129" y="1"/>
                  </a:moveTo>
                  <a:lnTo>
                    <a:pt x="129" y="1"/>
                  </a:lnTo>
                  <a:lnTo>
                    <a:pt x="86" y="44"/>
                  </a:lnTo>
                  <a:lnTo>
                    <a:pt x="65" y="108"/>
                  </a:lnTo>
                  <a:lnTo>
                    <a:pt x="0" y="667"/>
                  </a:lnTo>
                  <a:lnTo>
                    <a:pt x="0" y="667"/>
                  </a:lnTo>
                  <a:lnTo>
                    <a:pt x="0" y="732"/>
                  </a:lnTo>
                  <a:lnTo>
                    <a:pt x="22" y="775"/>
                  </a:lnTo>
                  <a:lnTo>
                    <a:pt x="65" y="818"/>
                  </a:lnTo>
                  <a:lnTo>
                    <a:pt x="108" y="839"/>
                  </a:lnTo>
                  <a:lnTo>
                    <a:pt x="538" y="1033"/>
                  </a:lnTo>
                  <a:lnTo>
                    <a:pt x="538" y="1033"/>
                  </a:lnTo>
                  <a:lnTo>
                    <a:pt x="624" y="1054"/>
                  </a:lnTo>
                  <a:lnTo>
                    <a:pt x="624" y="1054"/>
                  </a:lnTo>
                  <a:lnTo>
                    <a:pt x="688" y="1033"/>
                  </a:lnTo>
                  <a:lnTo>
                    <a:pt x="753" y="1011"/>
                  </a:lnTo>
                  <a:lnTo>
                    <a:pt x="796" y="947"/>
                  </a:lnTo>
                  <a:lnTo>
                    <a:pt x="817" y="882"/>
                  </a:lnTo>
                  <a:lnTo>
                    <a:pt x="903" y="323"/>
                  </a:lnTo>
                  <a:lnTo>
                    <a:pt x="903" y="323"/>
                  </a:lnTo>
                  <a:lnTo>
                    <a:pt x="903" y="259"/>
                  </a:lnTo>
                  <a:lnTo>
                    <a:pt x="903" y="259"/>
                  </a:lnTo>
                  <a:lnTo>
                    <a:pt x="129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6" name="Google Shape;8256;p71"/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94" y="0"/>
                  </a:move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7" name="Google Shape;8257;p71"/>
            <p:cNvSpPr/>
            <p:nvPr/>
          </p:nvSpPr>
          <p:spPr>
            <a:xfrm>
              <a:off x="6910625" y="-75292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194" y="0"/>
                  </a:moveTo>
                  <a:lnTo>
                    <a:pt x="194" y="0"/>
                  </a:lnTo>
                  <a:lnTo>
                    <a:pt x="129" y="22"/>
                  </a:lnTo>
                  <a:lnTo>
                    <a:pt x="108" y="65"/>
                  </a:lnTo>
                  <a:lnTo>
                    <a:pt x="65" y="108"/>
                  </a:lnTo>
                  <a:lnTo>
                    <a:pt x="65" y="151"/>
                  </a:lnTo>
                  <a:lnTo>
                    <a:pt x="0" y="688"/>
                  </a:lnTo>
                  <a:lnTo>
                    <a:pt x="0" y="688"/>
                  </a:lnTo>
                  <a:lnTo>
                    <a:pt x="0" y="753"/>
                  </a:lnTo>
                  <a:lnTo>
                    <a:pt x="22" y="796"/>
                  </a:lnTo>
                  <a:lnTo>
                    <a:pt x="65" y="839"/>
                  </a:lnTo>
                  <a:lnTo>
                    <a:pt x="108" y="882"/>
                  </a:lnTo>
                  <a:lnTo>
                    <a:pt x="538" y="1054"/>
                  </a:lnTo>
                  <a:lnTo>
                    <a:pt x="538" y="1054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8" y="1054"/>
                  </a:lnTo>
                  <a:lnTo>
                    <a:pt x="731" y="1032"/>
                  </a:lnTo>
                  <a:lnTo>
                    <a:pt x="796" y="989"/>
                  </a:lnTo>
                  <a:lnTo>
                    <a:pt x="817" y="925"/>
                  </a:lnTo>
                  <a:lnTo>
                    <a:pt x="903" y="344"/>
                  </a:lnTo>
                  <a:lnTo>
                    <a:pt x="903" y="344"/>
                  </a:lnTo>
                  <a:lnTo>
                    <a:pt x="903" y="301"/>
                  </a:lnTo>
                  <a:lnTo>
                    <a:pt x="882" y="237"/>
                  </a:lnTo>
                  <a:lnTo>
                    <a:pt x="882" y="237"/>
                  </a:lnTo>
                  <a:lnTo>
                    <a:pt x="194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8" name="Google Shape;8258;p71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3" y="0"/>
                  </a:move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9" name="Google Shape;8259;p71"/>
            <p:cNvSpPr/>
            <p:nvPr/>
          </p:nvSpPr>
          <p:spPr>
            <a:xfrm>
              <a:off x="6939100" y="-742175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59" y="0"/>
                  </a:moveTo>
                  <a:lnTo>
                    <a:pt x="259" y="0"/>
                  </a:lnTo>
                  <a:lnTo>
                    <a:pt x="173" y="0"/>
                  </a:lnTo>
                  <a:lnTo>
                    <a:pt x="130" y="43"/>
                  </a:lnTo>
                  <a:lnTo>
                    <a:pt x="87" y="86"/>
                  </a:lnTo>
                  <a:lnTo>
                    <a:pt x="65" y="151"/>
                  </a:lnTo>
                  <a:lnTo>
                    <a:pt x="1" y="710"/>
                  </a:lnTo>
                  <a:lnTo>
                    <a:pt x="1" y="710"/>
                  </a:lnTo>
                  <a:lnTo>
                    <a:pt x="1" y="753"/>
                  </a:lnTo>
                  <a:lnTo>
                    <a:pt x="22" y="817"/>
                  </a:lnTo>
                  <a:lnTo>
                    <a:pt x="44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75"/>
                  </a:lnTo>
                  <a:lnTo>
                    <a:pt x="624" y="1075"/>
                  </a:lnTo>
                  <a:lnTo>
                    <a:pt x="689" y="1075"/>
                  </a:lnTo>
                  <a:lnTo>
                    <a:pt x="732" y="1032"/>
                  </a:lnTo>
                  <a:lnTo>
                    <a:pt x="775" y="989"/>
                  </a:lnTo>
                  <a:lnTo>
                    <a:pt x="818" y="925"/>
                  </a:lnTo>
                  <a:lnTo>
                    <a:pt x="904" y="366"/>
                  </a:lnTo>
                  <a:lnTo>
                    <a:pt x="904" y="366"/>
                  </a:lnTo>
                  <a:lnTo>
                    <a:pt x="904" y="301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5" y="172"/>
                  </a:lnTo>
                  <a:lnTo>
                    <a:pt x="302" y="0"/>
                  </a:lnTo>
                  <a:lnTo>
                    <a:pt x="302" y="0"/>
                  </a:lnTo>
                  <a:lnTo>
                    <a:pt x="25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0" name="Google Shape;8260;p71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extrusionOk="0">
                  <a:moveTo>
                    <a:pt x="237" y="0"/>
                  </a:move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1" name="Google Shape;8261;p71"/>
            <p:cNvSpPr/>
            <p:nvPr/>
          </p:nvSpPr>
          <p:spPr>
            <a:xfrm>
              <a:off x="6967600" y="-731425"/>
              <a:ext cx="22575" cy="27425"/>
            </a:xfrm>
            <a:custGeom>
              <a:avLst/>
              <a:gdLst/>
              <a:ahLst/>
              <a:cxnLst/>
              <a:rect l="l" t="t" r="r" b="b"/>
              <a:pathLst>
                <a:path w="903" h="1097" fill="none" extrusionOk="0">
                  <a:moveTo>
                    <a:pt x="237" y="0"/>
                  </a:moveTo>
                  <a:lnTo>
                    <a:pt x="237" y="0"/>
                  </a:lnTo>
                  <a:lnTo>
                    <a:pt x="172" y="22"/>
                  </a:lnTo>
                  <a:lnTo>
                    <a:pt x="129" y="43"/>
                  </a:lnTo>
                  <a:lnTo>
                    <a:pt x="86" y="108"/>
                  </a:lnTo>
                  <a:lnTo>
                    <a:pt x="43" y="172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74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903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24" y="1096"/>
                  </a:lnTo>
                  <a:lnTo>
                    <a:pt x="624" y="1096"/>
                  </a:lnTo>
                  <a:lnTo>
                    <a:pt x="688" y="1075"/>
                  </a:lnTo>
                  <a:lnTo>
                    <a:pt x="731" y="1053"/>
                  </a:lnTo>
                  <a:lnTo>
                    <a:pt x="774" y="1010"/>
                  </a:lnTo>
                  <a:lnTo>
                    <a:pt x="796" y="946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1"/>
                  </a:lnTo>
                  <a:lnTo>
                    <a:pt x="882" y="258"/>
                  </a:lnTo>
                  <a:lnTo>
                    <a:pt x="839" y="215"/>
                  </a:lnTo>
                  <a:lnTo>
                    <a:pt x="774" y="172"/>
                  </a:lnTo>
                  <a:lnTo>
                    <a:pt x="301" y="22"/>
                  </a:lnTo>
                  <a:lnTo>
                    <a:pt x="301" y="22"/>
                  </a:lnTo>
                  <a:lnTo>
                    <a:pt x="237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2" name="Google Shape;8262;p71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extrusionOk="0">
                  <a:moveTo>
                    <a:pt x="172" y="1"/>
                  </a:move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3" name="Google Shape;8263;p71"/>
            <p:cNvSpPr/>
            <p:nvPr/>
          </p:nvSpPr>
          <p:spPr>
            <a:xfrm>
              <a:off x="6996075" y="-720150"/>
              <a:ext cx="22600" cy="26900"/>
            </a:xfrm>
            <a:custGeom>
              <a:avLst/>
              <a:gdLst/>
              <a:ahLst/>
              <a:cxnLst/>
              <a:rect l="l" t="t" r="r" b="b"/>
              <a:pathLst>
                <a:path w="904" h="1076" fill="none" extrusionOk="0">
                  <a:moveTo>
                    <a:pt x="237" y="1"/>
                  </a:moveTo>
                  <a:lnTo>
                    <a:pt x="237" y="1"/>
                  </a:lnTo>
                  <a:lnTo>
                    <a:pt x="172" y="1"/>
                  </a:lnTo>
                  <a:lnTo>
                    <a:pt x="108" y="44"/>
                  </a:lnTo>
                  <a:lnTo>
                    <a:pt x="65" y="87"/>
                  </a:lnTo>
                  <a:lnTo>
                    <a:pt x="43" y="151"/>
                  </a:lnTo>
                  <a:lnTo>
                    <a:pt x="0" y="710"/>
                  </a:lnTo>
                  <a:lnTo>
                    <a:pt x="0" y="710"/>
                  </a:lnTo>
                  <a:lnTo>
                    <a:pt x="0" y="753"/>
                  </a:lnTo>
                  <a:lnTo>
                    <a:pt x="22" y="817"/>
                  </a:lnTo>
                  <a:lnTo>
                    <a:pt x="43" y="860"/>
                  </a:lnTo>
                  <a:lnTo>
                    <a:pt x="108" y="882"/>
                  </a:lnTo>
                  <a:lnTo>
                    <a:pt x="538" y="1075"/>
                  </a:lnTo>
                  <a:lnTo>
                    <a:pt x="538" y="1075"/>
                  </a:lnTo>
                  <a:lnTo>
                    <a:pt x="602" y="1075"/>
                  </a:lnTo>
                  <a:lnTo>
                    <a:pt x="602" y="1075"/>
                  </a:lnTo>
                  <a:lnTo>
                    <a:pt x="667" y="1075"/>
                  </a:lnTo>
                  <a:lnTo>
                    <a:pt x="731" y="1032"/>
                  </a:lnTo>
                  <a:lnTo>
                    <a:pt x="774" y="989"/>
                  </a:lnTo>
                  <a:lnTo>
                    <a:pt x="796" y="925"/>
                  </a:lnTo>
                  <a:lnTo>
                    <a:pt x="903" y="366"/>
                  </a:lnTo>
                  <a:lnTo>
                    <a:pt x="903" y="366"/>
                  </a:lnTo>
                  <a:lnTo>
                    <a:pt x="903" y="302"/>
                  </a:lnTo>
                  <a:lnTo>
                    <a:pt x="882" y="237"/>
                  </a:lnTo>
                  <a:lnTo>
                    <a:pt x="839" y="194"/>
                  </a:lnTo>
                  <a:lnTo>
                    <a:pt x="774" y="173"/>
                  </a:lnTo>
                  <a:lnTo>
                    <a:pt x="301" y="1"/>
                  </a:lnTo>
                  <a:lnTo>
                    <a:pt x="301" y="1"/>
                  </a:lnTo>
                  <a:lnTo>
                    <a:pt x="237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4" name="Google Shape;8264;p71"/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5" name="Google Shape;8265;p71"/>
            <p:cNvSpPr/>
            <p:nvPr/>
          </p:nvSpPr>
          <p:spPr>
            <a:xfrm>
              <a:off x="6603225" y="-860425"/>
              <a:ext cx="2175" cy="575"/>
            </a:xfrm>
            <a:custGeom>
              <a:avLst/>
              <a:gdLst/>
              <a:ahLst/>
              <a:cxnLst/>
              <a:rect l="l" t="t" r="r" b="b"/>
              <a:pathLst>
                <a:path w="87" h="2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6" name="Google Shape;8266;p71"/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extrusionOk="0">
                  <a:moveTo>
                    <a:pt x="4643" y="0"/>
                  </a:move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7" name="Google Shape;8267;p71"/>
            <p:cNvSpPr/>
            <p:nvPr/>
          </p:nvSpPr>
          <p:spPr>
            <a:xfrm>
              <a:off x="7394850" y="-613200"/>
              <a:ext cx="445000" cy="118250"/>
            </a:xfrm>
            <a:custGeom>
              <a:avLst/>
              <a:gdLst/>
              <a:ahLst/>
              <a:cxnLst/>
              <a:rect l="l" t="t" r="r" b="b"/>
              <a:pathLst>
                <a:path w="17800" h="4730" fill="none" extrusionOk="0">
                  <a:moveTo>
                    <a:pt x="4643" y="0"/>
                  </a:moveTo>
                  <a:lnTo>
                    <a:pt x="0" y="2902"/>
                  </a:lnTo>
                  <a:lnTo>
                    <a:pt x="0" y="2902"/>
                  </a:lnTo>
                  <a:lnTo>
                    <a:pt x="1053" y="3139"/>
                  </a:lnTo>
                  <a:lnTo>
                    <a:pt x="2214" y="3354"/>
                  </a:lnTo>
                  <a:lnTo>
                    <a:pt x="3461" y="3590"/>
                  </a:lnTo>
                  <a:lnTo>
                    <a:pt x="4794" y="3805"/>
                  </a:lnTo>
                  <a:lnTo>
                    <a:pt x="6213" y="4020"/>
                  </a:lnTo>
                  <a:lnTo>
                    <a:pt x="7696" y="4214"/>
                  </a:lnTo>
                  <a:lnTo>
                    <a:pt x="9287" y="438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20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63" y="4536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0985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06" y="4558"/>
                  </a:lnTo>
                  <a:lnTo>
                    <a:pt x="11028" y="4558"/>
                  </a:lnTo>
                  <a:lnTo>
                    <a:pt x="11028" y="4558"/>
                  </a:lnTo>
                  <a:lnTo>
                    <a:pt x="11049" y="4558"/>
                  </a:lnTo>
                  <a:lnTo>
                    <a:pt x="11049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71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092" y="4558"/>
                  </a:lnTo>
                  <a:lnTo>
                    <a:pt x="11114" y="4558"/>
                  </a:lnTo>
                  <a:lnTo>
                    <a:pt x="11114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35" y="4558"/>
                  </a:lnTo>
                  <a:lnTo>
                    <a:pt x="11157" y="4558"/>
                  </a:lnTo>
                  <a:lnTo>
                    <a:pt x="11157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178" y="4558"/>
                  </a:lnTo>
                  <a:lnTo>
                    <a:pt x="11200" y="4558"/>
                  </a:lnTo>
                  <a:lnTo>
                    <a:pt x="11200" y="4558"/>
                  </a:lnTo>
                  <a:lnTo>
                    <a:pt x="11221" y="4558"/>
                  </a:lnTo>
                  <a:lnTo>
                    <a:pt x="11221" y="4558"/>
                  </a:lnTo>
                  <a:lnTo>
                    <a:pt x="11221" y="4579"/>
                  </a:lnTo>
                  <a:lnTo>
                    <a:pt x="11221" y="4579"/>
                  </a:lnTo>
                  <a:lnTo>
                    <a:pt x="11264" y="4579"/>
                  </a:lnTo>
                  <a:lnTo>
                    <a:pt x="11264" y="4579"/>
                  </a:lnTo>
                  <a:lnTo>
                    <a:pt x="11350" y="4579"/>
                  </a:lnTo>
                  <a:lnTo>
                    <a:pt x="11350" y="4579"/>
                  </a:lnTo>
                  <a:lnTo>
                    <a:pt x="13220" y="4730"/>
                  </a:lnTo>
                  <a:lnTo>
                    <a:pt x="17799" y="1742"/>
                  </a:lnTo>
                  <a:lnTo>
                    <a:pt x="46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8" name="Google Shape;8268;p71"/>
            <p:cNvSpPr/>
            <p:nvPr/>
          </p:nvSpPr>
          <p:spPr>
            <a:xfrm>
              <a:off x="6045925" y="-987250"/>
              <a:ext cx="735750" cy="815300"/>
            </a:xfrm>
            <a:custGeom>
              <a:avLst/>
              <a:gdLst/>
              <a:ahLst/>
              <a:cxnLst/>
              <a:rect l="l" t="t" r="r" b="b"/>
              <a:pathLst>
                <a:path w="29430" h="32612" extrusionOk="0">
                  <a:moveTo>
                    <a:pt x="1785" y="1"/>
                  </a:moveTo>
                  <a:lnTo>
                    <a:pt x="1140" y="44"/>
                  </a:lnTo>
                  <a:lnTo>
                    <a:pt x="667" y="108"/>
                  </a:lnTo>
                  <a:lnTo>
                    <a:pt x="344" y="194"/>
                  </a:lnTo>
                  <a:lnTo>
                    <a:pt x="151" y="259"/>
                  </a:lnTo>
                  <a:lnTo>
                    <a:pt x="43" y="302"/>
                  </a:lnTo>
                  <a:lnTo>
                    <a:pt x="22" y="323"/>
                  </a:lnTo>
                  <a:lnTo>
                    <a:pt x="0" y="388"/>
                  </a:lnTo>
                  <a:lnTo>
                    <a:pt x="0" y="452"/>
                  </a:lnTo>
                  <a:lnTo>
                    <a:pt x="22" y="517"/>
                  </a:lnTo>
                  <a:lnTo>
                    <a:pt x="86" y="581"/>
                  </a:lnTo>
                  <a:lnTo>
                    <a:pt x="237" y="732"/>
                  </a:lnTo>
                  <a:lnTo>
                    <a:pt x="495" y="882"/>
                  </a:lnTo>
                  <a:lnTo>
                    <a:pt x="796" y="1033"/>
                  </a:lnTo>
                  <a:lnTo>
                    <a:pt x="1140" y="1205"/>
                  </a:lnTo>
                  <a:lnTo>
                    <a:pt x="1914" y="1527"/>
                  </a:lnTo>
                  <a:lnTo>
                    <a:pt x="2709" y="1828"/>
                  </a:lnTo>
                  <a:lnTo>
                    <a:pt x="3418" y="2086"/>
                  </a:lnTo>
                  <a:lnTo>
                    <a:pt x="4128" y="2322"/>
                  </a:lnTo>
                  <a:lnTo>
                    <a:pt x="9932" y="11007"/>
                  </a:lnTo>
                  <a:lnTo>
                    <a:pt x="17649" y="30698"/>
                  </a:lnTo>
                  <a:lnTo>
                    <a:pt x="17907" y="30913"/>
                  </a:lnTo>
                  <a:lnTo>
                    <a:pt x="18165" y="31128"/>
                  </a:lnTo>
                  <a:lnTo>
                    <a:pt x="18423" y="31321"/>
                  </a:lnTo>
                  <a:lnTo>
                    <a:pt x="18681" y="31493"/>
                  </a:lnTo>
                  <a:lnTo>
                    <a:pt x="19175" y="31794"/>
                  </a:lnTo>
                  <a:lnTo>
                    <a:pt x="19670" y="32052"/>
                  </a:lnTo>
                  <a:lnTo>
                    <a:pt x="20143" y="32246"/>
                  </a:lnTo>
                  <a:lnTo>
                    <a:pt x="20616" y="32375"/>
                  </a:lnTo>
                  <a:lnTo>
                    <a:pt x="21046" y="32482"/>
                  </a:lnTo>
                  <a:lnTo>
                    <a:pt x="21454" y="32547"/>
                  </a:lnTo>
                  <a:lnTo>
                    <a:pt x="21841" y="32590"/>
                  </a:lnTo>
                  <a:lnTo>
                    <a:pt x="22163" y="32611"/>
                  </a:lnTo>
                  <a:lnTo>
                    <a:pt x="22464" y="32611"/>
                  </a:lnTo>
                  <a:lnTo>
                    <a:pt x="22722" y="32590"/>
                  </a:lnTo>
                  <a:lnTo>
                    <a:pt x="23088" y="32547"/>
                  </a:lnTo>
                  <a:lnTo>
                    <a:pt x="23217" y="32504"/>
                  </a:lnTo>
                  <a:lnTo>
                    <a:pt x="23776" y="23690"/>
                  </a:lnTo>
                  <a:lnTo>
                    <a:pt x="24786" y="23690"/>
                  </a:lnTo>
                  <a:lnTo>
                    <a:pt x="26463" y="14167"/>
                  </a:lnTo>
                  <a:lnTo>
                    <a:pt x="29429" y="12060"/>
                  </a:lnTo>
                  <a:lnTo>
                    <a:pt x="29408" y="12039"/>
                  </a:lnTo>
                  <a:lnTo>
                    <a:pt x="29300" y="11931"/>
                  </a:lnTo>
                  <a:lnTo>
                    <a:pt x="29085" y="11759"/>
                  </a:lnTo>
                  <a:lnTo>
                    <a:pt x="28698" y="11480"/>
                  </a:lnTo>
                  <a:lnTo>
                    <a:pt x="28075" y="11093"/>
                  </a:lnTo>
                  <a:lnTo>
                    <a:pt x="27215" y="10577"/>
                  </a:lnTo>
                  <a:lnTo>
                    <a:pt x="26033" y="9889"/>
                  </a:lnTo>
                  <a:lnTo>
                    <a:pt x="24507" y="9051"/>
                  </a:lnTo>
                  <a:lnTo>
                    <a:pt x="22421" y="7954"/>
                  </a:lnTo>
                  <a:lnTo>
                    <a:pt x="19777" y="6622"/>
                  </a:lnTo>
                  <a:lnTo>
                    <a:pt x="18316" y="5891"/>
                  </a:lnTo>
                  <a:lnTo>
                    <a:pt x="16789" y="5160"/>
                  </a:lnTo>
                  <a:lnTo>
                    <a:pt x="15220" y="4408"/>
                  </a:lnTo>
                  <a:lnTo>
                    <a:pt x="13651" y="3677"/>
                  </a:lnTo>
                  <a:lnTo>
                    <a:pt x="12081" y="2989"/>
                  </a:lnTo>
                  <a:lnTo>
                    <a:pt x="10555" y="2322"/>
                  </a:lnTo>
                  <a:lnTo>
                    <a:pt x="9115" y="1720"/>
                  </a:lnTo>
                  <a:lnTo>
                    <a:pt x="7761" y="1183"/>
                  </a:lnTo>
                  <a:lnTo>
                    <a:pt x="6514" y="732"/>
                  </a:lnTo>
                  <a:lnTo>
                    <a:pt x="5933" y="538"/>
                  </a:lnTo>
                  <a:lnTo>
                    <a:pt x="5418" y="388"/>
                  </a:lnTo>
                  <a:lnTo>
                    <a:pt x="4923" y="259"/>
                  </a:lnTo>
                  <a:lnTo>
                    <a:pt x="4493" y="151"/>
                  </a:lnTo>
                  <a:lnTo>
                    <a:pt x="4106" y="87"/>
                  </a:lnTo>
                  <a:lnTo>
                    <a:pt x="3762" y="44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9" name="Google Shape;8269;p71"/>
            <p:cNvSpPr/>
            <p:nvPr/>
          </p:nvSpPr>
          <p:spPr>
            <a:xfrm>
              <a:off x="7752225" y="-585800"/>
              <a:ext cx="394475" cy="311725"/>
            </a:xfrm>
            <a:custGeom>
              <a:avLst/>
              <a:gdLst/>
              <a:ahLst/>
              <a:cxnLst/>
              <a:rect l="l" t="t" r="r" b="b"/>
              <a:pathLst>
                <a:path w="15779" h="12469" extrusionOk="0">
                  <a:moveTo>
                    <a:pt x="0" y="1"/>
                  </a:moveTo>
                  <a:lnTo>
                    <a:pt x="1097" y="968"/>
                  </a:lnTo>
                  <a:lnTo>
                    <a:pt x="5654" y="9631"/>
                  </a:lnTo>
                  <a:lnTo>
                    <a:pt x="11974" y="12469"/>
                  </a:lnTo>
                  <a:lnTo>
                    <a:pt x="15779" y="3612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0" name="Google Shape;8270;p71"/>
            <p:cNvSpPr/>
            <p:nvPr/>
          </p:nvSpPr>
          <p:spPr>
            <a:xfrm>
              <a:off x="6164700" y="-980800"/>
              <a:ext cx="616975" cy="778200"/>
            </a:xfrm>
            <a:custGeom>
              <a:avLst/>
              <a:gdLst/>
              <a:ahLst/>
              <a:cxnLst/>
              <a:rect l="l" t="t" r="r" b="b"/>
              <a:pathLst>
                <a:path w="24679" h="31128" extrusionOk="0">
                  <a:moveTo>
                    <a:pt x="172" y="1"/>
                  </a:moveTo>
                  <a:lnTo>
                    <a:pt x="65" y="44"/>
                  </a:lnTo>
                  <a:lnTo>
                    <a:pt x="43" y="65"/>
                  </a:lnTo>
                  <a:lnTo>
                    <a:pt x="0" y="130"/>
                  </a:lnTo>
                  <a:lnTo>
                    <a:pt x="0" y="194"/>
                  </a:lnTo>
                  <a:lnTo>
                    <a:pt x="43" y="259"/>
                  </a:lnTo>
                  <a:lnTo>
                    <a:pt x="86" y="323"/>
                  </a:lnTo>
                  <a:lnTo>
                    <a:pt x="258" y="474"/>
                  </a:lnTo>
                  <a:lnTo>
                    <a:pt x="495" y="624"/>
                  </a:lnTo>
                  <a:lnTo>
                    <a:pt x="795" y="775"/>
                  </a:lnTo>
                  <a:lnTo>
                    <a:pt x="1139" y="947"/>
                  </a:lnTo>
                  <a:lnTo>
                    <a:pt x="1913" y="1269"/>
                  </a:lnTo>
                  <a:lnTo>
                    <a:pt x="2709" y="1570"/>
                  </a:lnTo>
                  <a:lnTo>
                    <a:pt x="3418" y="1828"/>
                  </a:lnTo>
                  <a:lnTo>
                    <a:pt x="4127" y="2064"/>
                  </a:lnTo>
                  <a:lnTo>
                    <a:pt x="9953" y="10749"/>
                  </a:lnTo>
                  <a:lnTo>
                    <a:pt x="17649" y="30440"/>
                  </a:lnTo>
                  <a:lnTo>
                    <a:pt x="18100" y="30805"/>
                  </a:lnTo>
                  <a:lnTo>
                    <a:pt x="18530" y="31128"/>
                  </a:lnTo>
                  <a:lnTo>
                    <a:pt x="19025" y="23432"/>
                  </a:lnTo>
                  <a:lnTo>
                    <a:pt x="20035" y="23432"/>
                  </a:lnTo>
                  <a:lnTo>
                    <a:pt x="21712" y="13909"/>
                  </a:lnTo>
                  <a:lnTo>
                    <a:pt x="24678" y="11802"/>
                  </a:lnTo>
                  <a:lnTo>
                    <a:pt x="24657" y="11781"/>
                  </a:lnTo>
                  <a:lnTo>
                    <a:pt x="24549" y="11673"/>
                  </a:lnTo>
                  <a:lnTo>
                    <a:pt x="24334" y="11501"/>
                  </a:lnTo>
                  <a:lnTo>
                    <a:pt x="23947" y="11222"/>
                  </a:lnTo>
                  <a:lnTo>
                    <a:pt x="23324" y="10835"/>
                  </a:lnTo>
                  <a:lnTo>
                    <a:pt x="22464" y="10319"/>
                  </a:lnTo>
                  <a:lnTo>
                    <a:pt x="21282" y="9631"/>
                  </a:lnTo>
                  <a:lnTo>
                    <a:pt x="19756" y="8793"/>
                  </a:lnTo>
                  <a:lnTo>
                    <a:pt x="17885" y="7804"/>
                  </a:lnTo>
                  <a:lnTo>
                    <a:pt x="15564" y="6622"/>
                  </a:lnTo>
                  <a:lnTo>
                    <a:pt x="12898" y="5310"/>
                  </a:lnTo>
                  <a:lnTo>
                    <a:pt x="10082" y="3956"/>
                  </a:lnTo>
                  <a:lnTo>
                    <a:pt x="8642" y="3311"/>
                  </a:lnTo>
                  <a:lnTo>
                    <a:pt x="7223" y="2666"/>
                  </a:lnTo>
                  <a:lnTo>
                    <a:pt x="5847" y="2086"/>
                  </a:lnTo>
                  <a:lnTo>
                    <a:pt x="4536" y="1527"/>
                  </a:lnTo>
                  <a:lnTo>
                    <a:pt x="3289" y="1032"/>
                  </a:lnTo>
                  <a:lnTo>
                    <a:pt x="2128" y="603"/>
                  </a:lnTo>
                  <a:lnTo>
                    <a:pt x="1075" y="259"/>
                  </a:lnTo>
                  <a:lnTo>
                    <a:pt x="602" y="108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1" name="Google Shape;8271;p71"/>
            <p:cNvSpPr/>
            <p:nvPr/>
          </p:nvSpPr>
          <p:spPr>
            <a:xfrm>
              <a:off x="6672000" y="-1371600"/>
              <a:ext cx="1656900" cy="461650"/>
            </a:xfrm>
            <a:custGeom>
              <a:avLst/>
              <a:gdLst/>
              <a:ahLst/>
              <a:cxnLst/>
              <a:rect l="l" t="t" r="r" b="b"/>
              <a:pathLst>
                <a:path w="66276" h="18466" extrusionOk="0">
                  <a:moveTo>
                    <a:pt x="59052" y="0"/>
                  </a:moveTo>
                  <a:lnTo>
                    <a:pt x="58472" y="21"/>
                  </a:lnTo>
                  <a:lnTo>
                    <a:pt x="58278" y="21"/>
                  </a:lnTo>
                  <a:lnTo>
                    <a:pt x="52345" y="1333"/>
                  </a:lnTo>
                  <a:lnTo>
                    <a:pt x="39125" y="4235"/>
                  </a:lnTo>
                  <a:lnTo>
                    <a:pt x="31881" y="5826"/>
                  </a:lnTo>
                  <a:lnTo>
                    <a:pt x="25389" y="7244"/>
                  </a:lnTo>
                  <a:lnTo>
                    <a:pt x="20444" y="8298"/>
                  </a:lnTo>
                  <a:lnTo>
                    <a:pt x="18832" y="8620"/>
                  </a:lnTo>
                  <a:lnTo>
                    <a:pt x="17951" y="8792"/>
                  </a:lnTo>
                  <a:lnTo>
                    <a:pt x="14017" y="9459"/>
                  </a:lnTo>
                  <a:lnTo>
                    <a:pt x="7976" y="10533"/>
                  </a:lnTo>
                  <a:lnTo>
                    <a:pt x="1" y="11931"/>
                  </a:lnTo>
                  <a:lnTo>
                    <a:pt x="20057" y="18466"/>
                  </a:lnTo>
                  <a:lnTo>
                    <a:pt x="20831" y="18186"/>
                  </a:lnTo>
                  <a:lnTo>
                    <a:pt x="7310" y="13801"/>
                  </a:lnTo>
                  <a:lnTo>
                    <a:pt x="15285" y="12382"/>
                  </a:lnTo>
                  <a:lnTo>
                    <a:pt x="21326" y="11329"/>
                  </a:lnTo>
                  <a:lnTo>
                    <a:pt x="25260" y="10641"/>
                  </a:lnTo>
                  <a:lnTo>
                    <a:pt x="26162" y="10469"/>
                  </a:lnTo>
                  <a:lnTo>
                    <a:pt x="27753" y="10146"/>
                  </a:lnTo>
                  <a:lnTo>
                    <a:pt x="32697" y="9093"/>
                  </a:lnTo>
                  <a:lnTo>
                    <a:pt x="39189" y="7674"/>
                  </a:lnTo>
                  <a:lnTo>
                    <a:pt x="46434" y="6105"/>
                  </a:lnTo>
                  <a:lnTo>
                    <a:pt x="59654" y="3182"/>
                  </a:lnTo>
                  <a:lnTo>
                    <a:pt x="65587" y="1892"/>
                  </a:lnTo>
                  <a:lnTo>
                    <a:pt x="65867" y="1870"/>
                  </a:lnTo>
                  <a:lnTo>
                    <a:pt x="66275" y="1720"/>
                  </a:lnTo>
                  <a:lnTo>
                    <a:pt x="65953" y="1526"/>
                  </a:lnTo>
                  <a:lnTo>
                    <a:pt x="65630" y="1354"/>
                  </a:lnTo>
                  <a:lnTo>
                    <a:pt x="65308" y="1204"/>
                  </a:lnTo>
                  <a:lnTo>
                    <a:pt x="64964" y="1053"/>
                  </a:lnTo>
                  <a:lnTo>
                    <a:pt x="64276" y="795"/>
                  </a:lnTo>
                  <a:lnTo>
                    <a:pt x="63610" y="580"/>
                  </a:lnTo>
                  <a:lnTo>
                    <a:pt x="62922" y="408"/>
                  </a:lnTo>
                  <a:lnTo>
                    <a:pt x="62255" y="258"/>
                  </a:lnTo>
                  <a:lnTo>
                    <a:pt x="61632" y="172"/>
                  </a:lnTo>
                  <a:lnTo>
                    <a:pt x="61009" y="86"/>
                  </a:lnTo>
                  <a:lnTo>
                    <a:pt x="60450" y="43"/>
                  </a:lnTo>
                  <a:lnTo>
                    <a:pt x="59912" y="21"/>
                  </a:lnTo>
                  <a:lnTo>
                    <a:pt x="59052" y="0"/>
                  </a:lnTo>
                  <a:close/>
                </a:path>
              </a:pathLst>
            </a:custGeom>
            <a:solidFill>
              <a:srgbClr val="103574">
                <a:alpha val="14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2" name="Google Shape;8272;p71"/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extrusionOk="0">
                  <a:moveTo>
                    <a:pt x="1" y="0"/>
                  </a:move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3" name="Google Shape;8273;p71"/>
            <p:cNvSpPr/>
            <p:nvPr/>
          </p:nvSpPr>
          <p:spPr>
            <a:xfrm>
              <a:off x="7603350" y="-837300"/>
              <a:ext cx="138675" cy="104275"/>
            </a:xfrm>
            <a:custGeom>
              <a:avLst/>
              <a:gdLst/>
              <a:ahLst/>
              <a:cxnLst/>
              <a:rect l="l" t="t" r="r" b="b"/>
              <a:pathLst>
                <a:path w="5547" h="41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473"/>
                  </a:lnTo>
                  <a:lnTo>
                    <a:pt x="474" y="968"/>
                  </a:lnTo>
                  <a:lnTo>
                    <a:pt x="753" y="1441"/>
                  </a:lnTo>
                  <a:lnTo>
                    <a:pt x="1033" y="1892"/>
                  </a:lnTo>
                  <a:lnTo>
                    <a:pt x="1505" y="2601"/>
                  </a:lnTo>
                  <a:lnTo>
                    <a:pt x="1763" y="2924"/>
                  </a:lnTo>
                  <a:lnTo>
                    <a:pt x="1763" y="2924"/>
                  </a:lnTo>
                  <a:lnTo>
                    <a:pt x="2387" y="3289"/>
                  </a:lnTo>
                  <a:lnTo>
                    <a:pt x="3096" y="3676"/>
                  </a:lnTo>
                  <a:lnTo>
                    <a:pt x="3999" y="4171"/>
                  </a:lnTo>
                  <a:lnTo>
                    <a:pt x="5547" y="3203"/>
                  </a:lnTo>
                  <a:lnTo>
                    <a:pt x="5547" y="3203"/>
                  </a:lnTo>
                  <a:lnTo>
                    <a:pt x="4279" y="2601"/>
                  </a:lnTo>
                  <a:lnTo>
                    <a:pt x="3032" y="1999"/>
                  </a:lnTo>
                  <a:lnTo>
                    <a:pt x="1785" y="1355"/>
                  </a:lnTo>
                  <a:lnTo>
                    <a:pt x="560" y="710"/>
                  </a:lnTo>
                  <a:lnTo>
                    <a:pt x="1785" y="710"/>
                  </a:lnTo>
                  <a:lnTo>
                    <a:pt x="1785" y="71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4" name="Google Shape;8274;p71"/>
            <p:cNvSpPr/>
            <p:nvPr/>
          </p:nvSpPr>
          <p:spPr>
            <a:xfrm>
              <a:off x="7617325" y="-819575"/>
              <a:ext cx="147825" cy="62375"/>
            </a:xfrm>
            <a:custGeom>
              <a:avLst/>
              <a:gdLst/>
              <a:ahLst/>
              <a:cxnLst/>
              <a:rect l="l" t="t" r="r" b="b"/>
              <a:pathLst>
                <a:path w="5913" h="2495" extrusionOk="0">
                  <a:moveTo>
                    <a:pt x="1" y="1"/>
                  </a:moveTo>
                  <a:lnTo>
                    <a:pt x="1226" y="646"/>
                  </a:lnTo>
                  <a:lnTo>
                    <a:pt x="2473" y="1290"/>
                  </a:lnTo>
                  <a:lnTo>
                    <a:pt x="3720" y="1892"/>
                  </a:lnTo>
                  <a:lnTo>
                    <a:pt x="4988" y="2494"/>
                  </a:lnTo>
                  <a:lnTo>
                    <a:pt x="5912" y="1914"/>
                  </a:lnTo>
                  <a:lnTo>
                    <a:pt x="3548" y="925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5" name="Google Shape;8275;p71"/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6B0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6" name="Google Shape;8276;p71"/>
            <p:cNvSpPr/>
            <p:nvPr/>
          </p:nvSpPr>
          <p:spPr>
            <a:xfrm>
              <a:off x="8113375" y="-611600"/>
              <a:ext cx="47300" cy="22600"/>
            </a:xfrm>
            <a:custGeom>
              <a:avLst/>
              <a:gdLst/>
              <a:ahLst/>
              <a:cxnLst/>
              <a:rect l="l" t="t" r="r" b="b"/>
              <a:pathLst>
                <a:path w="1892" h="90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1892" y="90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7" name="Google Shape;8277;p71"/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extrusionOk="0">
                  <a:moveTo>
                    <a:pt x="1656" y="1"/>
                  </a:move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8" name="Google Shape;8278;p71"/>
            <p:cNvSpPr/>
            <p:nvPr/>
          </p:nvSpPr>
          <p:spPr>
            <a:xfrm>
              <a:off x="7932250" y="-657275"/>
              <a:ext cx="228425" cy="68275"/>
            </a:xfrm>
            <a:custGeom>
              <a:avLst/>
              <a:gdLst/>
              <a:ahLst/>
              <a:cxnLst/>
              <a:rect l="l" t="t" r="r" b="b"/>
              <a:pathLst>
                <a:path w="9137" h="2731" fill="none" extrusionOk="0">
                  <a:moveTo>
                    <a:pt x="1656" y="1"/>
                  </a:moveTo>
                  <a:lnTo>
                    <a:pt x="1" y="1097"/>
                  </a:lnTo>
                  <a:lnTo>
                    <a:pt x="1" y="1097"/>
                  </a:lnTo>
                  <a:lnTo>
                    <a:pt x="732" y="1333"/>
                  </a:lnTo>
                  <a:lnTo>
                    <a:pt x="1462" y="1548"/>
                  </a:lnTo>
                  <a:lnTo>
                    <a:pt x="2150" y="1720"/>
                  </a:lnTo>
                  <a:lnTo>
                    <a:pt x="2817" y="1871"/>
                  </a:lnTo>
                  <a:lnTo>
                    <a:pt x="2817" y="1871"/>
                  </a:lnTo>
                  <a:lnTo>
                    <a:pt x="3806" y="2043"/>
                  </a:lnTo>
                  <a:lnTo>
                    <a:pt x="4730" y="2193"/>
                  </a:lnTo>
                  <a:lnTo>
                    <a:pt x="6428" y="2430"/>
                  </a:lnTo>
                  <a:lnTo>
                    <a:pt x="7890" y="2623"/>
                  </a:lnTo>
                  <a:lnTo>
                    <a:pt x="9137" y="2731"/>
                  </a:lnTo>
                  <a:lnTo>
                    <a:pt x="9137" y="2731"/>
                  </a:lnTo>
                  <a:lnTo>
                    <a:pt x="7245" y="1828"/>
                  </a:lnTo>
                  <a:lnTo>
                    <a:pt x="7095" y="2043"/>
                  </a:lnTo>
                  <a:lnTo>
                    <a:pt x="7095" y="2043"/>
                  </a:lnTo>
                  <a:lnTo>
                    <a:pt x="5590" y="1505"/>
                  </a:lnTo>
                  <a:lnTo>
                    <a:pt x="3870" y="861"/>
                  </a:lnTo>
                  <a:lnTo>
                    <a:pt x="16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9" name="Google Shape;8279;p71"/>
            <p:cNvSpPr/>
            <p:nvPr/>
          </p:nvSpPr>
          <p:spPr>
            <a:xfrm>
              <a:off x="7973625" y="-669625"/>
              <a:ext cx="139775" cy="63425"/>
            </a:xfrm>
            <a:custGeom>
              <a:avLst/>
              <a:gdLst/>
              <a:ahLst/>
              <a:cxnLst/>
              <a:rect l="l" t="t" r="r" b="b"/>
              <a:pathLst>
                <a:path w="5591" h="2537" extrusionOk="0">
                  <a:moveTo>
                    <a:pt x="753" y="0"/>
                  </a:moveTo>
                  <a:lnTo>
                    <a:pt x="1" y="495"/>
                  </a:lnTo>
                  <a:lnTo>
                    <a:pt x="2215" y="1355"/>
                  </a:lnTo>
                  <a:lnTo>
                    <a:pt x="3935" y="1999"/>
                  </a:lnTo>
                  <a:lnTo>
                    <a:pt x="5440" y="2537"/>
                  </a:lnTo>
                  <a:lnTo>
                    <a:pt x="5590" y="2322"/>
                  </a:lnTo>
                  <a:lnTo>
                    <a:pt x="3290" y="1204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0" name="Google Shape;8280;p71"/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103574">
                <a:alpha val="62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1" name="Google Shape;8281;p71"/>
            <p:cNvSpPr/>
            <p:nvPr/>
          </p:nvSpPr>
          <p:spPr>
            <a:xfrm>
              <a:off x="7703325" y="-771750"/>
              <a:ext cx="289150" cy="141925"/>
            </a:xfrm>
            <a:custGeom>
              <a:avLst/>
              <a:gdLst/>
              <a:ahLst/>
              <a:cxnLst/>
              <a:rect l="l" t="t" r="r" b="b"/>
              <a:pathLst>
                <a:path w="11566" h="5677" fill="none" extrusionOk="0">
                  <a:moveTo>
                    <a:pt x="2472" y="1"/>
                  </a:moveTo>
                  <a:lnTo>
                    <a:pt x="1548" y="581"/>
                  </a:lnTo>
                  <a:lnTo>
                    <a:pt x="0" y="1549"/>
                  </a:lnTo>
                  <a:lnTo>
                    <a:pt x="0" y="1549"/>
                  </a:lnTo>
                  <a:lnTo>
                    <a:pt x="903" y="2022"/>
                  </a:lnTo>
                  <a:lnTo>
                    <a:pt x="1935" y="2559"/>
                  </a:lnTo>
                  <a:lnTo>
                    <a:pt x="3053" y="3096"/>
                  </a:lnTo>
                  <a:lnTo>
                    <a:pt x="4213" y="3655"/>
                  </a:lnTo>
                  <a:lnTo>
                    <a:pt x="5439" y="4214"/>
                  </a:lnTo>
                  <a:lnTo>
                    <a:pt x="6686" y="4730"/>
                  </a:lnTo>
                  <a:lnTo>
                    <a:pt x="7932" y="5225"/>
                  </a:lnTo>
                  <a:lnTo>
                    <a:pt x="9158" y="5676"/>
                  </a:lnTo>
                  <a:lnTo>
                    <a:pt x="10813" y="4580"/>
                  </a:lnTo>
                  <a:lnTo>
                    <a:pt x="11565" y="4085"/>
                  </a:lnTo>
                  <a:lnTo>
                    <a:pt x="11565" y="4085"/>
                  </a:lnTo>
                  <a:lnTo>
                    <a:pt x="9394" y="3075"/>
                  </a:lnTo>
                  <a:lnTo>
                    <a:pt x="7137" y="2065"/>
                  </a:lnTo>
                  <a:lnTo>
                    <a:pt x="4815" y="1033"/>
                  </a:lnTo>
                  <a:lnTo>
                    <a:pt x="24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Rectangle 2">
            <a:extLst>
              <a:ext uri="{FF2B5EF4-FFF2-40B4-BE49-F238E27FC236}">
                <a16:creationId xmlns:a16="http://schemas.microsoft.com/office/drawing/2014/main" id="{F5E1BFE8-380F-0A0B-377E-96A0627B7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27" y="914460"/>
            <a:ext cx="5187639" cy="2158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Smart AI system for flight booking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Reduces manual work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Improves efficiency and user experience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Can be enhanced for real-world use </a:t>
            </a:r>
          </a:p>
        </p:txBody>
      </p:sp>
      <p:grpSp>
        <p:nvGrpSpPr>
          <p:cNvPr id="330" name="Google Shape;330;p29"/>
          <p:cNvGrpSpPr/>
          <p:nvPr/>
        </p:nvGrpSpPr>
        <p:grpSpPr>
          <a:xfrm flipH="1">
            <a:off x="5672666" y="2099785"/>
            <a:ext cx="3739959" cy="2750481"/>
            <a:chOff x="8086" y="1774095"/>
            <a:chExt cx="3473539" cy="2554784"/>
          </a:xfrm>
        </p:grpSpPr>
        <p:grpSp>
          <p:nvGrpSpPr>
            <p:cNvPr id="331" name="Google Shape;331;p29"/>
            <p:cNvGrpSpPr/>
            <p:nvPr/>
          </p:nvGrpSpPr>
          <p:grpSpPr>
            <a:xfrm>
              <a:off x="8086" y="1774095"/>
              <a:ext cx="3473539" cy="2554784"/>
              <a:chOff x="8086" y="1774095"/>
              <a:chExt cx="3473539" cy="2554784"/>
            </a:xfrm>
          </p:grpSpPr>
          <p:sp>
            <p:nvSpPr>
              <p:cNvPr id="332" name="Google Shape;332;p29"/>
              <p:cNvSpPr/>
              <p:nvPr/>
            </p:nvSpPr>
            <p:spPr>
              <a:xfrm rot="625103">
                <a:off x="1848591" y="3219629"/>
                <a:ext cx="1578110" cy="751301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6766" extrusionOk="0">
                    <a:moveTo>
                      <a:pt x="3201" y="1"/>
                    </a:moveTo>
                    <a:lnTo>
                      <a:pt x="1" y="3961"/>
                    </a:lnTo>
                    <a:lnTo>
                      <a:pt x="13752" y="6765"/>
                    </a:lnTo>
                    <a:lnTo>
                      <a:pt x="14212" y="6369"/>
                    </a:lnTo>
                    <a:lnTo>
                      <a:pt x="320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9"/>
              <p:cNvSpPr/>
              <p:nvPr/>
            </p:nvSpPr>
            <p:spPr>
              <a:xfrm rot="625103">
                <a:off x="2121129" y="3244477"/>
                <a:ext cx="1305394" cy="728427"/>
              </a:xfrm>
              <a:custGeom>
                <a:avLst/>
                <a:gdLst/>
                <a:ahLst/>
                <a:cxnLst/>
                <a:rect l="l" t="t" r="r" b="b"/>
                <a:pathLst>
                  <a:path w="11756" h="6560" extrusionOk="0">
                    <a:moveTo>
                      <a:pt x="745" y="1"/>
                    </a:moveTo>
                    <a:lnTo>
                      <a:pt x="1" y="919"/>
                    </a:lnTo>
                    <a:lnTo>
                      <a:pt x="11534" y="6559"/>
                    </a:lnTo>
                    <a:lnTo>
                      <a:pt x="11756" y="6369"/>
                    </a:lnTo>
                    <a:lnTo>
                      <a:pt x="7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9"/>
              <p:cNvSpPr/>
              <p:nvPr/>
            </p:nvSpPr>
            <p:spPr>
              <a:xfrm rot="625103">
                <a:off x="1221217" y="1923314"/>
                <a:ext cx="1856045" cy="2256346"/>
              </a:xfrm>
              <a:custGeom>
                <a:avLst/>
                <a:gdLst/>
                <a:ahLst/>
                <a:cxnLst/>
                <a:rect l="l" t="t" r="r" b="b"/>
                <a:pathLst>
                  <a:path w="16715" h="20320" extrusionOk="0">
                    <a:moveTo>
                      <a:pt x="15243" y="1"/>
                    </a:moveTo>
                    <a:cubicBezTo>
                      <a:pt x="14443" y="1"/>
                      <a:pt x="12905" y="571"/>
                      <a:pt x="11724" y="1752"/>
                    </a:cubicBezTo>
                    <a:cubicBezTo>
                      <a:pt x="10250" y="3226"/>
                      <a:pt x="159" y="18387"/>
                      <a:pt x="159" y="18387"/>
                    </a:cubicBezTo>
                    <a:lnTo>
                      <a:pt x="0" y="19892"/>
                    </a:lnTo>
                    <a:lnTo>
                      <a:pt x="1600" y="20320"/>
                    </a:lnTo>
                    <a:lnTo>
                      <a:pt x="2757" y="19401"/>
                    </a:lnTo>
                    <a:cubicBezTo>
                      <a:pt x="2757" y="19401"/>
                      <a:pt x="12468" y="7535"/>
                      <a:pt x="15447" y="3242"/>
                    </a:cubicBezTo>
                    <a:cubicBezTo>
                      <a:pt x="15890" y="2592"/>
                      <a:pt x="16714" y="881"/>
                      <a:pt x="15684" y="105"/>
                    </a:cubicBezTo>
                    <a:cubicBezTo>
                      <a:pt x="15593" y="36"/>
                      <a:pt x="15441" y="1"/>
                      <a:pt x="152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9"/>
              <p:cNvSpPr/>
              <p:nvPr/>
            </p:nvSpPr>
            <p:spPr>
              <a:xfrm rot="625103">
                <a:off x="2449326" y="3251522"/>
                <a:ext cx="401634" cy="442941"/>
              </a:xfrm>
              <a:custGeom>
                <a:avLst/>
                <a:gdLst/>
                <a:ahLst/>
                <a:cxnLst/>
                <a:rect l="l" t="t" r="r" b="b"/>
                <a:pathLst>
                  <a:path w="3617" h="3989" extrusionOk="0">
                    <a:moveTo>
                      <a:pt x="2540" y="0"/>
                    </a:moveTo>
                    <a:cubicBezTo>
                      <a:pt x="2178" y="0"/>
                      <a:pt x="1814" y="178"/>
                      <a:pt x="1604" y="571"/>
                    </a:cubicBezTo>
                    <a:lnTo>
                      <a:pt x="305" y="2947"/>
                    </a:lnTo>
                    <a:cubicBezTo>
                      <a:pt x="0" y="3463"/>
                      <a:pt x="433" y="3988"/>
                      <a:pt x="910" y="3988"/>
                    </a:cubicBezTo>
                    <a:cubicBezTo>
                      <a:pt x="1077" y="3988"/>
                      <a:pt x="1250" y="3924"/>
                      <a:pt x="1398" y="3771"/>
                    </a:cubicBezTo>
                    <a:lnTo>
                      <a:pt x="3268" y="1854"/>
                    </a:lnTo>
                    <a:cubicBezTo>
                      <a:pt x="3490" y="1648"/>
                      <a:pt x="3616" y="1363"/>
                      <a:pt x="3616" y="1062"/>
                    </a:cubicBezTo>
                    <a:cubicBezTo>
                      <a:pt x="3616" y="397"/>
                      <a:pt x="3081" y="0"/>
                      <a:pt x="25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9"/>
              <p:cNvSpPr/>
              <p:nvPr/>
            </p:nvSpPr>
            <p:spPr>
              <a:xfrm rot="625103">
                <a:off x="2590421" y="3264386"/>
                <a:ext cx="278046" cy="238071"/>
              </a:xfrm>
              <a:custGeom>
                <a:avLst/>
                <a:gdLst/>
                <a:ahLst/>
                <a:cxnLst/>
                <a:rect l="l" t="t" r="r" b="b"/>
                <a:pathLst>
                  <a:path w="2504" h="2144" extrusionOk="0">
                    <a:moveTo>
                      <a:pt x="1426" y="1"/>
                    </a:moveTo>
                    <a:cubicBezTo>
                      <a:pt x="475" y="1"/>
                      <a:pt x="0" y="1141"/>
                      <a:pt x="666" y="1823"/>
                    </a:cubicBezTo>
                    <a:cubicBezTo>
                      <a:pt x="887" y="2044"/>
                      <a:pt x="1158" y="2143"/>
                      <a:pt x="1424" y="2143"/>
                    </a:cubicBezTo>
                    <a:cubicBezTo>
                      <a:pt x="1976" y="2143"/>
                      <a:pt x="2503" y="1715"/>
                      <a:pt x="2503" y="1062"/>
                    </a:cubicBezTo>
                    <a:cubicBezTo>
                      <a:pt x="2503" y="476"/>
                      <a:pt x="2012" y="1"/>
                      <a:pt x="14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9"/>
              <p:cNvSpPr/>
              <p:nvPr/>
            </p:nvSpPr>
            <p:spPr>
              <a:xfrm rot="625103">
                <a:off x="1184891" y="3325689"/>
                <a:ext cx="160232" cy="411739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3708" extrusionOk="0">
                    <a:moveTo>
                      <a:pt x="587" y="1"/>
                    </a:moveTo>
                    <a:lnTo>
                      <a:pt x="32" y="666"/>
                    </a:lnTo>
                    <a:lnTo>
                      <a:pt x="0" y="3708"/>
                    </a:lnTo>
                    <a:lnTo>
                      <a:pt x="1442" y="1569"/>
                    </a:lnTo>
                    <a:lnTo>
                      <a:pt x="5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9"/>
              <p:cNvSpPr/>
              <p:nvPr/>
            </p:nvSpPr>
            <p:spPr>
              <a:xfrm rot="625103">
                <a:off x="410379" y="3647937"/>
                <a:ext cx="677348" cy="242957"/>
              </a:xfrm>
              <a:custGeom>
                <a:avLst/>
                <a:gdLst/>
                <a:ahLst/>
                <a:cxnLst/>
                <a:rect l="l" t="t" r="r" b="b"/>
                <a:pathLst>
                  <a:path w="6100" h="2188" extrusionOk="0">
                    <a:moveTo>
                      <a:pt x="0" y="1"/>
                    </a:moveTo>
                    <a:lnTo>
                      <a:pt x="0" y="492"/>
                    </a:lnTo>
                    <a:lnTo>
                      <a:pt x="5925" y="2187"/>
                    </a:lnTo>
                    <a:lnTo>
                      <a:pt x="6100" y="6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9"/>
              <p:cNvSpPr/>
              <p:nvPr/>
            </p:nvSpPr>
            <p:spPr>
              <a:xfrm rot="625103">
                <a:off x="1200119" y="3966163"/>
                <a:ext cx="476809" cy="239293"/>
              </a:xfrm>
              <a:custGeom>
                <a:avLst/>
                <a:gdLst/>
                <a:ahLst/>
                <a:cxnLst/>
                <a:rect l="l" t="t" r="r" b="b"/>
                <a:pathLst>
                  <a:path w="4294" h="2155" extrusionOk="0">
                    <a:moveTo>
                      <a:pt x="1157" y="0"/>
                    </a:moveTo>
                    <a:lnTo>
                      <a:pt x="0" y="919"/>
                    </a:lnTo>
                    <a:lnTo>
                      <a:pt x="3961" y="2155"/>
                    </a:lnTo>
                    <a:lnTo>
                      <a:pt x="4294" y="1759"/>
                    </a:lnTo>
                    <a:lnTo>
                      <a:pt x="11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9"/>
              <p:cNvSpPr/>
              <p:nvPr/>
            </p:nvSpPr>
            <p:spPr>
              <a:xfrm rot="625103">
                <a:off x="1190357" y="2261790"/>
                <a:ext cx="1616752" cy="1893243"/>
              </a:xfrm>
              <a:custGeom>
                <a:avLst/>
                <a:gdLst/>
                <a:ahLst/>
                <a:cxnLst/>
                <a:rect l="l" t="t" r="r" b="b"/>
                <a:pathLst>
                  <a:path w="14560" h="17050" extrusionOk="0">
                    <a:moveTo>
                      <a:pt x="14041" y="1"/>
                    </a:moveTo>
                    <a:cubicBezTo>
                      <a:pt x="13477" y="1"/>
                      <a:pt x="12474" y="316"/>
                      <a:pt x="11138" y="1999"/>
                    </a:cubicBezTo>
                    <a:cubicBezTo>
                      <a:pt x="8999" y="4693"/>
                      <a:pt x="6464" y="7814"/>
                      <a:pt x="6464" y="7814"/>
                    </a:cubicBezTo>
                    <a:lnTo>
                      <a:pt x="6226" y="6150"/>
                    </a:lnTo>
                    <a:lnTo>
                      <a:pt x="3644" y="9952"/>
                    </a:lnTo>
                    <a:lnTo>
                      <a:pt x="3755" y="11378"/>
                    </a:lnTo>
                    <a:lnTo>
                      <a:pt x="0" y="16622"/>
                    </a:lnTo>
                    <a:lnTo>
                      <a:pt x="1600" y="17050"/>
                    </a:lnTo>
                    <a:lnTo>
                      <a:pt x="2757" y="16131"/>
                    </a:lnTo>
                    <a:lnTo>
                      <a:pt x="6512" y="11505"/>
                    </a:lnTo>
                    <a:lnTo>
                      <a:pt x="9157" y="8194"/>
                    </a:lnTo>
                    <a:lnTo>
                      <a:pt x="8698" y="7988"/>
                    </a:lnTo>
                    <a:lnTo>
                      <a:pt x="14560" y="114"/>
                    </a:lnTo>
                    <a:cubicBezTo>
                      <a:pt x="14560" y="114"/>
                      <a:pt x="14379" y="1"/>
                      <a:pt x="140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9"/>
              <p:cNvSpPr/>
              <p:nvPr/>
            </p:nvSpPr>
            <p:spPr>
              <a:xfrm rot="625103">
                <a:off x="53694" y="2585674"/>
                <a:ext cx="1917561" cy="679236"/>
              </a:xfrm>
              <a:custGeom>
                <a:avLst/>
                <a:gdLst/>
                <a:ahLst/>
                <a:cxnLst/>
                <a:rect l="l" t="t" r="r" b="b"/>
                <a:pathLst>
                  <a:path w="17269" h="6117" extrusionOk="0">
                    <a:moveTo>
                      <a:pt x="0" y="1"/>
                    </a:moveTo>
                    <a:lnTo>
                      <a:pt x="0" y="809"/>
                    </a:lnTo>
                    <a:lnTo>
                      <a:pt x="14243" y="6116"/>
                    </a:lnTo>
                    <a:lnTo>
                      <a:pt x="17268" y="16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9"/>
              <p:cNvSpPr/>
              <p:nvPr/>
            </p:nvSpPr>
            <p:spPr>
              <a:xfrm rot="625103">
                <a:off x="92325" y="2584225"/>
                <a:ext cx="1863040" cy="256948"/>
              </a:xfrm>
              <a:custGeom>
                <a:avLst/>
                <a:gdLst/>
                <a:ahLst/>
                <a:cxnLst/>
                <a:rect l="l" t="t" r="r" b="b"/>
                <a:pathLst>
                  <a:path w="16778" h="2314" extrusionOk="0">
                    <a:moveTo>
                      <a:pt x="0" y="1"/>
                    </a:moveTo>
                    <a:lnTo>
                      <a:pt x="0" y="350"/>
                    </a:lnTo>
                    <a:lnTo>
                      <a:pt x="16270" y="2314"/>
                    </a:lnTo>
                    <a:lnTo>
                      <a:pt x="16777" y="158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9"/>
              <p:cNvSpPr/>
              <p:nvPr/>
            </p:nvSpPr>
            <p:spPr>
              <a:xfrm rot="625103">
                <a:off x="1289389" y="2645165"/>
                <a:ext cx="380092" cy="442497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3985" extrusionOk="0">
                    <a:moveTo>
                      <a:pt x="2326" y="0"/>
                    </a:moveTo>
                    <a:cubicBezTo>
                      <a:pt x="1964" y="0"/>
                      <a:pt x="1602" y="175"/>
                      <a:pt x="1394" y="566"/>
                    </a:cubicBezTo>
                    <a:lnTo>
                      <a:pt x="95" y="2942"/>
                    </a:lnTo>
                    <a:cubicBezTo>
                      <a:pt x="32" y="3053"/>
                      <a:pt x="0" y="3180"/>
                      <a:pt x="0" y="3290"/>
                    </a:cubicBezTo>
                    <a:cubicBezTo>
                      <a:pt x="0" y="3705"/>
                      <a:pt x="342" y="3984"/>
                      <a:pt x="697" y="3984"/>
                    </a:cubicBezTo>
                    <a:cubicBezTo>
                      <a:pt x="871" y="3984"/>
                      <a:pt x="1048" y="3917"/>
                      <a:pt x="1188" y="3766"/>
                    </a:cubicBezTo>
                    <a:lnTo>
                      <a:pt x="3058" y="1865"/>
                    </a:lnTo>
                    <a:cubicBezTo>
                      <a:pt x="3280" y="1659"/>
                      <a:pt x="3406" y="1373"/>
                      <a:pt x="3422" y="1072"/>
                    </a:cubicBezTo>
                    <a:cubicBezTo>
                      <a:pt x="3422" y="404"/>
                      <a:pt x="2875" y="0"/>
                      <a:pt x="23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9"/>
              <p:cNvSpPr/>
              <p:nvPr/>
            </p:nvSpPr>
            <p:spPr>
              <a:xfrm rot="625103">
                <a:off x="1447246" y="2660616"/>
                <a:ext cx="237627" cy="237516"/>
              </a:xfrm>
              <a:custGeom>
                <a:avLst/>
                <a:gdLst/>
                <a:ahLst/>
                <a:cxnLst/>
                <a:rect l="l" t="t" r="r" b="b"/>
                <a:pathLst>
                  <a:path w="2140" h="2139" extrusionOk="0">
                    <a:moveTo>
                      <a:pt x="1078" y="0"/>
                    </a:moveTo>
                    <a:cubicBezTo>
                      <a:pt x="492" y="0"/>
                      <a:pt x="1" y="475"/>
                      <a:pt x="1" y="1061"/>
                    </a:cubicBezTo>
                    <a:cubicBezTo>
                      <a:pt x="1" y="1648"/>
                      <a:pt x="492" y="2139"/>
                      <a:pt x="1078" y="2139"/>
                    </a:cubicBezTo>
                    <a:cubicBezTo>
                      <a:pt x="1664" y="2139"/>
                      <a:pt x="2139" y="1648"/>
                      <a:pt x="2139" y="1061"/>
                    </a:cubicBezTo>
                    <a:cubicBezTo>
                      <a:pt x="2139" y="475"/>
                      <a:pt x="1664" y="0"/>
                      <a:pt x="10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9"/>
              <p:cNvSpPr/>
              <p:nvPr/>
            </p:nvSpPr>
            <p:spPr>
              <a:xfrm rot="625103">
                <a:off x="1489589" y="2701201"/>
                <a:ext cx="154902" cy="154902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395" extrusionOk="0">
                    <a:moveTo>
                      <a:pt x="698" y="0"/>
                    </a:moveTo>
                    <a:cubicBezTo>
                      <a:pt x="318" y="0"/>
                      <a:pt x="1" y="317"/>
                      <a:pt x="1" y="697"/>
                    </a:cubicBezTo>
                    <a:cubicBezTo>
                      <a:pt x="1" y="1078"/>
                      <a:pt x="318" y="1395"/>
                      <a:pt x="698" y="1395"/>
                    </a:cubicBezTo>
                    <a:cubicBezTo>
                      <a:pt x="1078" y="1395"/>
                      <a:pt x="1395" y="1078"/>
                      <a:pt x="1395" y="697"/>
                    </a:cubicBezTo>
                    <a:cubicBezTo>
                      <a:pt x="1395" y="317"/>
                      <a:pt x="1078" y="0"/>
                      <a:pt x="6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9"/>
              <p:cNvSpPr/>
              <p:nvPr/>
            </p:nvSpPr>
            <p:spPr>
              <a:xfrm rot="625103">
                <a:off x="2644870" y="3307699"/>
                <a:ext cx="181329" cy="153347"/>
              </a:xfrm>
              <a:custGeom>
                <a:avLst/>
                <a:gdLst/>
                <a:ahLst/>
                <a:cxnLst/>
                <a:rect l="l" t="t" r="r" b="b"/>
                <a:pathLst>
                  <a:path w="1633" h="1381" extrusionOk="0">
                    <a:moveTo>
                      <a:pt x="935" y="1"/>
                    </a:moveTo>
                    <a:cubicBezTo>
                      <a:pt x="317" y="1"/>
                      <a:pt x="0" y="746"/>
                      <a:pt x="444" y="1173"/>
                    </a:cubicBezTo>
                    <a:cubicBezTo>
                      <a:pt x="582" y="1317"/>
                      <a:pt x="755" y="1381"/>
                      <a:pt x="926" y="1381"/>
                    </a:cubicBezTo>
                    <a:cubicBezTo>
                      <a:pt x="1284" y="1381"/>
                      <a:pt x="1632" y="1100"/>
                      <a:pt x="1632" y="682"/>
                    </a:cubicBezTo>
                    <a:cubicBezTo>
                      <a:pt x="1632" y="302"/>
                      <a:pt x="1315" y="1"/>
                      <a:pt x="93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29"/>
            <p:cNvSpPr/>
            <p:nvPr/>
          </p:nvSpPr>
          <p:spPr>
            <a:xfrm rot="625103">
              <a:off x="2816090" y="2062838"/>
              <a:ext cx="172557" cy="117925"/>
            </a:xfrm>
            <a:custGeom>
              <a:avLst/>
              <a:gdLst/>
              <a:ahLst/>
              <a:cxnLst/>
              <a:rect l="l" t="t" r="r" b="b"/>
              <a:pathLst>
                <a:path w="1554" h="1062" extrusionOk="0">
                  <a:moveTo>
                    <a:pt x="1553" y="0"/>
                  </a:moveTo>
                  <a:lnTo>
                    <a:pt x="1553" y="0"/>
                  </a:lnTo>
                  <a:cubicBezTo>
                    <a:pt x="1316" y="79"/>
                    <a:pt x="1094" y="174"/>
                    <a:pt x="872" y="285"/>
                  </a:cubicBezTo>
                  <a:cubicBezTo>
                    <a:pt x="603" y="507"/>
                    <a:pt x="318" y="761"/>
                    <a:pt x="1" y="1062"/>
                  </a:cubicBezTo>
                  <a:lnTo>
                    <a:pt x="492" y="935"/>
                  </a:lnTo>
                  <a:cubicBezTo>
                    <a:pt x="492" y="935"/>
                    <a:pt x="951" y="539"/>
                    <a:pt x="1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36"/>
          <p:cNvGrpSpPr/>
          <p:nvPr/>
        </p:nvGrpSpPr>
        <p:grpSpPr>
          <a:xfrm>
            <a:off x="1168400" y="3516727"/>
            <a:ext cx="1062862" cy="1626773"/>
            <a:chOff x="1285725" y="3740925"/>
            <a:chExt cx="910725" cy="1353650"/>
          </a:xfrm>
        </p:grpSpPr>
        <p:sp>
          <p:nvSpPr>
            <p:cNvPr id="430" name="Google Shape;430;p36"/>
            <p:cNvSpPr/>
            <p:nvPr/>
          </p:nvSpPr>
          <p:spPr>
            <a:xfrm>
              <a:off x="1360000" y="3752000"/>
              <a:ext cx="359600" cy="411375"/>
            </a:xfrm>
            <a:custGeom>
              <a:avLst/>
              <a:gdLst/>
              <a:ahLst/>
              <a:cxnLst/>
              <a:rect l="l" t="t" r="r" b="b"/>
              <a:pathLst>
                <a:path w="14384" h="16455" extrusionOk="0">
                  <a:moveTo>
                    <a:pt x="10203" y="1305"/>
                  </a:moveTo>
                  <a:cubicBezTo>
                    <a:pt x="10203" y="1305"/>
                    <a:pt x="7528" y="1"/>
                    <a:pt x="6399" y="2918"/>
                  </a:cubicBezTo>
                  <a:cubicBezTo>
                    <a:pt x="5283" y="5862"/>
                    <a:pt x="807" y="5942"/>
                    <a:pt x="484" y="9962"/>
                  </a:cubicBezTo>
                  <a:cubicBezTo>
                    <a:pt x="0" y="16226"/>
                    <a:pt x="11896" y="16454"/>
                    <a:pt x="13147" y="12260"/>
                  </a:cubicBezTo>
                  <a:cubicBezTo>
                    <a:pt x="14383" y="8080"/>
                    <a:pt x="12044" y="8496"/>
                    <a:pt x="12811" y="4907"/>
                  </a:cubicBezTo>
                  <a:cubicBezTo>
                    <a:pt x="13254" y="2689"/>
                    <a:pt x="12448" y="1076"/>
                    <a:pt x="10203" y="13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1747800" y="3740925"/>
              <a:ext cx="188550" cy="177450"/>
            </a:xfrm>
            <a:custGeom>
              <a:avLst/>
              <a:gdLst/>
              <a:ahLst/>
              <a:cxnLst/>
              <a:rect l="l" t="t" r="r" b="b"/>
              <a:pathLst>
                <a:path w="7542" h="7098" extrusionOk="0">
                  <a:moveTo>
                    <a:pt x="5498" y="1519"/>
                  </a:moveTo>
                  <a:cubicBezTo>
                    <a:pt x="5498" y="1519"/>
                    <a:pt x="2635" y="0"/>
                    <a:pt x="1412" y="1923"/>
                  </a:cubicBezTo>
                  <a:cubicBezTo>
                    <a:pt x="0" y="4140"/>
                    <a:pt x="1694" y="5848"/>
                    <a:pt x="4168" y="5848"/>
                  </a:cubicBezTo>
                  <a:cubicBezTo>
                    <a:pt x="6641" y="5848"/>
                    <a:pt x="6009" y="7098"/>
                    <a:pt x="6009" y="7098"/>
                  </a:cubicBezTo>
                  <a:cubicBezTo>
                    <a:pt x="6009" y="7098"/>
                    <a:pt x="7541" y="6668"/>
                    <a:pt x="7541" y="4719"/>
                  </a:cubicBezTo>
                  <a:cubicBezTo>
                    <a:pt x="7541" y="2756"/>
                    <a:pt x="6869" y="1519"/>
                    <a:pt x="5498" y="15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1785425" y="3808675"/>
              <a:ext cx="156300" cy="241775"/>
            </a:xfrm>
            <a:custGeom>
              <a:avLst/>
              <a:gdLst/>
              <a:ahLst/>
              <a:cxnLst/>
              <a:rect l="l" t="t" r="r" b="b"/>
              <a:pathLst>
                <a:path w="6252" h="9671" extrusionOk="0">
                  <a:moveTo>
                    <a:pt x="1494" y="0"/>
                  </a:moveTo>
                  <a:cubicBezTo>
                    <a:pt x="574" y="0"/>
                    <a:pt x="176" y="467"/>
                    <a:pt x="176" y="1027"/>
                  </a:cubicBezTo>
                  <a:cubicBezTo>
                    <a:pt x="176" y="1027"/>
                    <a:pt x="1" y="1901"/>
                    <a:pt x="176" y="3527"/>
                  </a:cubicBezTo>
                  <a:cubicBezTo>
                    <a:pt x="337" y="5154"/>
                    <a:pt x="1829" y="5329"/>
                    <a:pt x="1829" y="5329"/>
                  </a:cubicBezTo>
                  <a:cubicBezTo>
                    <a:pt x="1829" y="5329"/>
                    <a:pt x="2152" y="6202"/>
                    <a:pt x="1197" y="6565"/>
                  </a:cubicBezTo>
                  <a:cubicBezTo>
                    <a:pt x="1023" y="6633"/>
                    <a:pt x="821" y="6686"/>
                    <a:pt x="619" y="6754"/>
                  </a:cubicBezTo>
                  <a:lnTo>
                    <a:pt x="3617" y="9671"/>
                  </a:lnTo>
                  <a:lnTo>
                    <a:pt x="6252" y="6364"/>
                  </a:lnTo>
                  <a:cubicBezTo>
                    <a:pt x="6010" y="6350"/>
                    <a:pt x="5781" y="6323"/>
                    <a:pt x="5633" y="6229"/>
                  </a:cubicBezTo>
                  <a:cubicBezTo>
                    <a:pt x="4706" y="5813"/>
                    <a:pt x="4612" y="4186"/>
                    <a:pt x="4961" y="3205"/>
                  </a:cubicBezTo>
                  <a:cubicBezTo>
                    <a:pt x="5311" y="2250"/>
                    <a:pt x="5109" y="1592"/>
                    <a:pt x="4518" y="1592"/>
                  </a:cubicBezTo>
                  <a:cubicBezTo>
                    <a:pt x="3940" y="1592"/>
                    <a:pt x="3832" y="2197"/>
                    <a:pt x="3832" y="2197"/>
                  </a:cubicBezTo>
                  <a:cubicBezTo>
                    <a:pt x="3832" y="2197"/>
                    <a:pt x="3267" y="1363"/>
                    <a:pt x="3550" y="503"/>
                  </a:cubicBezTo>
                  <a:cubicBezTo>
                    <a:pt x="2687" y="146"/>
                    <a:pt x="2009" y="0"/>
                    <a:pt x="1494" y="0"/>
                  </a:cubicBezTo>
                  <a:close/>
                </a:path>
              </a:pathLst>
            </a:custGeom>
            <a:solidFill>
              <a:srgbClr val="F29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1632525" y="3965750"/>
              <a:ext cx="563925" cy="376725"/>
            </a:xfrm>
            <a:custGeom>
              <a:avLst/>
              <a:gdLst/>
              <a:ahLst/>
              <a:cxnLst/>
              <a:rect l="l" t="t" r="r" b="b"/>
              <a:pathLst>
                <a:path w="22557" h="15069" extrusionOk="0">
                  <a:moveTo>
                    <a:pt x="17301" y="2258"/>
                  </a:moveTo>
                  <a:cubicBezTo>
                    <a:pt x="15647" y="0"/>
                    <a:pt x="13564" y="175"/>
                    <a:pt x="12368" y="67"/>
                  </a:cubicBezTo>
                  <a:lnTo>
                    <a:pt x="9733" y="3401"/>
                  </a:lnTo>
                  <a:lnTo>
                    <a:pt x="6749" y="471"/>
                  </a:lnTo>
                  <a:cubicBezTo>
                    <a:pt x="5808" y="726"/>
                    <a:pt x="4544" y="1022"/>
                    <a:pt x="3052" y="3172"/>
                  </a:cubicBezTo>
                  <a:cubicBezTo>
                    <a:pt x="1896" y="5122"/>
                    <a:pt x="1" y="9490"/>
                    <a:pt x="1" y="9490"/>
                  </a:cubicBezTo>
                  <a:lnTo>
                    <a:pt x="2730" y="10687"/>
                  </a:lnTo>
                  <a:lnTo>
                    <a:pt x="4773" y="7030"/>
                  </a:lnTo>
                  <a:lnTo>
                    <a:pt x="5687" y="15069"/>
                  </a:lnTo>
                  <a:lnTo>
                    <a:pt x="16104" y="15069"/>
                  </a:lnTo>
                  <a:lnTo>
                    <a:pt x="15715" y="6788"/>
                  </a:lnTo>
                  <a:cubicBezTo>
                    <a:pt x="15715" y="6788"/>
                    <a:pt x="18887" y="13308"/>
                    <a:pt x="20715" y="12434"/>
                  </a:cubicBezTo>
                  <a:cubicBezTo>
                    <a:pt x="22557" y="11601"/>
                    <a:pt x="19277" y="4987"/>
                    <a:pt x="17301" y="22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1744775" y="4343475"/>
              <a:ext cx="304500" cy="751100"/>
            </a:xfrm>
            <a:custGeom>
              <a:avLst/>
              <a:gdLst/>
              <a:ahLst/>
              <a:cxnLst/>
              <a:rect l="l" t="t" r="r" b="b"/>
              <a:pathLst>
                <a:path w="12180" h="30044" extrusionOk="0">
                  <a:moveTo>
                    <a:pt x="1183" y="0"/>
                  </a:moveTo>
                  <a:cubicBezTo>
                    <a:pt x="1183" y="0"/>
                    <a:pt x="0" y="14746"/>
                    <a:pt x="915" y="20123"/>
                  </a:cubicBezTo>
                  <a:cubicBezTo>
                    <a:pt x="1815" y="25500"/>
                    <a:pt x="2796" y="30043"/>
                    <a:pt x="2796" y="30043"/>
                  </a:cubicBezTo>
                  <a:lnTo>
                    <a:pt x="5807" y="30043"/>
                  </a:lnTo>
                  <a:cubicBezTo>
                    <a:pt x="5807" y="30043"/>
                    <a:pt x="3939" y="13456"/>
                    <a:pt x="6103" y="4705"/>
                  </a:cubicBezTo>
                  <a:cubicBezTo>
                    <a:pt x="8456" y="26979"/>
                    <a:pt x="9356" y="30043"/>
                    <a:pt x="9356" y="30043"/>
                  </a:cubicBezTo>
                  <a:lnTo>
                    <a:pt x="12179" y="30043"/>
                  </a:lnTo>
                  <a:lnTo>
                    <a:pt x="11574" y="0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1303200" y="3838625"/>
              <a:ext cx="418750" cy="503850"/>
            </a:xfrm>
            <a:custGeom>
              <a:avLst/>
              <a:gdLst/>
              <a:ahLst/>
              <a:cxnLst/>
              <a:rect l="l" t="t" r="r" b="b"/>
              <a:pathLst>
                <a:path w="16750" h="20154" extrusionOk="0">
                  <a:moveTo>
                    <a:pt x="12039" y="0"/>
                  </a:moveTo>
                  <a:cubicBezTo>
                    <a:pt x="11576" y="0"/>
                    <a:pt x="11129" y="229"/>
                    <a:pt x="10875" y="649"/>
                  </a:cubicBezTo>
                  <a:cubicBezTo>
                    <a:pt x="10700" y="905"/>
                    <a:pt x="10485" y="1120"/>
                    <a:pt x="10203" y="1200"/>
                  </a:cubicBezTo>
                  <a:cubicBezTo>
                    <a:pt x="10059" y="1103"/>
                    <a:pt x="9927" y="1061"/>
                    <a:pt x="9812" y="1061"/>
                  </a:cubicBezTo>
                  <a:cubicBezTo>
                    <a:pt x="9232" y="1061"/>
                    <a:pt x="9068" y="2130"/>
                    <a:pt x="9719" y="2477"/>
                  </a:cubicBezTo>
                  <a:lnTo>
                    <a:pt x="9719" y="2666"/>
                  </a:lnTo>
                  <a:cubicBezTo>
                    <a:pt x="9759" y="4561"/>
                    <a:pt x="8536" y="6255"/>
                    <a:pt x="6708" y="6765"/>
                  </a:cubicBezTo>
                  <a:cubicBezTo>
                    <a:pt x="5525" y="7088"/>
                    <a:pt x="4436" y="8056"/>
                    <a:pt x="4114" y="9440"/>
                  </a:cubicBezTo>
                  <a:cubicBezTo>
                    <a:pt x="820" y="15395"/>
                    <a:pt x="0" y="15718"/>
                    <a:pt x="1197" y="16699"/>
                  </a:cubicBezTo>
                  <a:cubicBezTo>
                    <a:pt x="1370" y="16842"/>
                    <a:pt x="1555" y="16908"/>
                    <a:pt x="1748" y="16908"/>
                  </a:cubicBezTo>
                  <a:cubicBezTo>
                    <a:pt x="3659" y="16908"/>
                    <a:pt x="6385" y="10556"/>
                    <a:pt x="6385" y="10556"/>
                  </a:cubicBezTo>
                  <a:lnTo>
                    <a:pt x="6385" y="10556"/>
                  </a:lnTo>
                  <a:lnTo>
                    <a:pt x="5512" y="20154"/>
                  </a:lnTo>
                  <a:lnTo>
                    <a:pt x="13160" y="20154"/>
                  </a:lnTo>
                  <a:lnTo>
                    <a:pt x="14249" y="15046"/>
                  </a:lnTo>
                  <a:cubicBezTo>
                    <a:pt x="14249" y="15046"/>
                    <a:pt x="16118" y="13661"/>
                    <a:pt x="16749" y="12048"/>
                  </a:cubicBezTo>
                  <a:cubicBezTo>
                    <a:pt x="16749" y="8441"/>
                    <a:pt x="15171" y="6287"/>
                    <a:pt x="13538" y="6287"/>
                  </a:cubicBezTo>
                  <a:cubicBezTo>
                    <a:pt x="13479" y="6287"/>
                    <a:pt x="13421" y="6289"/>
                    <a:pt x="13362" y="6295"/>
                  </a:cubicBezTo>
                  <a:cubicBezTo>
                    <a:pt x="13134" y="6318"/>
                    <a:pt x="12935" y="6331"/>
                    <a:pt x="12763" y="6331"/>
                  </a:cubicBezTo>
                  <a:cubicBezTo>
                    <a:pt x="11657" y="6331"/>
                    <a:pt x="11644" y="5832"/>
                    <a:pt x="11924" y="4668"/>
                  </a:cubicBezTo>
                  <a:lnTo>
                    <a:pt x="11924" y="4668"/>
                  </a:lnTo>
                  <a:cubicBezTo>
                    <a:pt x="12028" y="4700"/>
                    <a:pt x="12138" y="4715"/>
                    <a:pt x="12251" y="4715"/>
                  </a:cubicBezTo>
                  <a:cubicBezTo>
                    <a:pt x="12968" y="4715"/>
                    <a:pt x="13814" y="4095"/>
                    <a:pt x="14209" y="2934"/>
                  </a:cubicBezTo>
                  <a:cubicBezTo>
                    <a:pt x="14639" y="1590"/>
                    <a:pt x="14424" y="595"/>
                    <a:pt x="14424" y="595"/>
                  </a:cubicBezTo>
                  <a:cubicBezTo>
                    <a:pt x="13738" y="528"/>
                    <a:pt x="13066" y="313"/>
                    <a:pt x="12555" y="98"/>
                  </a:cubicBezTo>
                  <a:cubicBezTo>
                    <a:pt x="12387" y="32"/>
                    <a:pt x="12212" y="0"/>
                    <a:pt x="12039" y="0"/>
                  </a:cubicBezTo>
                  <a:close/>
                </a:path>
              </a:pathLst>
            </a:custGeom>
            <a:solidFill>
              <a:srgbClr val="F29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1398650" y="4343475"/>
              <a:ext cx="335400" cy="751100"/>
            </a:xfrm>
            <a:custGeom>
              <a:avLst/>
              <a:gdLst/>
              <a:ahLst/>
              <a:cxnLst/>
              <a:rect l="l" t="t" r="r" b="b"/>
              <a:pathLst>
                <a:path w="13416" h="30044" extrusionOk="0">
                  <a:moveTo>
                    <a:pt x="9342" y="0"/>
                  </a:moveTo>
                  <a:lnTo>
                    <a:pt x="1694" y="0"/>
                  </a:lnTo>
                  <a:cubicBezTo>
                    <a:pt x="1694" y="0"/>
                    <a:pt x="0" y="3361"/>
                    <a:pt x="457" y="10673"/>
                  </a:cubicBezTo>
                  <a:cubicBezTo>
                    <a:pt x="901" y="17999"/>
                    <a:pt x="2366" y="30043"/>
                    <a:pt x="2366" y="30043"/>
                  </a:cubicBezTo>
                  <a:lnTo>
                    <a:pt x="4019" y="30043"/>
                  </a:lnTo>
                  <a:lnTo>
                    <a:pt x="5619" y="3388"/>
                  </a:lnTo>
                  <a:cubicBezTo>
                    <a:pt x="5619" y="3388"/>
                    <a:pt x="9342" y="15754"/>
                    <a:pt x="9342" y="18550"/>
                  </a:cubicBezTo>
                  <a:lnTo>
                    <a:pt x="9342" y="30043"/>
                  </a:lnTo>
                  <a:lnTo>
                    <a:pt x="10942" y="30043"/>
                  </a:lnTo>
                  <a:cubicBezTo>
                    <a:pt x="10942" y="30043"/>
                    <a:pt x="11574" y="25406"/>
                    <a:pt x="12488" y="18833"/>
                  </a:cubicBezTo>
                  <a:cubicBezTo>
                    <a:pt x="13415" y="12246"/>
                    <a:pt x="10996" y="2352"/>
                    <a:pt x="93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1532400" y="3927425"/>
              <a:ext cx="88050" cy="96825"/>
            </a:xfrm>
            <a:custGeom>
              <a:avLst/>
              <a:gdLst/>
              <a:ahLst/>
              <a:cxnLst/>
              <a:rect l="l" t="t" r="r" b="b"/>
              <a:pathLst>
                <a:path w="3522" h="3873" extrusionOk="0">
                  <a:moveTo>
                    <a:pt x="3428" y="3872"/>
                  </a:moveTo>
                  <a:lnTo>
                    <a:pt x="3522" y="2797"/>
                  </a:lnTo>
                  <a:cubicBezTo>
                    <a:pt x="2500" y="2756"/>
                    <a:pt x="2500" y="2259"/>
                    <a:pt x="2769" y="1130"/>
                  </a:cubicBezTo>
                  <a:cubicBezTo>
                    <a:pt x="2769" y="1130"/>
                    <a:pt x="1747" y="982"/>
                    <a:pt x="968" y="1"/>
                  </a:cubicBezTo>
                  <a:cubicBezTo>
                    <a:pt x="0" y="3254"/>
                    <a:pt x="3428" y="3872"/>
                    <a:pt x="3428" y="3872"/>
                  </a:cubicBezTo>
                  <a:close/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377800" y="3977175"/>
              <a:ext cx="345500" cy="366325"/>
            </a:xfrm>
            <a:custGeom>
              <a:avLst/>
              <a:gdLst/>
              <a:ahLst/>
              <a:cxnLst/>
              <a:rect l="l" t="t" r="r" b="b"/>
              <a:pathLst>
                <a:path w="13820" h="14653" extrusionOk="0">
                  <a:moveTo>
                    <a:pt x="5189" y="498"/>
                  </a:moveTo>
                  <a:cubicBezTo>
                    <a:pt x="5189" y="498"/>
                    <a:pt x="1" y="269"/>
                    <a:pt x="485" y="4234"/>
                  </a:cubicBezTo>
                  <a:cubicBezTo>
                    <a:pt x="1479" y="5216"/>
                    <a:pt x="3321" y="5982"/>
                    <a:pt x="3321" y="5982"/>
                  </a:cubicBezTo>
                  <a:lnTo>
                    <a:pt x="2528" y="14652"/>
                  </a:lnTo>
                  <a:lnTo>
                    <a:pt x="10176" y="14652"/>
                  </a:lnTo>
                  <a:cubicBezTo>
                    <a:pt x="10176" y="14652"/>
                    <a:pt x="12300" y="7944"/>
                    <a:pt x="11655" y="5592"/>
                  </a:cubicBezTo>
                  <a:cubicBezTo>
                    <a:pt x="11655" y="5592"/>
                    <a:pt x="12919" y="4853"/>
                    <a:pt x="13819" y="3925"/>
                  </a:cubicBezTo>
                  <a:cubicBezTo>
                    <a:pt x="13523" y="1344"/>
                    <a:pt x="11373" y="0"/>
                    <a:pt x="9424" y="793"/>
                  </a:cubicBezTo>
                  <a:cubicBezTo>
                    <a:pt x="9114" y="4463"/>
                    <a:pt x="5189" y="4423"/>
                    <a:pt x="5189" y="4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1433250" y="4010425"/>
              <a:ext cx="313575" cy="452375"/>
            </a:xfrm>
            <a:custGeom>
              <a:avLst/>
              <a:gdLst/>
              <a:ahLst/>
              <a:cxnLst/>
              <a:rect l="l" t="t" r="r" b="b"/>
              <a:pathLst>
                <a:path w="12543" h="18095" extrusionOk="0">
                  <a:moveTo>
                    <a:pt x="1" y="1"/>
                  </a:moveTo>
                  <a:lnTo>
                    <a:pt x="1" y="15742"/>
                  </a:lnTo>
                  <a:lnTo>
                    <a:pt x="12542" y="18094"/>
                  </a:lnTo>
                  <a:lnTo>
                    <a:pt x="12542" y="20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1746800" y="4010425"/>
              <a:ext cx="313900" cy="452375"/>
            </a:xfrm>
            <a:custGeom>
              <a:avLst/>
              <a:gdLst/>
              <a:ahLst/>
              <a:cxnLst/>
              <a:rect l="l" t="t" r="r" b="b"/>
              <a:pathLst>
                <a:path w="12556" h="18095" extrusionOk="0">
                  <a:moveTo>
                    <a:pt x="12555" y="1"/>
                  </a:moveTo>
                  <a:lnTo>
                    <a:pt x="0" y="2098"/>
                  </a:lnTo>
                  <a:lnTo>
                    <a:pt x="0" y="18094"/>
                  </a:lnTo>
                  <a:lnTo>
                    <a:pt x="12555" y="15742"/>
                  </a:lnTo>
                  <a:lnTo>
                    <a:pt x="12555" y="1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458450" y="4033950"/>
              <a:ext cx="288375" cy="353225"/>
            </a:xfrm>
            <a:custGeom>
              <a:avLst/>
              <a:gdLst/>
              <a:ahLst/>
              <a:cxnLst/>
              <a:rect l="l" t="t" r="r" b="b"/>
              <a:pathLst>
                <a:path w="11535" h="14129" extrusionOk="0">
                  <a:moveTo>
                    <a:pt x="1" y="1"/>
                  </a:moveTo>
                  <a:lnTo>
                    <a:pt x="1" y="11897"/>
                  </a:lnTo>
                  <a:lnTo>
                    <a:pt x="11534" y="14129"/>
                  </a:lnTo>
                  <a:lnTo>
                    <a:pt x="11534" y="2219"/>
                  </a:lnTo>
                  <a:close/>
                </a:path>
              </a:pathLst>
            </a:custGeom>
            <a:solidFill>
              <a:srgbClr val="304F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746800" y="4033950"/>
              <a:ext cx="289025" cy="353225"/>
            </a:xfrm>
            <a:custGeom>
              <a:avLst/>
              <a:gdLst/>
              <a:ahLst/>
              <a:cxnLst/>
              <a:rect l="l" t="t" r="r" b="b"/>
              <a:pathLst>
                <a:path w="11561" h="14129" extrusionOk="0">
                  <a:moveTo>
                    <a:pt x="0" y="2219"/>
                  </a:moveTo>
                  <a:lnTo>
                    <a:pt x="0" y="14129"/>
                  </a:lnTo>
                  <a:lnTo>
                    <a:pt x="11560" y="11897"/>
                  </a:lnTo>
                  <a:lnTo>
                    <a:pt x="11560" y="1"/>
                  </a:lnTo>
                  <a:close/>
                </a:path>
              </a:pathLst>
            </a:custGeom>
            <a:solidFill>
              <a:srgbClr val="304F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1746800" y="4411350"/>
              <a:ext cx="4375" cy="28250"/>
            </a:xfrm>
            <a:custGeom>
              <a:avLst/>
              <a:gdLst/>
              <a:ahLst/>
              <a:cxnLst/>
              <a:rect l="l" t="t" r="r" b="b"/>
              <a:pathLst>
                <a:path w="175" h="1130" extrusionOk="0">
                  <a:moveTo>
                    <a:pt x="0" y="0"/>
                  </a:moveTo>
                  <a:lnTo>
                    <a:pt x="0" y="1130"/>
                  </a:lnTo>
                  <a:lnTo>
                    <a:pt x="175" y="1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A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1913800" y="4343800"/>
              <a:ext cx="75975" cy="66575"/>
            </a:xfrm>
            <a:custGeom>
              <a:avLst/>
              <a:gdLst/>
              <a:ahLst/>
              <a:cxnLst/>
              <a:rect l="l" t="t" r="r" b="b"/>
              <a:pathLst>
                <a:path w="3039" h="2663" extrusionOk="0">
                  <a:moveTo>
                    <a:pt x="2515" y="1"/>
                  </a:moveTo>
                  <a:lnTo>
                    <a:pt x="1" y="1183"/>
                  </a:lnTo>
                  <a:lnTo>
                    <a:pt x="28" y="2662"/>
                  </a:lnTo>
                  <a:lnTo>
                    <a:pt x="3039" y="2124"/>
                  </a:lnTo>
                  <a:cubicBezTo>
                    <a:pt x="2837" y="1385"/>
                    <a:pt x="2662" y="673"/>
                    <a:pt x="2515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815000" y="4377075"/>
              <a:ext cx="88750" cy="50775"/>
            </a:xfrm>
            <a:custGeom>
              <a:avLst/>
              <a:gdLst/>
              <a:ahLst/>
              <a:cxnLst/>
              <a:rect l="l" t="t" r="r" b="b"/>
              <a:pathLst>
                <a:path w="3550" h="2031" extrusionOk="0">
                  <a:moveTo>
                    <a:pt x="3509" y="0"/>
                  </a:moveTo>
                  <a:lnTo>
                    <a:pt x="1" y="968"/>
                  </a:lnTo>
                  <a:lnTo>
                    <a:pt x="1" y="2030"/>
                  </a:lnTo>
                  <a:lnTo>
                    <a:pt x="3550" y="1398"/>
                  </a:lnTo>
                  <a:lnTo>
                    <a:pt x="35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987750" y="4316290"/>
              <a:ext cx="47725" cy="77650"/>
            </a:xfrm>
            <a:custGeom>
              <a:avLst/>
              <a:gdLst/>
              <a:ahLst/>
              <a:cxnLst/>
              <a:rect l="l" t="t" r="r" b="b"/>
              <a:pathLst>
                <a:path w="1909" h="3106" extrusionOk="0">
                  <a:moveTo>
                    <a:pt x="1909" y="0"/>
                  </a:moveTo>
                  <a:lnTo>
                    <a:pt x="0" y="887"/>
                  </a:lnTo>
                  <a:cubicBezTo>
                    <a:pt x="148" y="1600"/>
                    <a:pt x="336" y="2339"/>
                    <a:pt x="538" y="3105"/>
                  </a:cubicBezTo>
                  <a:lnTo>
                    <a:pt x="1909" y="2877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1964960" y="4174417"/>
              <a:ext cx="69582" cy="80008"/>
            </a:xfrm>
            <a:custGeom>
              <a:avLst/>
              <a:gdLst/>
              <a:ahLst/>
              <a:cxnLst/>
              <a:rect l="l" t="t" r="r" b="b"/>
              <a:pathLst>
                <a:path w="2770" h="3200" extrusionOk="0">
                  <a:moveTo>
                    <a:pt x="2770" y="1"/>
                  </a:moveTo>
                  <a:lnTo>
                    <a:pt x="1" y="807"/>
                  </a:lnTo>
                  <a:cubicBezTo>
                    <a:pt x="55" y="1547"/>
                    <a:pt x="122" y="2340"/>
                    <a:pt x="229" y="3200"/>
                  </a:cubicBezTo>
                  <a:lnTo>
                    <a:pt x="2770" y="1829"/>
                  </a:lnTo>
                  <a:lnTo>
                    <a:pt x="277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1972990" y="4232225"/>
              <a:ext cx="61850" cy="96475"/>
            </a:xfrm>
            <a:custGeom>
              <a:avLst/>
              <a:gdLst/>
              <a:ahLst/>
              <a:cxnLst/>
              <a:rect l="l" t="t" r="r" b="b"/>
              <a:pathLst>
                <a:path w="2474" h="3859" extrusionOk="0">
                  <a:moveTo>
                    <a:pt x="2474" y="1"/>
                  </a:moveTo>
                  <a:lnTo>
                    <a:pt x="1" y="1318"/>
                  </a:lnTo>
                  <a:cubicBezTo>
                    <a:pt x="122" y="2111"/>
                    <a:pt x="269" y="2971"/>
                    <a:pt x="458" y="3859"/>
                  </a:cubicBezTo>
                  <a:lnTo>
                    <a:pt x="2474" y="2931"/>
                  </a:lnTo>
                  <a:lnTo>
                    <a:pt x="2474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1815000" y="4147550"/>
              <a:ext cx="84725" cy="80325"/>
            </a:xfrm>
            <a:custGeom>
              <a:avLst/>
              <a:gdLst/>
              <a:ahLst/>
              <a:cxnLst/>
              <a:rect l="l" t="t" r="r" b="b"/>
              <a:pathLst>
                <a:path w="3389" h="3213" extrusionOk="0">
                  <a:moveTo>
                    <a:pt x="3335" y="0"/>
                  </a:moveTo>
                  <a:lnTo>
                    <a:pt x="1695" y="296"/>
                  </a:lnTo>
                  <a:cubicBezTo>
                    <a:pt x="1600" y="1183"/>
                    <a:pt x="888" y="2003"/>
                    <a:pt x="1" y="2272"/>
                  </a:cubicBezTo>
                  <a:lnTo>
                    <a:pt x="1" y="3213"/>
                  </a:lnTo>
                  <a:lnTo>
                    <a:pt x="3388" y="2245"/>
                  </a:lnTo>
                  <a:lnTo>
                    <a:pt x="3335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1746800" y="4355900"/>
              <a:ext cx="57150" cy="83025"/>
            </a:xfrm>
            <a:custGeom>
              <a:avLst/>
              <a:gdLst/>
              <a:ahLst/>
              <a:cxnLst/>
              <a:rect l="l" t="t" r="r" b="b"/>
              <a:pathLst>
                <a:path w="2286" h="3321" extrusionOk="0">
                  <a:moveTo>
                    <a:pt x="2285" y="0"/>
                  </a:moveTo>
                  <a:lnTo>
                    <a:pt x="0" y="1237"/>
                  </a:lnTo>
                  <a:lnTo>
                    <a:pt x="0" y="2218"/>
                  </a:lnTo>
                  <a:lnTo>
                    <a:pt x="175" y="3321"/>
                  </a:lnTo>
                  <a:lnTo>
                    <a:pt x="2285" y="2944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1815004" y="4259484"/>
              <a:ext cx="86075" cy="80011"/>
            </a:xfrm>
            <a:custGeom>
              <a:avLst/>
              <a:gdLst/>
              <a:ahLst/>
              <a:cxnLst/>
              <a:rect l="l" t="t" r="r" b="b"/>
              <a:pathLst>
                <a:path w="3443" h="3146" extrusionOk="0">
                  <a:moveTo>
                    <a:pt x="3429" y="0"/>
                  </a:moveTo>
                  <a:lnTo>
                    <a:pt x="1" y="1345"/>
                  </a:lnTo>
                  <a:lnTo>
                    <a:pt x="1" y="3146"/>
                  </a:lnTo>
                  <a:lnTo>
                    <a:pt x="3442" y="1304"/>
                  </a:lnTo>
                  <a:lnTo>
                    <a:pt x="3429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1746800" y="4074275"/>
              <a:ext cx="57150" cy="84050"/>
            </a:xfrm>
            <a:custGeom>
              <a:avLst/>
              <a:gdLst/>
              <a:ahLst/>
              <a:cxnLst/>
              <a:rect l="l" t="t" r="r" b="b"/>
              <a:pathLst>
                <a:path w="2286" h="3362" extrusionOk="0">
                  <a:moveTo>
                    <a:pt x="2285" y="1"/>
                  </a:moveTo>
                  <a:lnTo>
                    <a:pt x="0" y="404"/>
                  </a:lnTo>
                  <a:lnTo>
                    <a:pt x="0" y="3227"/>
                  </a:lnTo>
                  <a:lnTo>
                    <a:pt x="605" y="3361"/>
                  </a:lnTo>
                  <a:cubicBezTo>
                    <a:pt x="739" y="2501"/>
                    <a:pt x="1438" y="1708"/>
                    <a:pt x="2285" y="1453"/>
                  </a:cubicBezTo>
                  <a:lnTo>
                    <a:pt x="2285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1815000" y="4058150"/>
              <a:ext cx="83375" cy="85725"/>
            </a:xfrm>
            <a:custGeom>
              <a:avLst/>
              <a:gdLst/>
              <a:ahLst/>
              <a:cxnLst/>
              <a:rect l="l" t="t" r="r" b="b"/>
              <a:pathLst>
                <a:path w="3335" h="3429" extrusionOk="0">
                  <a:moveTo>
                    <a:pt x="3281" y="1"/>
                  </a:moveTo>
                  <a:lnTo>
                    <a:pt x="1" y="579"/>
                  </a:lnTo>
                  <a:lnTo>
                    <a:pt x="1" y="2030"/>
                  </a:lnTo>
                  <a:cubicBezTo>
                    <a:pt x="31" y="2029"/>
                    <a:pt x="60" y="2028"/>
                    <a:pt x="90" y="2028"/>
                  </a:cubicBezTo>
                  <a:cubicBezTo>
                    <a:pt x="935" y="2028"/>
                    <a:pt x="1604" y="2584"/>
                    <a:pt x="1695" y="3428"/>
                  </a:cubicBezTo>
                  <a:lnTo>
                    <a:pt x="3335" y="3146"/>
                  </a:lnTo>
                  <a:lnTo>
                    <a:pt x="328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1963915" y="4033950"/>
              <a:ext cx="70925" cy="91100"/>
            </a:xfrm>
            <a:custGeom>
              <a:avLst/>
              <a:gdLst/>
              <a:ahLst/>
              <a:cxnLst/>
              <a:rect l="l" t="t" r="r" b="b"/>
              <a:pathLst>
                <a:path w="2837" h="3644" extrusionOk="0">
                  <a:moveTo>
                    <a:pt x="2837" y="1"/>
                  </a:moveTo>
                  <a:lnTo>
                    <a:pt x="323" y="431"/>
                  </a:lnTo>
                  <a:cubicBezTo>
                    <a:pt x="202" y="982"/>
                    <a:pt x="28" y="2058"/>
                    <a:pt x="1" y="3644"/>
                  </a:cubicBezTo>
                  <a:lnTo>
                    <a:pt x="2837" y="3133"/>
                  </a:lnTo>
                  <a:lnTo>
                    <a:pt x="283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1907115" y="4047035"/>
              <a:ext cx="53475" cy="87725"/>
            </a:xfrm>
            <a:custGeom>
              <a:avLst/>
              <a:gdLst/>
              <a:ahLst/>
              <a:cxnLst/>
              <a:rect l="l" t="t" r="r" b="b"/>
              <a:pathLst>
                <a:path w="2139" h="3509" extrusionOk="0">
                  <a:moveTo>
                    <a:pt x="2138" y="0"/>
                  </a:moveTo>
                  <a:lnTo>
                    <a:pt x="1" y="377"/>
                  </a:lnTo>
                  <a:lnTo>
                    <a:pt x="68" y="3509"/>
                  </a:lnTo>
                  <a:lnTo>
                    <a:pt x="1816" y="3213"/>
                  </a:lnTo>
                  <a:cubicBezTo>
                    <a:pt x="1842" y="1681"/>
                    <a:pt x="2017" y="605"/>
                    <a:pt x="2138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1815000" y="4213440"/>
              <a:ext cx="85725" cy="68925"/>
            </a:xfrm>
            <a:custGeom>
              <a:avLst/>
              <a:gdLst/>
              <a:ahLst/>
              <a:cxnLst/>
              <a:rect l="l" t="t" r="r" b="b"/>
              <a:pathLst>
                <a:path w="3429" h="2757" extrusionOk="0">
                  <a:moveTo>
                    <a:pt x="3388" y="1"/>
                  </a:moveTo>
                  <a:lnTo>
                    <a:pt x="1" y="996"/>
                  </a:lnTo>
                  <a:lnTo>
                    <a:pt x="1" y="2757"/>
                  </a:lnTo>
                  <a:lnTo>
                    <a:pt x="3429" y="1399"/>
                  </a:lnTo>
                  <a:lnTo>
                    <a:pt x="338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1909450" y="4137475"/>
              <a:ext cx="45050" cy="62850"/>
            </a:xfrm>
            <a:custGeom>
              <a:avLst/>
              <a:gdLst/>
              <a:ahLst/>
              <a:cxnLst/>
              <a:rect l="l" t="t" r="r" b="b"/>
              <a:pathLst>
                <a:path w="1802" h="2514" extrusionOk="0">
                  <a:moveTo>
                    <a:pt x="1748" y="0"/>
                  </a:moveTo>
                  <a:lnTo>
                    <a:pt x="0" y="323"/>
                  </a:lnTo>
                  <a:lnTo>
                    <a:pt x="40" y="2514"/>
                  </a:lnTo>
                  <a:lnTo>
                    <a:pt x="1801" y="2003"/>
                  </a:lnTo>
                  <a:cubicBezTo>
                    <a:pt x="1748" y="1250"/>
                    <a:pt x="1734" y="592"/>
                    <a:pt x="1748" y="0"/>
                  </a:cubicBezTo>
                  <a:close/>
                </a:path>
              </a:pathLst>
            </a:custGeom>
            <a:solidFill>
              <a:srgbClr val="DF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1910775" y="4197950"/>
              <a:ext cx="47075" cy="47075"/>
            </a:xfrm>
            <a:custGeom>
              <a:avLst/>
              <a:gdLst/>
              <a:ahLst/>
              <a:cxnLst/>
              <a:rect l="l" t="t" r="r" b="b"/>
              <a:pathLst>
                <a:path w="1883" h="1883" extrusionOk="0">
                  <a:moveTo>
                    <a:pt x="1775" y="1"/>
                  </a:moveTo>
                  <a:lnTo>
                    <a:pt x="1" y="525"/>
                  </a:lnTo>
                  <a:lnTo>
                    <a:pt x="28" y="1883"/>
                  </a:lnTo>
                  <a:lnTo>
                    <a:pt x="1883" y="1143"/>
                  </a:lnTo>
                  <a:cubicBezTo>
                    <a:pt x="1829" y="740"/>
                    <a:pt x="1802" y="364"/>
                    <a:pt x="177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1815000" y="4303800"/>
              <a:ext cx="87750" cy="86750"/>
            </a:xfrm>
            <a:custGeom>
              <a:avLst/>
              <a:gdLst/>
              <a:ahLst/>
              <a:cxnLst/>
              <a:rect l="l" t="t" r="r" b="b"/>
              <a:pathLst>
                <a:path w="3510" h="3470" extrusionOk="0">
                  <a:moveTo>
                    <a:pt x="3456" y="1"/>
                  </a:moveTo>
                  <a:lnTo>
                    <a:pt x="1" y="1869"/>
                  </a:lnTo>
                  <a:lnTo>
                    <a:pt x="1" y="3469"/>
                  </a:lnTo>
                  <a:lnTo>
                    <a:pt x="3509" y="2488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DF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1772000" y="4119800"/>
              <a:ext cx="74950" cy="75325"/>
            </a:xfrm>
            <a:custGeom>
              <a:avLst/>
              <a:gdLst/>
              <a:ahLst/>
              <a:cxnLst/>
              <a:rect l="l" t="t" r="r" b="b"/>
              <a:pathLst>
                <a:path w="2998" h="3013" extrusionOk="0">
                  <a:moveTo>
                    <a:pt x="1754" y="1"/>
                  </a:moveTo>
                  <a:cubicBezTo>
                    <a:pt x="1673" y="1"/>
                    <a:pt x="1590" y="8"/>
                    <a:pt x="1506" y="22"/>
                  </a:cubicBezTo>
                  <a:cubicBezTo>
                    <a:pt x="672" y="169"/>
                    <a:pt x="0" y="949"/>
                    <a:pt x="0" y="1769"/>
                  </a:cubicBezTo>
                  <a:cubicBezTo>
                    <a:pt x="0" y="2504"/>
                    <a:pt x="541" y="3013"/>
                    <a:pt x="1254" y="3013"/>
                  </a:cubicBezTo>
                  <a:cubicBezTo>
                    <a:pt x="1336" y="3013"/>
                    <a:pt x="1420" y="3006"/>
                    <a:pt x="1506" y="2992"/>
                  </a:cubicBezTo>
                  <a:cubicBezTo>
                    <a:pt x="2326" y="2844"/>
                    <a:pt x="2998" y="2078"/>
                    <a:pt x="2998" y="1245"/>
                  </a:cubicBezTo>
                  <a:cubicBezTo>
                    <a:pt x="2998" y="509"/>
                    <a:pt x="2457" y="1"/>
                    <a:pt x="175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1747450" y="4167025"/>
              <a:ext cx="56500" cy="80700"/>
            </a:xfrm>
            <a:custGeom>
              <a:avLst/>
              <a:gdLst/>
              <a:ahLst/>
              <a:cxnLst/>
              <a:rect l="l" t="t" r="r" b="b"/>
              <a:pathLst>
                <a:path w="2260" h="3228" extrusionOk="0">
                  <a:moveTo>
                    <a:pt x="1" y="1"/>
                  </a:moveTo>
                  <a:lnTo>
                    <a:pt x="1" y="3227"/>
                  </a:lnTo>
                  <a:lnTo>
                    <a:pt x="2259" y="2555"/>
                  </a:lnTo>
                  <a:lnTo>
                    <a:pt x="2259" y="1560"/>
                  </a:lnTo>
                  <a:cubicBezTo>
                    <a:pt x="2222" y="1562"/>
                    <a:pt x="2185" y="1564"/>
                    <a:pt x="2149" y="1564"/>
                  </a:cubicBezTo>
                  <a:cubicBezTo>
                    <a:pt x="1300" y="1564"/>
                    <a:pt x="630" y="972"/>
                    <a:pt x="566" y="12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1962956" y="4123350"/>
              <a:ext cx="71250" cy="60850"/>
            </a:xfrm>
            <a:custGeom>
              <a:avLst/>
              <a:gdLst/>
              <a:ahLst/>
              <a:cxnLst/>
              <a:rect l="l" t="t" r="r" b="b"/>
              <a:pathLst>
                <a:path w="2850" h="2434" extrusionOk="0">
                  <a:moveTo>
                    <a:pt x="2850" y="0"/>
                  </a:moveTo>
                  <a:lnTo>
                    <a:pt x="0" y="498"/>
                  </a:lnTo>
                  <a:cubicBezTo>
                    <a:pt x="0" y="1076"/>
                    <a:pt x="14" y="1735"/>
                    <a:pt x="41" y="2434"/>
                  </a:cubicBezTo>
                  <a:lnTo>
                    <a:pt x="2850" y="1627"/>
                  </a:lnTo>
                  <a:lnTo>
                    <a:pt x="2850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1911450" y="4237275"/>
              <a:ext cx="50100" cy="49425"/>
            </a:xfrm>
            <a:custGeom>
              <a:avLst/>
              <a:gdLst/>
              <a:ahLst/>
              <a:cxnLst/>
              <a:rect l="l" t="t" r="r" b="b"/>
              <a:pathLst>
                <a:path w="2004" h="1977" extrusionOk="0">
                  <a:moveTo>
                    <a:pt x="1883" y="0"/>
                  </a:moveTo>
                  <a:lnTo>
                    <a:pt x="1" y="740"/>
                  </a:lnTo>
                  <a:lnTo>
                    <a:pt x="28" y="1976"/>
                  </a:lnTo>
                  <a:lnTo>
                    <a:pt x="2004" y="914"/>
                  </a:lnTo>
                  <a:cubicBezTo>
                    <a:pt x="1977" y="605"/>
                    <a:pt x="1923" y="296"/>
                    <a:pt x="188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1911718" y="4270593"/>
              <a:ext cx="62525" cy="91104"/>
            </a:xfrm>
            <a:custGeom>
              <a:avLst/>
              <a:gdLst/>
              <a:ahLst/>
              <a:cxnLst/>
              <a:rect l="l" t="t" r="r" b="b"/>
              <a:pathLst>
                <a:path w="2501" h="3630" extrusionOk="0">
                  <a:moveTo>
                    <a:pt x="2043" y="0"/>
                  </a:moveTo>
                  <a:lnTo>
                    <a:pt x="0" y="1075"/>
                  </a:lnTo>
                  <a:lnTo>
                    <a:pt x="54" y="3629"/>
                  </a:lnTo>
                  <a:lnTo>
                    <a:pt x="2500" y="2500"/>
                  </a:lnTo>
                  <a:cubicBezTo>
                    <a:pt x="2312" y="1613"/>
                    <a:pt x="2164" y="766"/>
                    <a:pt x="204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1746800" y="4241650"/>
              <a:ext cx="57150" cy="133775"/>
            </a:xfrm>
            <a:custGeom>
              <a:avLst/>
              <a:gdLst/>
              <a:ahLst/>
              <a:cxnLst/>
              <a:rect l="l" t="t" r="r" b="b"/>
              <a:pathLst>
                <a:path w="2286" h="5351" extrusionOk="0">
                  <a:moveTo>
                    <a:pt x="2285" y="0"/>
                  </a:moveTo>
                  <a:lnTo>
                    <a:pt x="0" y="659"/>
                  </a:lnTo>
                  <a:lnTo>
                    <a:pt x="0" y="5350"/>
                  </a:lnTo>
                  <a:lnTo>
                    <a:pt x="2285" y="4127"/>
                  </a:lnTo>
                  <a:lnTo>
                    <a:pt x="22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1746450" y="4044725"/>
              <a:ext cx="288375" cy="384800"/>
            </a:xfrm>
            <a:custGeom>
              <a:avLst/>
              <a:gdLst/>
              <a:ahLst/>
              <a:cxnLst/>
              <a:rect l="l" t="t" r="r" b="b"/>
              <a:pathLst>
                <a:path w="11535" h="15392" extrusionOk="0">
                  <a:moveTo>
                    <a:pt x="2791" y="3001"/>
                  </a:moveTo>
                  <a:cubicBezTo>
                    <a:pt x="3487" y="3001"/>
                    <a:pt x="4020" y="3518"/>
                    <a:pt x="4020" y="4248"/>
                  </a:cubicBezTo>
                  <a:cubicBezTo>
                    <a:pt x="4020" y="5081"/>
                    <a:pt x="3348" y="5847"/>
                    <a:pt x="2528" y="5995"/>
                  </a:cubicBezTo>
                  <a:cubicBezTo>
                    <a:pt x="2432" y="6014"/>
                    <a:pt x="2338" y="6023"/>
                    <a:pt x="2246" y="6023"/>
                  </a:cubicBezTo>
                  <a:cubicBezTo>
                    <a:pt x="1548" y="6023"/>
                    <a:pt x="1022" y="5497"/>
                    <a:pt x="1022" y="4772"/>
                  </a:cubicBezTo>
                  <a:cubicBezTo>
                    <a:pt x="1022" y="3952"/>
                    <a:pt x="1694" y="3172"/>
                    <a:pt x="2528" y="3025"/>
                  </a:cubicBezTo>
                  <a:cubicBezTo>
                    <a:pt x="2618" y="3008"/>
                    <a:pt x="2706" y="3001"/>
                    <a:pt x="2791" y="3001"/>
                  </a:cubicBezTo>
                  <a:close/>
                  <a:moveTo>
                    <a:pt x="8268" y="3737"/>
                  </a:moveTo>
                  <a:cubicBezTo>
                    <a:pt x="8268" y="4302"/>
                    <a:pt x="8281" y="4974"/>
                    <a:pt x="8321" y="5713"/>
                  </a:cubicBezTo>
                  <a:lnTo>
                    <a:pt x="6560" y="6224"/>
                  </a:lnTo>
                  <a:lnTo>
                    <a:pt x="6520" y="4033"/>
                  </a:lnTo>
                  <a:lnTo>
                    <a:pt x="8268" y="3737"/>
                  </a:lnTo>
                  <a:close/>
                  <a:moveTo>
                    <a:pt x="6077" y="4100"/>
                  </a:moveTo>
                  <a:lnTo>
                    <a:pt x="6130" y="6331"/>
                  </a:lnTo>
                  <a:lnTo>
                    <a:pt x="2743" y="7313"/>
                  </a:lnTo>
                  <a:lnTo>
                    <a:pt x="2743" y="6385"/>
                  </a:lnTo>
                  <a:cubicBezTo>
                    <a:pt x="3630" y="6130"/>
                    <a:pt x="4342" y="5296"/>
                    <a:pt x="4437" y="4409"/>
                  </a:cubicBezTo>
                  <a:lnTo>
                    <a:pt x="6077" y="4100"/>
                  </a:lnTo>
                  <a:close/>
                  <a:moveTo>
                    <a:pt x="8348" y="6116"/>
                  </a:moveTo>
                  <a:cubicBezTo>
                    <a:pt x="8389" y="6493"/>
                    <a:pt x="8415" y="6856"/>
                    <a:pt x="8456" y="7259"/>
                  </a:cubicBezTo>
                  <a:lnTo>
                    <a:pt x="6601" y="7998"/>
                  </a:lnTo>
                  <a:lnTo>
                    <a:pt x="6574" y="6640"/>
                  </a:lnTo>
                  <a:lnTo>
                    <a:pt x="8348" y="6116"/>
                  </a:lnTo>
                  <a:close/>
                  <a:moveTo>
                    <a:pt x="6130" y="6761"/>
                  </a:moveTo>
                  <a:lnTo>
                    <a:pt x="6171" y="8173"/>
                  </a:lnTo>
                  <a:lnTo>
                    <a:pt x="2743" y="9517"/>
                  </a:lnTo>
                  <a:lnTo>
                    <a:pt x="2743" y="7743"/>
                  </a:lnTo>
                  <a:lnTo>
                    <a:pt x="6130" y="6761"/>
                  </a:lnTo>
                  <a:close/>
                  <a:moveTo>
                    <a:pt x="8483" y="7702"/>
                  </a:moveTo>
                  <a:cubicBezTo>
                    <a:pt x="8523" y="7998"/>
                    <a:pt x="8550" y="8307"/>
                    <a:pt x="8604" y="8616"/>
                  </a:cubicBezTo>
                  <a:lnTo>
                    <a:pt x="6614" y="9678"/>
                  </a:lnTo>
                  <a:lnTo>
                    <a:pt x="6601" y="8442"/>
                  </a:lnTo>
                  <a:lnTo>
                    <a:pt x="8483" y="7702"/>
                  </a:lnTo>
                  <a:close/>
                  <a:moveTo>
                    <a:pt x="6157" y="8603"/>
                  </a:moveTo>
                  <a:lnTo>
                    <a:pt x="6184" y="9920"/>
                  </a:lnTo>
                  <a:lnTo>
                    <a:pt x="2729" y="11762"/>
                  </a:lnTo>
                  <a:lnTo>
                    <a:pt x="2729" y="9961"/>
                  </a:lnTo>
                  <a:lnTo>
                    <a:pt x="6157" y="8603"/>
                  </a:lnTo>
                  <a:close/>
                  <a:moveTo>
                    <a:pt x="8657" y="9047"/>
                  </a:moveTo>
                  <a:cubicBezTo>
                    <a:pt x="8792" y="9826"/>
                    <a:pt x="8940" y="10673"/>
                    <a:pt x="9128" y="11560"/>
                  </a:cubicBezTo>
                  <a:lnTo>
                    <a:pt x="6668" y="12689"/>
                  </a:lnTo>
                  <a:lnTo>
                    <a:pt x="6614" y="10135"/>
                  </a:lnTo>
                  <a:lnTo>
                    <a:pt x="8657" y="9047"/>
                  </a:lnTo>
                  <a:close/>
                  <a:moveTo>
                    <a:pt x="6198" y="10391"/>
                  </a:moveTo>
                  <a:lnTo>
                    <a:pt x="6251" y="12878"/>
                  </a:lnTo>
                  <a:lnTo>
                    <a:pt x="2743" y="13832"/>
                  </a:lnTo>
                  <a:lnTo>
                    <a:pt x="2743" y="12232"/>
                  </a:lnTo>
                  <a:lnTo>
                    <a:pt x="6198" y="10391"/>
                  </a:lnTo>
                  <a:close/>
                  <a:moveTo>
                    <a:pt x="9047" y="0"/>
                  </a:moveTo>
                  <a:lnTo>
                    <a:pt x="8590" y="81"/>
                  </a:lnTo>
                  <a:cubicBezTo>
                    <a:pt x="8469" y="686"/>
                    <a:pt x="8308" y="1748"/>
                    <a:pt x="8268" y="3293"/>
                  </a:cubicBezTo>
                  <a:lnTo>
                    <a:pt x="6507" y="3603"/>
                  </a:lnTo>
                  <a:lnTo>
                    <a:pt x="6439" y="457"/>
                  </a:lnTo>
                  <a:lnTo>
                    <a:pt x="5996" y="538"/>
                  </a:lnTo>
                  <a:lnTo>
                    <a:pt x="6063" y="3683"/>
                  </a:lnTo>
                  <a:lnTo>
                    <a:pt x="4423" y="3965"/>
                  </a:lnTo>
                  <a:cubicBezTo>
                    <a:pt x="4319" y="3121"/>
                    <a:pt x="3663" y="2565"/>
                    <a:pt x="2818" y="2565"/>
                  </a:cubicBezTo>
                  <a:cubicBezTo>
                    <a:pt x="2789" y="2565"/>
                    <a:pt x="2759" y="2566"/>
                    <a:pt x="2729" y="2567"/>
                  </a:cubicBezTo>
                  <a:lnTo>
                    <a:pt x="2729" y="1116"/>
                  </a:lnTo>
                  <a:lnTo>
                    <a:pt x="2286" y="1196"/>
                  </a:lnTo>
                  <a:lnTo>
                    <a:pt x="2286" y="2662"/>
                  </a:lnTo>
                  <a:cubicBezTo>
                    <a:pt x="1426" y="2904"/>
                    <a:pt x="740" y="3683"/>
                    <a:pt x="606" y="4557"/>
                  </a:cubicBezTo>
                  <a:lnTo>
                    <a:pt x="14" y="4422"/>
                  </a:lnTo>
                  <a:lnTo>
                    <a:pt x="14" y="4893"/>
                  </a:lnTo>
                  <a:lnTo>
                    <a:pt x="592" y="5014"/>
                  </a:lnTo>
                  <a:cubicBezTo>
                    <a:pt x="656" y="5869"/>
                    <a:pt x="1313" y="6457"/>
                    <a:pt x="2150" y="6457"/>
                  </a:cubicBezTo>
                  <a:cubicBezTo>
                    <a:pt x="2195" y="6457"/>
                    <a:pt x="2240" y="6456"/>
                    <a:pt x="2286" y="6452"/>
                  </a:cubicBezTo>
                  <a:lnTo>
                    <a:pt x="2286" y="7447"/>
                  </a:lnTo>
                  <a:lnTo>
                    <a:pt x="1" y="8106"/>
                  </a:lnTo>
                  <a:lnTo>
                    <a:pt x="1" y="8536"/>
                  </a:lnTo>
                  <a:lnTo>
                    <a:pt x="2286" y="7877"/>
                  </a:lnTo>
                  <a:lnTo>
                    <a:pt x="2286" y="12004"/>
                  </a:lnTo>
                  <a:lnTo>
                    <a:pt x="1" y="13227"/>
                  </a:lnTo>
                  <a:lnTo>
                    <a:pt x="1" y="13684"/>
                  </a:lnTo>
                  <a:lnTo>
                    <a:pt x="2286" y="12447"/>
                  </a:lnTo>
                  <a:lnTo>
                    <a:pt x="2286" y="15391"/>
                  </a:lnTo>
                  <a:lnTo>
                    <a:pt x="2729" y="15311"/>
                  </a:lnTo>
                  <a:lnTo>
                    <a:pt x="2729" y="14249"/>
                  </a:lnTo>
                  <a:lnTo>
                    <a:pt x="6238" y="13281"/>
                  </a:lnTo>
                  <a:lnTo>
                    <a:pt x="6265" y="14692"/>
                  </a:lnTo>
                  <a:lnTo>
                    <a:pt x="6708" y="14598"/>
                  </a:lnTo>
                  <a:lnTo>
                    <a:pt x="6668" y="13120"/>
                  </a:lnTo>
                  <a:lnTo>
                    <a:pt x="9195" y="11964"/>
                  </a:lnTo>
                  <a:cubicBezTo>
                    <a:pt x="9343" y="12636"/>
                    <a:pt x="9518" y="13348"/>
                    <a:pt x="9719" y="14087"/>
                  </a:cubicBezTo>
                  <a:lnTo>
                    <a:pt x="10163" y="13993"/>
                  </a:lnTo>
                  <a:cubicBezTo>
                    <a:pt x="9961" y="13227"/>
                    <a:pt x="9787" y="12488"/>
                    <a:pt x="9612" y="11762"/>
                  </a:cubicBezTo>
                  <a:lnTo>
                    <a:pt x="11534" y="10875"/>
                  </a:lnTo>
                  <a:lnTo>
                    <a:pt x="11534" y="10418"/>
                  </a:lnTo>
                  <a:lnTo>
                    <a:pt x="9518" y="11345"/>
                  </a:lnTo>
                  <a:cubicBezTo>
                    <a:pt x="9330" y="10458"/>
                    <a:pt x="9182" y="9598"/>
                    <a:pt x="9061" y="8805"/>
                  </a:cubicBezTo>
                  <a:lnTo>
                    <a:pt x="11534" y="7474"/>
                  </a:lnTo>
                  <a:lnTo>
                    <a:pt x="11534" y="7030"/>
                  </a:lnTo>
                  <a:lnTo>
                    <a:pt x="8993" y="8388"/>
                  </a:lnTo>
                  <a:cubicBezTo>
                    <a:pt x="8872" y="7528"/>
                    <a:pt x="8792" y="6735"/>
                    <a:pt x="8738" y="5995"/>
                  </a:cubicBezTo>
                  <a:lnTo>
                    <a:pt x="11507" y="5189"/>
                  </a:lnTo>
                  <a:lnTo>
                    <a:pt x="11507" y="4759"/>
                  </a:lnTo>
                  <a:lnTo>
                    <a:pt x="8711" y="5565"/>
                  </a:lnTo>
                  <a:cubicBezTo>
                    <a:pt x="8671" y="4853"/>
                    <a:pt x="8657" y="4221"/>
                    <a:pt x="8657" y="3629"/>
                  </a:cubicBezTo>
                  <a:lnTo>
                    <a:pt x="11507" y="3132"/>
                  </a:lnTo>
                  <a:lnTo>
                    <a:pt x="11507" y="2688"/>
                  </a:lnTo>
                  <a:lnTo>
                    <a:pt x="8671" y="3199"/>
                  </a:lnTo>
                  <a:cubicBezTo>
                    <a:pt x="8752" y="1627"/>
                    <a:pt x="8926" y="551"/>
                    <a:pt x="9047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1689325" y="4389500"/>
              <a:ext cx="50775" cy="48750"/>
            </a:xfrm>
            <a:custGeom>
              <a:avLst/>
              <a:gdLst/>
              <a:ahLst/>
              <a:cxnLst/>
              <a:rect l="l" t="t" r="r" b="b"/>
              <a:pathLst>
                <a:path w="2031" h="1950" extrusionOk="0">
                  <a:moveTo>
                    <a:pt x="1748" y="1"/>
                  </a:moveTo>
                  <a:lnTo>
                    <a:pt x="1" y="377"/>
                  </a:lnTo>
                  <a:lnTo>
                    <a:pt x="350" y="1654"/>
                  </a:lnTo>
                  <a:lnTo>
                    <a:pt x="2030" y="1950"/>
                  </a:lnTo>
                  <a:lnTo>
                    <a:pt x="174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1698725" y="4075975"/>
              <a:ext cx="48100" cy="79325"/>
            </a:xfrm>
            <a:custGeom>
              <a:avLst/>
              <a:gdLst/>
              <a:ahLst/>
              <a:cxnLst/>
              <a:rect l="l" t="t" r="r" b="b"/>
              <a:pathLst>
                <a:path w="1924" h="3173" extrusionOk="0">
                  <a:moveTo>
                    <a:pt x="1" y="0"/>
                  </a:moveTo>
                  <a:lnTo>
                    <a:pt x="310" y="2245"/>
                  </a:lnTo>
                  <a:lnTo>
                    <a:pt x="1923" y="3172"/>
                  </a:lnTo>
                  <a:lnTo>
                    <a:pt x="1923" y="3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1607000" y="4061525"/>
              <a:ext cx="83350" cy="30250"/>
            </a:xfrm>
            <a:custGeom>
              <a:avLst/>
              <a:gdLst/>
              <a:ahLst/>
              <a:cxnLst/>
              <a:rect l="l" t="t" r="r" b="b"/>
              <a:pathLst>
                <a:path w="3334" h="1210" extrusionOk="0">
                  <a:moveTo>
                    <a:pt x="484" y="0"/>
                  </a:moveTo>
                  <a:cubicBezTo>
                    <a:pt x="350" y="215"/>
                    <a:pt x="188" y="511"/>
                    <a:pt x="0" y="820"/>
                  </a:cubicBezTo>
                  <a:lnTo>
                    <a:pt x="3334" y="1210"/>
                  </a:lnTo>
                  <a:lnTo>
                    <a:pt x="3226" y="484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1640250" y="4400925"/>
              <a:ext cx="46075" cy="27925"/>
            </a:xfrm>
            <a:custGeom>
              <a:avLst/>
              <a:gdLst/>
              <a:ahLst/>
              <a:cxnLst/>
              <a:rect l="l" t="t" r="r" b="b"/>
              <a:pathLst>
                <a:path w="1843" h="1117" extrusionOk="0">
                  <a:moveTo>
                    <a:pt x="1547" y="1"/>
                  </a:moveTo>
                  <a:lnTo>
                    <a:pt x="1" y="337"/>
                  </a:lnTo>
                  <a:cubicBezTo>
                    <a:pt x="122" y="538"/>
                    <a:pt x="216" y="713"/>
                    <a:pt x="283" y="848"/>
                  </a:cubicBezTo>
                  <a:lnTo>
                    <a:pt x="1843" y="1116"/>
                  </a:lnTo>
                  <a:lnTo>
                    <a:pt x="1843" y="1116"/>
                  </a:lnTo>
                  <a:lnTo>
                    <a:pt x="1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1458450" y="4033950"/>
              <a:ext cx="175775" cy="385825"/>
            </a:xfrm>
            <a:custGeom>
              <a:avLst/>
              <a:gdLst/>
              <a:ahLst/>
              <a:cxnLst/>
              <a:rect l="l" t="t" r="r" b="b"/>
              <a:pathLst>
                <a:path w="7031" h="15433" extrusionOk="0">
                  <a:moveTo>
                    <a:pt x="1" y="1"/>
                  </a:moveTo>
                  <a:lnTo>
                    <a:pt x="1" y="14196"/>
                  </a:lnTo>
                  <a:lnTo>
                    <a:pt x="7031" y="15432"/>
                  </a:lnTo>
                  <a:cubicBezTo>
                    <a:pt x="6090" y="13806"/>
                    <a:pt x="3375" y="8900"/>
                    <a:pt x="3657" y="6534"/>
                  </a:cubicBezTo>
                  <a:cubicBezTo>
                    <a:pt x="3899" y="4544"/>
                    <a:pt x="5176" y="2246"/>
                    <a:pt x="5915" y="103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1708189" y="4144847"/>
              <a:ext cx="39262" cy="102525"/>
            </a:xfrm>
            <a:custGeom>
              <a:avLst/>
              <a:gdLst/>
              <a:ahLst/>
              <a:cxnLst/>
              <a:rect l="l" t="t" r="r" b="b"/>
              <a:pathLst>
                <a:path w="1520" h="4101" extrusionOk="0">
                  <a:moveTo>
                    <a:pt x="0" y="1"/>
                  </a:moveTo>
                  <a:lnTo>
                    <a:pt x="565" y="4047"/>
                  </a:lnTo>
                  <a:lnTo>
                    <a:pt x="1519" y="4101"/>
                  </a:lnTo>
                  <a:lnTo>
                    <a:pt x="1519" y="8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1633200" y="4141825"/>
              <a:ext cx="79350" cy="103875"/>
            </a:xfrm>
            <a:custGeom>
              <a:avLst/>
              <a:gdLst/>
              <a:ahLst/>
              <a:cxnLst/>
              <a:rect l="l" t="t" r="r" b="b"/>
              <a:pathLst>
                <a:path w="3174" h="4155" extrusionOk="0">
                  <a:moveTo>
                    <a:pt x="2568" y="1"/>
                  </a:moveTo>
                  <a:lnTo>
                    <a:pt x="1" y="418"/>
                  </a:lnTo>
                  <a:lnTo>
                    <a:pt x="579" y="4033"/>
                  </a:lnTo>
                  <a:lnTo>
                    <a:pt x="3173" y="4154"/>
                  </a:lnTo>
                  <a:lnTo>
                    <a:pt x="256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1573016" y="4092776"/>
              <a:ext cx="123062" cy="57819"/>
            </a:xfrm>
            <a:custGeom>
              <a:avLst/>
              <a:gdLst/>
              <a:ahLst/>
              <a:cxnLst/>
              <a:rect l="l" t="t" r="r" b="b"/>
              <a:pathLst>
                <a:path w="4867" h="2313" extrusionOk="0">
                  <a:moveTo>
                    <a:pt x="1076" y="0"/>
                  </a:moveTo>
                  <a:cubicBezTo>
                    <a:pt x="699" y="672"/>
                    <a:pt x="296" y="1479"/>
                    <a:pt x="0" y="2312"/>
                  </a:cubicBezTo>
                  <a:lnTo>
                    <a:pt x="4866" y="1519"/>
                  </a:lnTo>
                  <a:lnTo>
                    <a:pt x="4705" y="417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1559600" y="4153925"/>
              <a:ext cx="77650" cy="88750"/>
            </a:xfrm>
            <a:custGeom>
              <a:avLst/>
              <a:gdLst/>
              <a:ahLst/>
              <a:cxnLst/>
              <a:rect l="l" t="t" r="r" b="b"/>
              <a:pathLst>
                <a:path w="3106" h="3550" extrusionOk="0">
                  <a:moveTo>
                    <a:pt x="2515" y="1"/>
                  </a:moveTo>
                  <a:lnTo>
                    <a:pt x="404" y="350"/>
                  </a:lnTo>
                  <a:cubicBezTo>
                    <a:pt x="229" y="861"/>
                    <a:pt x="122" y="1385"/>
                    <a:pt x="55" y="1869"/>
                  </a:cubicBezTo>
                  <a:cubicBezTo>
                    <a:pt x="1" y="2299"/>
                    <a:pt x="68" y="2837"/>
                    <a:pt x="202" y="3428"/>
                  </a:cubicBezTo>
                  <a:lnTo>
                    <a:pt x="3106" y="3549"/>
                  </a:lnTo>
                  <a:lnTo>
                    <a:pt x="251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1724600" y="4256775"/>
              <a:ext cx="22225" cy="119300"/>
            </a:xfrm>
            <a:custGeom>
              <a:avLst/>
              <a:gdLst/>
              <a:ahLst/>
              <a:cxnLst/>
              <a:rect l="l" t="t" r="r" b="b"/>
              <a:pathLst>
                <a:path w="889" h="4772" extrusionOk="0">
                  <a:moveTo>
                    <a:pt x="1" y="0"/>
                  </a:moveTo>
                  <a:lnTo>
                    <a:pt x="686" y="4772"/>
                  </a:lnTo>
                  <a:lnTo>
                    <a:pt x="888" y="4745"/>
                  </a:lnTo>
                  <a:lnTo>
                    <a:pt x="888" y="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1669089" y="4310518"/>
              <a:ext cx="62530" cy="77333"/>
            </a:xfrm>
            <a:custGeom>
              <a:avLst/>
              <a:gdLst/>
              <a:ahLst/>
              <a:cxnLst/>
              <a:rect l="l" t="t" r="r" b="b"/>
              <a:pathLst>
                <a:path w="2488" h="3093" extrusionOk="0">
                  <a:moveTo>
                    <a:pt x="2098" y="1"/>
                  </a:moveTo>
                  <a:lnTo>
                    <a:pt x="1" y="525"/>
                  </a:lnTo>
                  <a:lnTo>
                    <a:pt x="687" y="3092"/>
                  </a:lnTo>
                  <a:lnTo>
                    <a:pt x="2488" y="2716"/>
                  </a:lnTo>
                  <a:lnTo>
                    <a:pt x="209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1649976" y="4254075"/>
              <a:ext cx="69575" cy="58825"/>
            </a:xfrm>
            <a:custGeom>
              <a:avLst/>
              <a:gdLst/>
              <a:ahLst/>
              <a:cxnLst/>
              <a:rect l="l" t="t" r="r" b="b"/>
              <a:pathLst>
                <a:path w="2783" h="2353" extrusionOk="0">
                  <a:moveTo>
                    <a:pt x="0" y="0"/>
                  </a:moveTo>
                  <a:lnTo>
                    <a:pt x="619" y="2353"/>
                  </a:lnTo>
                  <a:lnTo>
                    <a:pt x="2783" y="1815"/>
                  </a:lnTo>
                  <a:lnTo>
                    <a:pt x="2541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1567675" y="4250725"/>
              <a:ext cx="88400" cy="78975"/>
            </a:xfrm>
            <a:custGeom>
              <a:avLst/>
              <a:gdLst/>
              <a:ahLst/>
              <a:cxnLst/>
              <a:rect l="l" t="t" r="r" b="b"/>
              <a:pathLst>
                <a:path w="3536" h="3159" extrusionOk="0">
                  <a:moveTo>
                    <a:pt x="0" y="0"/>
                  </a:moveTo>
                  <a:lnTo>
                    <a:pt x="0" y="0"/>
                  </a:lnTo>
                  <a:cubicBezTo>
                    <a:pt x="283" y="981"/>
                    <a:pt x="740" y="2110"/>
                    <a:pt x="1237" y="3159"/>
                  </a:cubicBezTo>
                  <a:lnTo>
                    <a:pt x="3536" y="2581"/>
                  </a:lnTo>
                  <a:lnTo>
                    <a:pt x="2864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1603300" y="4326040"/>
              <a:ext cx="72950" cy="72600"/>
            </a:xfrm>
            <a:custGeom>
              <a:avLst/>
              <a:gdLst/>
              <a:ahLst/>
              <a:cxnLst/>
              <a:rect l="l" t="t" r="r" b="b"/>
              <a:pathLst>
                <a:path w="2918" h="2904" extrusionOk="0">
                  <a:moveTo>
                    <a:pt x="2232" y="0"/>
                  </a:moveTo>
                  <a:lnTo>
                    <a:pt x="0" y="538"/>
                  </a:lnTo>
                  <a:cubicBezTo>
                    <a:pt x="430" y="1438"/>
                    <a:pt x="887" y="2272"/>
                    <a:pt x="1237" y="2904"/>
                  </a:cubicBezTo>
                  <a:lnTo>
                    <a:pt x="2917" y="2554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1542800" y="4059175"/>
              <a:ext cx="204025" cy="379750"/>
            </a:xfrm>
            <a:custGeom>
              <a:avLst/>
              <a:gdLst/>
              <a:ahLst/>
              <a:cxnLst/>
              <a:rect l="l" t="t" r="r" b="b"/>
              <a:pathLst>
                <a:path w="8161" h="15190" extrusionOk="0">
                  <a:moveTo>
                    <a:pt x="2313" y="1344"/>
                  </a:moveTo>
                  <a:lnTo>
                    <a:pt x="5942" y="1761"/>
                  </a:lnTo>
                  <a:lnTo>
                    <a:pt x="6103" y="2850"/>
                  </a:lnTo>
                  <a:lnTo>
                    <a:pt x="1224" y="3643"/>
                  </a:lnTo>
                  <a:cubicBezTo>
                    <a:pt x="1547" y="2823"/>
                    <a:pt x="1950" y="2016"/>
                    <a:pt x="2313" y="1344"/>
                  </a:cubicBezTo>
                  <a:close/>
                  <a:moveTo>
                    <a:pt x="3187" y="3777"/>
                  </a:moveTo>
                  <a:lnTo>
                    <a:pt x="3765" y="7326"/>
                  </a:lnTo>
                  <a:lnTo>
                    <a:pt x="861" y="7205"/>
                  </a:lnTo>
                  <a:cubicBezTo>
                    <a:pt x="727" y="6614"/>
                    <a:pt x="673" y="6076"/>
                    <a:pt x="727" y="5646"/>
                  </a:cubicBezTo>
                  <a:cubicBezTo>
                    <a:pt x="767" y="5148"/>
                    <a:pt x="901" y="4651"/>
                    <a:pt x="1076" y="4127"/>
                  </a:cubicBezTo>
                  <a:lnTo>
                    <a:pt x="3187" y="3777"/>
                  </a:lnTo>
                  <a:close/>
                  <a:moveTo>
                    <a:pt x="6184" y="3307"/>
                  </a:moveTo>
                  <a:lnTo>
                    <a:pt x="6789" y="7460"/>
                  </a:lnTo>
                  <a:lnTo>
                    <a:pt x="4195" y="7353"/>
                  </a:lnTo>
                  <a:lnTo>
                    <a:pt x="3617" y="3724"/>
                  </a:lnTo>
                  <a:lnTo>
                    <a:pt x="6184" y="3307"/>
                  </a:lnTo>
                  <a:close/>
                  <a:moveTo>
                    <a:pt x="4289" y="7796"/>
                  </a:moveTo>
                  <a:lnTo>
                    <a:pt x="6829" y="7891"/>
                  </a:lnTo>
                  <a:lnTo>
                    <a:pt x="7085" y="9611"/>
                  </a:lnTo>
                  <a:lnTo>
                    <a:pt x="4921" y="10149"/>
                  </a:lnTo>
                  <a:lnTo>
                    <a:pt x="4289" y="7796"/>
                  </a:lnTo>
                  <a:close/>
                  <a:moveTo>
                    <a:pt x="995" y="7662"/>
                  </a:moveTo>
                  <a:lnTo>
                    <a:pt x="3859" y="7770"/>
                  </a:lnTo>
                  <a:lnTo>
                    <a:pt x="4531" y="10243"/>
                  </a:lnTo>
                  <a:lnTo>
                    <a:pt x="2232" y="10808"/>
                  </a:lnTo>
                  <a:cubicBezTo>
                    <a:pt x="1735" y="9772"/>
                    <a:pt x="1264" y="8643"/>
                    <a:pt x="995" y="7662"/>
                  </a:cubicBezTo>
                  <a:close/>
                  <a:moveTo>
                    <a:pt x="7179" y="10055"/>
                  </a:moveTo>
                  <a:lnTo>
                    <a:pt x="7555" y="12770"/>
                  </a:lnTo>
                  <a:lnTo>
                    <a:pt x="5741" y="13146"/>
                  </a:lnTo>
                  <a:lnTo>
                    <a:pt x="5055" y="10579"/>
                  </a:lnTo>
                  <a:lnTo>
                    <a:pt x="7179" y="10055"/>
                  </a:lnTo>
                  <a:close/>
                  <a:moveTo>
                    <a:pt x="4638" y="10673"/>
                  </a:moveTo>
                  <a:lnTo>
                    <a:pt x="5324" y="13227"/>
                  </a:lnTo>
                  <a:lnTo>
                    <a:pt x="3657" y="13604"/>
                  </a:lnTo>
                  <a:cubicBezTo>
                    <a:pt x="3307" y="12985"/>
                    <a:pt x="2850" y="12138"/>
                    <a:pt x="2420" y="11238"/>
                  </a:cubicBezTo>
                  <a:lnTo>
                    <a:pt x="4638" y="10673"/>
                  </a:lnTo>
                  <a:close/>
                  <a:moveTo>
                    <a:pt x="2541" y="0"/>
                  </a:moveTo>
                  <a:cubicBezTo>
                    <a:pt x="1775" y="1210"/>
                    <a:pt x="525" y="3508"/>
                    <a:pt x="283" y="5484"/>
                  </a:cubicBezTo>
                  <a:cubicBezTo>
                    <a:pt x="1" y="7877"/>
                    <a:pt x="2716" y="12770"/>
                    <a:pt x="3657" y="14397"/>
                  </a:cubicBezTo>
                  <a:lnTo>
                    <a:pt x="4181" y="14477"/>
                  </a:lnTo>
                  <a:cubicBezTo>
                    <a:pt x="4114" y="14343"/>
                    <a:pt x="4020" y="14182"/>
                    <a:pt x="3899" y="13980"/>
                  </a:cubicBezTo>
                  <a:lnTo>
                    <a:pt x="5458" y="13644"/>
                  </a:lnTo>
                  <a:lnTo>
                    <a:pt x="5767" y="14746"/>
                  </a:lnTo>
                  <a:lnTo>
                    <a:pt x="6211" y="14827"/>
                  </a:lnTo>
                  <a:lnTo>
                    <a:pt x="6211" y="14827"/>
                  </a:lnTo>
                  <a:lnTo>
                    <a:pt x="5862" y="13550"/>
                  </a:lnTo>
                  <a:lnTo>
                    <a:pt x="7609" y="13187"/>
                  </a:lnTo>
                  <a:lnTo>
                    <a:pt x="7891" y="15136"/>
                  </a:lnTo>
                  <a:lnTo>
                    <a:pt x="8160" y="15190"/>
                  </a:lnTo>
                  <a:lnTo>
                    <a:pt x="8160" y="14061"/>
                  </a:lnTo>
                  <a:lnTo>
                    <a:pt x="8026" y="13133"/>
                  </a:lnTo>
                  <a:lnTo>
                    <a:pt x="8160" y="13106"/>
                  </a:lnTo>
                  <a:lnTo>
                    <a:pt x="8160" y="12649"/>
                  </a:lnTo>
                  <a:lnTo>
                    <a:pt x="7958" y="12676"/>
                  </a:lnTo>
                  <a:lnTo>
                    <a:pt x="7273" y="7904"/>
                  </a:lnTo>
                  <a:lnTo>
                    <a:pt x="8160" y="7958"/>
                  </a:lnTo>
                  <a:lnTo>
                    <a:pt x="8160" y="7528"/>
                  </a:lnTo>
                  <a:lnTo>
                    <a:pt x="7206" y="7460"/>
                  </a:lnTo>
                  <a:lnTo>
                    <a:pt x="6614" y="3401"/>
                  </a:lnTo>
                  <a:lnTo>
                    <a:pt x="8160" y="4275"/>
                  </a:lnTo>
                  <a:lnTo>
                    <a:pt x="8160" y="3804"/>
                  </a:lnTo>
                  <a:lnTo>
                    <a:pt x="6547" y="2904"/>
                  </a:lnTo>
                  <a:lnTo>
                    <a:pt x="6238" y="645"/>
                  </a:lnTo>
                  <a:lnTo>
                    <a:pt x="5794" y="565"/>
                  </a:lnTo>
                  <a:lnTo>
                    <a:pt x="5902" y="1290"/>
                  </a:lnTo>
                  <a:lnTo>
                    <a:pt x="2555" y="901"/>
                  </a:lnTo>
                  <a:cubicBezTo>
                    <a:pt x="2743" y="578"/>
                    <a:pt x="2904" y="309"/>
                    <a:pt x="3039" y="81"/>
                  </a:cubicBezTo>
                  <a:lnTo>
                    <a:pt x="2541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1743425" y="4386825"/>
              <a:ext cx="3400" cy="24550"/>
            </a:xfrm>
            <a:custGeom>
              <a:avLst/>
              <a:gdLst/>
              <a:ahLst/>
              <a:cxnLst/>
              <a:rect l="l" t="t" r="r" b="b"/>
              <a:pathLst>
                <a:path w="136" h="982" extrusionOk="0">
                  <a:moveTo>
                    <a:pt x="135" y="0"/>
                  </a:moveTo>
                  <a:lnTo>
                    <a:pt x="1" y="27"/>
                  </a:lnTo>
                  <a:lnTo>
                    <a:pt x="135" y="981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DF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1990425" y="4105500"/>
              <a:ext cx="171425" cy="181875"/>
            </a:xfrm>
            <a:custGeom>
              <a:avLst/>
              <a:gdLst/>
              <a:ahLst/>
              <a:cxnLst/>
              <a:rect l="l" t="t" r="r" b="b"/>
              <a:pathLst>
                <a:path w="6857" h="7275" extrusionOk="0">
                  <a:moveTo>
                    <a:pt x="1448" y="0"/>
                  </a:moveTo>
                  <a:cubicBezTo>
                    <a:pt x="1238" y="0"/>
                    <a:pt x="1027" y="75"/>
                    <a:pt x="834" y="271"/>
                  </a:cubicBezTo>
                  <a:cubicBezTo>
                    <a:pt x="1" y="1091"/>
                    <a:pt x="2810" y="2570"/>
                    <a:pt x="2810" y="2570"/>
                  </a:cubicBezTo>
                  <a:cubicBezTo>
                    <a:pt x="2810" y="2570"/>
                    <a:pt x="4934" y="7274"/>
                    <a:pt x="6023" y="7274"/>
                  </a:cubicBezTo>
                  <a:cubicBezTo>
                    <a:pt x="6856" y="7274"/>
                    <a:pt x="6776" y="6105"/>
                    <a:pt x="6708" y="5648"/>
                  </a:cubicBezTo>
                  <a:cubicBezTo>
                    <a:pt x="6453" y="3994"/>
                    <a:pt x="5055" y="2932"/>
                    <a:pt x="3953" y="1803"/>
                  </a:cubicBezTo>
                  <a:cubicBezTo>
                    <a:pt x="3953" y="1803"/>
                    <a:pt x="3334" y="580"/>
                    <a:pt x="2810" y="69"/>
                  </a:cubicBezTo>
                  <a:lnTo>
                    <a:pt x="2810" y="795"/>
                  </a:lnTo>
                  <a:cubicBezTo>
                    <a:pt x="2810" y="795"/>
                    <a:pt x="2133" y="0"/>
                    <a:pt x="1448" y="0"/>
                  </a:cubicBezTo>
                  <a:close/>
                </a:path>
              </a:pathLst>
            </a:custGeom>
            <a:solidFill>
              <a:srgbClr val="F29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1285725" y="4079125"/>
              <a:ext cx="210400" cy="180625"/>
            </a:xfrm>
            <a:custGeom>
              <a:avLst/>
              <a:gdLst/>
              <a:ahLst/>
              <a:cxnLst/>
              <a:rect l="l" t="t" r="r" b="b"/>
              <a:pathLst>
                <a:path w="8416" h="7225" extrusionOk="0">
                  <a:moveTo>
                    <a:pt x="7081" y="0"/>
                  </a:moveTo>
                  <a:cubicBezTo>
                    <a:pt x="6471" y="0"/>
                    <a:pt x="5915" y="721"/>
                    <a:pt x="5915" y="721"/>
                  </a:cubicBezTo>
                  <a:lnTo>
                    <a:pt x="5915" y="9"/>
                  </a:lnTo>
                  <a:cubicBezTo>
                    <a:pt x="5404" y="492"/>
                    <a:pt x="5310" y="1890"/>
                    <a:pt x="5310" y="1890"/>
                  </a:cubicBezTo>
                  <a:cubicBezTo>
                    <a:pt x="5310" y="1890"/>
                    <a:pt x="0" y="5990"/>
                    <a:pt x="1896" y="7079"/>
                  </a:cubicBezTo>
                  <a:cubicBezTo>
                    <a:pt x="2065" y="7179"/>
                    <a:pt x="2238" y="7224"/>
                    <a:pt x="2412" y="7224"/>
                  </a:cubicBezTo>
                  <a:cubicBezTo>
                    <a:pt x="4190" y="7224"/>
                    <a:pt x="6130" y="2509"/>
                    <a:pt x="6130" y="2509"/>
                  </a:cubicBezTo>
                  <a:cubicBezTo>
                    <a:pt x="6130" y="2509"/>
                    <a:pt x="8415" y="1030"/>
                    <a:pt x="7649" y="251"/>
                  </a:cubicBezTo>
                  <a:cubicBezTo>
                    <a:pt x="7465" y="69"/>
                    <a:pt x="7270" y="0"/>
                    <a:pt x="7081" y="0"/>
                  </a:cubicBezTo>
                  <a:close/>
                </a:path>
              </a:pathLst>
            </a:custGeom>
            <a:solidFill>
              <a:srgbClr val="F292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1801575" y="3918350"/>
              <a:ext cx="96475" cy="102525"/>
            </a:xfrm>
            <a:custGeom>
              <a:avLst/>
              <a:gdLst/>
              <a:ahLst/>
              <a:cxnLst/>
              <a:rect l="l" t="t" r="r" b="b"/>
              <a:pathLst>
                <a:path w="3859" h="4101" extrusionOk="0">
                  <a:moveTo>
                    <a:pt x="3858" y="1"/>
                  </a:moveTo>
                  <a:cubicBezTo>
                    <a:pt x="2514" y="1157"/>
                    <a:pt x="1210" y="942"/>
                    <a:pt x="1210" y="942"/>
                  </a:cubicBezTo>
                  <a:cubicBezTo>
                    <a:pt x="1210" y="942"/>
                    <a:pt x="1533" y="1815"/>
                    <a:pt x="565" y="2178"/>
                  </a:cubicBezTo>
                  <a:cubicBezTo>
                    <a:pt x="403" y="2246"/>
                    <a:pt x="202" y="2299"/>
                    <a:pt x="0" y="2367"/>
                  </a:cubicBezTo>
                  <a:lnTo>
                    <a:pt x="1761" y="4101"/>
                  </a:lnTo>
                  <a:cubicBezTo>
                    <a:pt x="2957" y="3657"/>
                    <a:pt x="3858" y="1627"/>
                    <a:pt x="3858" y="1"/>
                  </a:cubicBezTo>
                  <a:close/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1542800" y="3864600"/>
              <a:ext cx="27575" cy="32600"/>
            </a:xfrm>
            <a:custGeom>
              <a:avLst/>
              <a:gdLst/>
              <a:ahLst/>
              <a:cxnLst/>
              <a:rect l="l" t="t" r="r" b="b"/>
              <a:pathLst>
                <a:path w="1103" h="1304" extrusionOk="0">
                  <a:moveTo>
                    <a:pt x="364" y="1304"/>
                  </a:moveTo>
                  <a:cubicBezTo>
                    <a:pt x="364" y="1304"/>
                    <a:pt x="1" y="1223"/>
                    <a:pt x="1" y="618"/>
                  </a:cubicBezTo>
                  <a:cubicBezTo>
                    <a:pt x="1" y="0"/>
                    <a:pt x="1103" y="470"/>
                    <a:pt x="364" y="1304"/>
                  </a:cubicBezTo>
                  <a:close/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1876850" y="3847775"/>
              <a:ext cx="29600" cy="34975"/>
            </a:xfrm>
            <a:custGeom>
              <a:avLst/>
              <a:gdLst/>
              <a:ahLst/>
              <a:cxnLst/>
              <a:rect l="l" t="t" r="r" b="b"/>
              <a:pathLst>
                <a:path w="1184" h="1399" extrusionOk="0">
                  <a:moveTo>
                    <a:pt x="780" y="1399"/>
                  </a:moveTo>
                  <a:cubicBezTo>
                    <a:pt x="780" y="1399"/>
                    <a:pt x="1183" y="1291"/>
                    <a:pt x="1183" y="660"/>
                  </a:cubicBezTo>
                  <a:cubicBezTo>
                    <a:pt x="1183" y="1"/>
                    <a:pt x="0" y="485"/>
                    <a:pt x="780" y="1399"/>
                  </a:cubicBezTo>
                  <a:close/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1618425" y="3890125"/>
              <a:ext cx="24875" cy="41700"/>
            </a:xfrm>
            <a:custGeom>
              <a:avLst/>
              <a:gdLst/>
              <a:ahLst/>
              <a:cxnLst/>
              <a:rect l="l" t="t" r="r" b="b"/>
              <a:pathLst>
                <a:path w="995" h="1668" extrusionOk="0">
                  <a:moveTo>
                    <a:pt x="551" y="1"/>
                  </a:moveTo>
                  <a:cubicBezTo>
                    <a:pt x="551" y="1"/>
                    <a:pt x="995" y="1667"/>
                    <a:pt x="0" y="1318"/>
                  </a:cubicBezTo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1790150" y="3864600"/>
              <a:ext cx="30250" cy="40675"/>
            </a:xfrm>
            <a:custGeom>
              <a:avLst/>
              <a:gdLst/>
              <a:ahLst/>
              <a:cxnLst/>
              <a:rect l="l" t="t" r="r" b="b"/>
              <a:pathLst>
                <a:path w="1210" h="1627" extrusionOk="0">
                  <a:moveTo>
                    <a:pt x="1143" y="0"/>
                  </a:moveTo>
                  <a:cubicBezTo>
                    <a:pt x="1143" y="0"/>
                    <a:pt x="0" y="1613"/>
                    <a:pt x="1210" y="1627"/>
                  </a:cubicBezTo>
                </a:path>
              </a:pathLst>
            </a:custGeom>
            <a:solidFill>
              <a:srgbClr val="F0B0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D37F-4DEC-DFA6-FADA-8BC589B6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34" y="303882"/>
            <a:ext cx="7704000" cy="548700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5477F63-AF4A-1B92-D164-FAD63279D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3C3C29E4-EEB4-BB3D-C829-16EB01961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067" y="1140589"/>
            <a:ext cx="770399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Early airline systems were manual and less efficient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Web systems enabled online booking (Hossain et al.)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Databases manage flight &amp; booking data (Elmasri &amp; Navathe)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GUI improves user experience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AI chatbots automate support (Stuart Russell &amp; Peter Norvig)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NLP enables natural language queries (Daniel </a:t>
            </a:r>
            <a:r>
              <a:rPr lang="en-IN" sz="1800" dirty="0" err="1"/>
              <a:t>Jurafsky</a:t>
            </a:r>
            <a:r>
              <a:rPr lang="en-IN" sz="1800" dirty="0"/>
              <a:t> &amp; James H. Martin)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Payment &amp; e-ticketing improve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Gap: No fully integrated smart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Proposed: All features combined in one system </a:t>
            </a:r>
          </a:p>
        </p:txBody>
      </p:sp>
    </p:spTree>
    <p:extLst>
      <p:ext uri="{BB962C8B-B14F-4D97-AF65-F5344CB8AC3E}">
        <p14:creationId xmlns:p14="http://schemas.microsoft.com/office/powerpoint/2010/main" val="3750782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944F-A35C-58A4-AC06-29FB1B88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56248"/>
            <a:ext cx="7704000" cy="548700"/>
          </a:xfrm>
        </p:spPr>
        <p:txBody>
          <a:bodyPr/>
          <a:lstStyle/>
          <a:p>
            <a:r>
              <a:rPr lang="en-US" dirty="0"/>
              <a:t>Flowchart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33EE4D-126B-FDC1-3B08-EC149CF36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065" y="939860"/>
            <a:ext cx="5503333" cy="369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4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0B20-6036-4213-25EC-33EB2924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B7D7955-A088-FC51-1BEB-D2E2B9666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165" y="916153"/>
            <a:ext cx="835356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Pressman, R. S. – </a:t>
            </a:r>
            <a:r>
              <a:rPr lang="en-IN" sz="1800" i="1" dirty="0"/>
              <a:t>Software Engineering: A Practitioner’s Approach</a:t>
            </a:r>
            <a:r>
              <a:rPr lang="en-IN" sz="18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Kurose, J. F. &amp; Ross, K. W. – </a:t>
            </a:r>
            <a:r>
              <a:rPr lang="en-IN" sz="1800" i="1" dirty="0"/>
              <a:t>Computer Networking: A Top-Down Approach</a:t>
            </a:r>
            <a:r>
              <a:rPr lang="en-IN" sz="18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Elmasri, R. &amp; Navathe, S. – </a:t>
            </a:r>
            <a:r>
              <a:rPr lang="en-IN" sz="1800" i="1" dirty="0"/>
              <a:t>Fundamentals of Database Systems</a:t>
            </a:r>
            <a:r>
              <a:rPr lang="en-IN" sz="18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/>
              <a:t>Russell, S. &amp; Norvig, P. – </a:t>
            </a:r>
            <a:r>
              <a:rPr lang="en-IN" sz="1800" i="1" dirty="0"/>
              <a:t>Artificial Intelligence: A Modern Approach</a:t>
            </a:r>
            <a:r>
              <a:rPr lang="en-IN" sz="18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800" dirty="0" err="1"/>
              <a:t>Jurafsky</a:t>
            </a:r>
            <a:r>
              <a:rPr lang="en-IN" sz="1800" dirty="0"/>
              <a:t>, D. &amp; Martin, J. – </a:t>
            </a:r>
            <a:r>
              <a:rPr lang="en-IN" sz="1800" i="1" dirty="0"/>
              <a:t>Speech and Language Processing (NLP)</a:t>
            </a:r>
            <a:r>
              <a:rPr lang="en-IN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Python Official Documentation – </a:t>
            </a:r>
            <a:r>
              <a:rPr lang="en-IN" sz="1800" dirty="0">
                <a:hlinkClick r:id="rId2"/>
              </a:rPr>
              <a:t>https://docs.python.org</a:t>
            </a:r>
            <a:r>
              <a:rPr lang="en-IN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MySQL Documentation – </a:t>
            </a:r>
            <a:r>
              <a:rPr lang="en-IN" sz="1800" dirty="0">
                <a:hlinkClick r:id="rId3"/>
              </a:rPr>
              <a:t>https://dev.mysql.com/doc/</a:t>
            </a:r>
            <a:r>
              <a:rPr lang="en-IN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err="1"/>
              <a:t>Tkinter</a:t>
            </a:r>
            <a:r>
              <a:rPr lang="en-IN" sz="1800" dirty="0"/>
              <a:t> Documentation – </a:t>
            </a:r>
            <a:r>
              <a:rPr lang="en-IN" sz="1800" dirty="0">
                <a:hlinkClick r:id="rId4"/>
              </a:rPr>
              <a:t>https://docs.python.org/3/library/tkinter.html</a:t>
            </a:r>
            <a:r>
              <a:rPr lang="en-IN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FPDF Documentation – </a:t>
            </a:r>
            <a:r>
              <a:rPr lang="en-IN" sz="1800" dirty="0">
                <a:hlinkClick r:id="rId5"/>
              </a:rPr>
              <a:t>https://pyfpdf.readthedocs.io/</a:t>
            </a:r>
            <a:r>
              <a:rPr lang="en-IN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err="1"/>
              <a:t>qrcode</a:t>
            </a:r>
            <a:r>
              <a:rPr lang="en-IN" sz="1800" dirty="0"/>
              <a:t> Library Docs – </a:t>
            </a:r>
            <a:r>
              <a:rPr lang="en-IN" sz="1800" dirty="0">
                <a:hlinkClick r:id="rId6"/>
              </a:rPr>
              <a:t>https://pypi.org/project/qrcode/</a:t>
            </a:r>
            <a:r>
              <a:rPr lang="en-IN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44834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87;p72">
            <a:extLst>
              <a:ext uri="{FF2B5EF4-FFF2-40B4-BE49-F238E27FC236}">
                <a16:creationId xmlns:a16="http://schemas.microsoft.com/office/drawing/2014/main" id="{2FD1926B-B5CB-DB22-11C1-CAEFB28A3825}"/>
              </a:ext>
            </a:extLst>
          </p:cNvPr>
          <p:cNvSpPr txBox="1">
            <a:spLocks/>
          </p:cNvSpPr>
          <p:nvPr/>
        </p:nvSpPr>
        <p:spPr>
          <a:xfrm>
            <a:off x="1549792" y="1447800"/>
            <a:ext cx="3902422" cy="3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Black"/>
              <a:buNone/>
              <a:defRPr sz="3000" b="0" i="1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nton"/>
              <a:buNone/>
              <a:defRPr sz="3500" b="0" i="1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algn="r"/>
            <a:r>
              <a:rPr lang="en-IN" sz="3600" dirty="0"/>
              <a:t>Thanks!</a:t>
            </a:r>
          </a:p>
        </p:txBody>
      </p:sp>
      <p:pic>
        <p:nvPicPr>
          <p:cNvPr id="223" name="Google Shape;2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77703">
            <a:off x="1745063" y="-187756"/>
            <a:ext cx="6457341" cy="52624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6" name="Google Shape;1496;p64"/>
          <p:cNvGrpSpPr/>
          <p:nvPr/>
        </p:nvGrpSpPr>
        <p:grpSpPr>
          <a:xfrm flipH="1">
            <a:off x="225006" y="74629"/>
            <a:ext cx="1507118" cy="838832"/>
            <a:chOff x="7636893" y="2346251"/>
            <a:chExt cx="1507118" cy="838832"/>
          </a:xfrm>
        </p:grpSpPr>
        <p:grpSp>
          <p:nvGrpSpPr>
            <p:cNvPr id="1497" name="Google Shape;1497;p64"/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1498" name="Google Shape;1498;p64"/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64"/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0" name="Google Shape;1500;p64"/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1501" name="Google Shape;1501;p64"/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64"/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64"/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64"/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64"/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64"/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64"/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64"/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64"/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64"/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38" name="Google Shape;1538;p65"/>
          <p:cNvGrpSpPr/>
          <p:nvPr/>
        </p:nvGrpSpPr>
        <p:grpSpPr>
          <a:xfrm>
            <a:off x="7855426" y="3937385"/>
            <a:ext cx="1507118" cy="838832"/>
            <a:chOff x="7636893" y="2346251"/>
            <a:chExt cx="1507118" cy="838832"/>
          </a:xfrm>
        </p:grpSpPr>
        <p:grpSp>
          <p:nvGrpSpPr>
            <p:cNvPr id="1539" name="Google Shape;1539;p65"/>
            <p:cNvGrpSpPr/>
            <p:nvPr/>
          </p:nvGrpSpPr>
          <p:grpSpPr>
            <a:xfrm flipH="1">
              <a:off x="7728620" y="2393076"/>
              <a:ext cx="1415391" cy="792008"/>
              <a:chOff x="1905568" y="363438"/>
              <a:chExt cx="1415391" cy="792008"/>
            </a:xfrm>
          </p:grpSpPr>
          <p:sp>
            <p:nvSpPr>
              <p:cNvPr id="1540" name="Google Shape;1540;p65"/>
              <p:cNvSpPr/>
              <p:nvPr/>
            </p:nvSpPr>
            <p:spPr>
              <a:xfrm>
                <a:off x="1905568" y="363438"/>
                <a:ext cx="1342337" cy="713989"/>
              </a:xfrm>
              <a:custGeom>
                <a:avLst/>
                <a:gdLst/>
                <a:ahLst/>
                <a:cxnLst/>
                <a:rect l="l" t="t" r="r" b="b"/>
                <a:pathLst>
                  <a:path w="41912" h="22293" extrusionOk="0">
                    <a:moveTo>
                      <a:pt x="452" y="22293"/>
                    </a:moveTo>
                    <a:lnTo>
                      <a:pt x="0" y="21437"/>
                    </a:lnTo>
                    <a:lnTo>
                      <a:pt x="41270" y="0"/>
                    </a:lnTo>
                    <a:lnTo>
                      <a:pt x="41911" y="76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65"/>
              <p:cNvSpPr/>
              <p:nvPr/>
            </p:nvSpPr>
            <p:spPr>
              <a:xfrm>
                <a:off x="1975580" y="439535"/>
                <a:ext cx="1345379" cy="715911"/>
              </a:xfrm>
              <a:custGeom>
                <a:avLst/>
                <a:gdLst/>
                <a:ahLst/>
                <a:cxnLst/>
                <a:rect l="l" t="t" r="r" b="b"/>
                <a:pathLst>
                  <a:path w="42007" h="22353" extrusionOk="0">
                    <a:moveTo>
                      <a:pt x="452" y="22353"/>
                    </a:moveTo>
                    <a:lnTo>
                      <a:pt x="1" y="21497"/>
                    </a:lnTo>
                    <a:lnTo>
                      <a:pt x="41401" y="1"/>
                    </a:lnTo>
                    <a:lnTo>
                      <a:pt x="42007" y="773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50000">
                    <a:srgbClr val="FEFAF9">
                      <a:alpha val="10196"/>
                    </a:srgbClr>
                  </a:gs>
                  <a:gs pos="100000">
                    <a:srgbClr val="FEFAF9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65"/>
            <p:cNvGrpSpPr/>
            <p:nvPr/>
          </p:nvGrpSpPr>
          <p:grpSpPr>
            <a:xfrm flipH="1">
              <a:off x="7636893" y="2346251"/>
              <a:ext cx="257693" cy="199083"/>
              <a:chOff x="3154993" y="316614"/>
              <a:chExt cx="257693" cy="199083"/>
            </a:xfrm>
          </p:grpSpPr>
          <p:sp>
            <p:nvSpPr>
              <p:cNvPr id="1543" name="Google Shape;1543;p65"/>
              <p:cNvSpPr/>
              <p:nvPr/>
            </p:nvSpPr>
            <p:spPr>
              <a:xfrm>
                <a:off x="3185067" y="330578"/>
                <a:ext cx="227619" cy="137910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4306" extrusionOk="0">
                    <a:moveTo>
                      <a:pt x="6067" y="1"/>
                    </a:moveTo>
                    <a:cubicBezTo>
                      <a:pt x="6037" y="1"/>
                      <a:pt x="6008" y="2"/>
                      <a:pt x="5978" y="4"/>
                    </a:cubicBezTo>
                    <a:cubicBezTo>
                      <a:pt x="5835" y="4"/>
                      <a:pt x="5693" y="52"/>
                      <a:pt x="5574" y="135"/>
                    </a:cubicBezTo>
                    <a:cubicBezTo>
                      <a:pt x="4956" y="515"/>
                      <a:pt x="2734" y="1906"/>
                      <a:pt x="1973" y="2274"/>
                    </a:cubicBezTo>
                    <a:cubicBezTo>
                      <a:pt x="1355" y="2571"/>
                      <a:pt x="773" y="2927"/>
                      <a:pt x="226" y="3331"/>
                    </a:cubicBezTo>
                    <a:lnTo>
                      <a:pt x="1" y="4306"/>
                    </a:lnTo>
                    <a:cubicBezTo>
                      <a:pt x="690" y="4258"/>
                      <a:pt x="1843" y="3676"/>
                      <a:pt x="1843" y="3676"/>
                    </a:cubicBezTo>
                    <a:cubicBezTo>
                      <a:pt x="1843" y="3676"/>
                      <a:pt x="5764" y="1490"/>
                      <a:pt x="6429" y="1038"/>
                    </a:cubicBezTo>
                    <a:cubicBezTo>
                      <a:pt x="7107" y="598"/>
                      <a:pt x="6786" y="278"/>
                      <a:pt x="6786" y="278"/>
                    </a:cubicBezTo>
                    <a:cubicBezTo>
                      <a:pt x="6583" y="96"/>
                      <a:pt x="6332" y="1"/>
                      <a:pt x="60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65"/>
              <p:cNvSpPr/>
              <p:nvPr/>
            </p:nvSpPr>
            <p:spPr>
              <a:xfrm>
                <a:off x="3258890" y="401102"/>
                <a:ext cx="124875" cy="114594"/>
              </a:xfrm>
              <a:custGeom>
                <a:avLst/>
                <a:gdLst/>
                <a:ahLst/>
                <a:cxnLst/>
                <a:rect l="l" t="t" r="r" b="b"/>
                <a:pathLst>
                  <a:path w="3899" h="3578" extrusionOk="0">
                    <a:moveTo>
                      <a:pt x="1617" y="1"/>
                    </a:moveTo>
                    <a:lnTo>
                      <a:pt x="1" y="797"/>
                    </a:lnTo>
                    <a:lnTo>
                      <a:pt x="1522" y="1783"/>
                    </a:lnTo>
                    <a:lnTo>
                      <a:pt x="3661" y="3577"/>
                    </a:lnTo>
                    <a:lnTo>
                      <a:pt x="3899" y="3554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65"/>
              <p:cNvSpPr/>
              <p:nvPr/>
            </p:nvSpPr>
            <p:spPr>
              <a:xfrm>
                <a:off x="3323233" y="426148"/>
                <a:ext cx="28280" cy="2395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748" extrusionOk="0">
                    <a:moveTo>
                      <a:pt x="399" y="1"/>
                    </a:moveTo>
                    <a:cubicBezTo>
                      <a:pt x="385" y="1"/>
                      <a:pt x="371" y="1"/>
                      <a:pt x="357" y="3"/>
                    </a:cubicBezTo>
                    <a:cubicBezTo>
                      <a:pt x="155" y="15"/>
                      <a:pt x="0" y="193"/>
                      <a:pt x="24" y="407"/>
                    </a:cubicBezTo>
                    <a:cubicBezTo>
                      <a:pt x="39" y="618"/>
                      <a:pt x="212" y="748"/>
                      <a:pt x="391" y="748"/>
                    </a:cubicBezTo>
                    <a:cubicBezTo>
                      <a:pt x="494" y="748"/>
                      <a:pt x="599" y="705"/>
                      <a:pt x="678" y="609"/>
                    </a:cubicBezTo>
                    <a:cubicBezTo>
                      <a:pt x="882" y="370"/>
                      <a:pt x="706" y="1"/>
                      <a:pt x="3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65"/>
              <p:cNvSpPr/>
              <p:nvPr/>
            </p:nvSpPr>
            <p:spPr>
              <a:xfrm>
                <a:off x="3196116" y="452475"/>
                <a:ext cx="4266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1261" extrusionOk="0">
                    <a:moveTo>
                      <a:pt x="452" y="1"/>
                    </a:moveTo>
                    <a:lnTo>
                      <a:pt x="0" y="298"/>
                    </a:lnTo>
                    <a:lnTo>
                      <a:pt x="1010" y="1260"/>
                    </a:lnTo>
                    <a:lnTo>
                      <a:pt x="1331" y="1225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65"/>
              <p:cNvSpPr/>
              <p:nvPr/>
            </p:nvSpPr>
            <p:spPr>
              <a:xfrm>
                <a:off x="3170622" y="316614"/>
                <a:ext cx="122569" cy="110399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447" extrusionOk="0">
                    <a:moveTo>
                      <a:pt x="24" y="1"/>
                    </a:moveTo>
                    <a:lnTo>
                      <a:pt x="0" y="238"/>
                    </a:lnTo>
                    <a:lnTo>
                      <a:pt x="1878" y="2555"/>
                    </a:lnTo>
                    <a:lnTo>
                      <a:pt x="2555" y="3447"/>
                    </a:lnTo>
                    <a:lnTo>
                      <a:pt x="3826" y="229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65"/>
              <p:cNvSpPr/>
              <p:nvPr/>
            </p:nvSpPr>
            <p:spPr>
              <a:xfrm>
                <a:off x="3233364" y="351972"/>
                <a:ext cx="30138" cy="26134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" extrusionOk="0">
                    <a:moveTo>
                      <a:pt x="472" y="1"/>
                    </a:moveTo>
                    <a:cubicBezTo>
                      <a:pt x="303" y="1"/>
                      <a:pt x="137" y="103"/>
                      <a:pt x="85" y="299"/>
                    </a:cubicBezTo>
                    <a:cubicBezTo>
                      <a:pt x="0" y="572"/>
                      <a:pt x="222" y="816"/>
                      <a:pt x="471" y="816"/>
                    </a:cubicBezTo>
                    <a:cubicBezTo>
                      <a:pt x="536" y="816"/>
                      <a:pt x="603" y="799"/>
                      <a:pt x="667" y="762"/>
                    </a:cubicBezTo>
                    <a:cubicBezTo>
                      <a:pt x="869" y="655"/>
                      <a:pt x="941" y="406"/>
                      <a:pt x="834" y="216"/>
                    </a:cubicBezTo>
                    <a:cubicBezTo>
                      <a:pt x="753" y="71"/>
                      <a:pt x="612" y="1"/>
                      <a:pt x="4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65"/>
              <p:cNvSpPr/>
              <p:nvPr/>
            </p:nvSpPr>
            <p:spPr>
              <a:xfrm>
                <a:off x="3154993" y="413657"/>
                <a:ext cx="41155" cy="46856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1463" extrusionOk="0">
                    <a:moveTo>
                      <a:pt x="25" y="1"/>
                    </a:moveTo>
                    <a:lnTo>
                      <a:pt x="1" y="322"/>
                    </a:lnTo>
                    <a:lnTo>
                      <a:pt x="1165" y="1462"/>
                    </a:lnTo>
                    <a:lnTo>
                      <a:pt x="1284" y="83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65"/>
              <p:cNvSpPr/>
              <p:nvPr/>
            </p:nvSpPr>
            <p:spPr>
              <a:xfrm>
                <a:off x="3196501" y="402640"/>
                <a:ext cx="23989" cy="36928"/>
              </a:xfrm>
              <a:custGeom>
                <a:avLst/>
                <a:gdLst/>
                <a:ahLst/>
                <a:cxnLst/>
                <a:rect l="l" t="t" r="r" b="b"/>
                <a:pathLst>
                  <a:path w="749" h="1153" extrusionOk="0">
                    <a:moveTo>
                      <a:pt x="666" y="0"/>
                    </a:moveTo>
                    <a:lnTo>
                      <a:pt x="416" y="107"/>
                    </a:lnTo>
                    <a:lnTo>
                      <a:pt x="0" y="1153"/>
                    </a:lnTo>
                    <a:lnTo>
                      <a:pt x="749" y="594"/>
                    </a:lnTo>
                    <a:lnTo>
                      <a:pt x="66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65"/>
              <p:cNvSpPr/>
              <p:nvPr/>
            </p:nvSpPr>
            <p:spPr>
              <a:xfrm>
                <a:off x="3316380" y="427749"/>
                <a:ext cx="13355" cy="14476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52" extrusionOk="0">
                    <a:moveTo>
                      <a:pt x="416" y="0"/>
                    </a:moveTo>
                    <a:lnTo>
                      <a:pt x="0" y="286"/>
                    </a:lnTo>
                    <a:lnTo>
                      <a:pt x="404" y="45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65"/>
              <p:cNvSpPr/>
              <p:nvPr/>
            </p:nvSpPr>
            <p:spPr>
              <a:xfrm>
                <a:off x="3230354" y="352389"/>
                <a:ext cx="14893" cy="13740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29" extrusionOk="0">
                    <a:moveTo>
                      <a:pt x="464" y="1"/>
                    </a:moveTo>
                    <a:lnTo>
                      <a:pt x="1" y="167"/>
                    </a:lnTo>
                    <a:lnTo>
                      <a:pt x="345" y="428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Flying Airplane by Slidesgo">
  <a:themeElements>
    <a:clrScheme name="Simple Light">
      <a:dk1>
        <a:srgbClr val="325AD6"/>
      </a:dk1>
      <a:lt1>
        <a:srgbClr val="FFFFFF"/>
      </a:lt1>
      <a:dk2>
        <a:srgbClr val="272727"/>
      </a:dk2>
      <a:lt2>
        <a:srgbClr val="D14000"/>
      </a:lt2>
      <a:accent1>
        <a:srgbClr val="4C8CFC"/>
      </a:accent1>
      <a:accent2>
        <a:srgbClr val="EAF3FF"/>
      </a:accent2>
      <a:accent3>
        <a:srgbClr val="D6DFFF"/>
      </a:accent3>
      <a:accent4>
        <a:srgbClr val="3761FA"/>
      </a:accent4>
      <a:accent5>
        <a:srgbClr val="A9CBF9"/>
      </a:accent5>
      <a:accent6>
        <a:srgbClr val="95B9F5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597</Words>
  <Application>Microsoft Office PowerPoint</Application>
  <PresentationFormat>On-screen Show (16:9)</PresentationFormat>
  <Paragraphs>112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Raleway Black</vt:lpstr>
      <vt:lpstr>Arial</vt:lpstr>
      <vt:lpstr>Nunito Light</vt:lpstr>
      <vt:lpstr>M PLUS 1p</vt:lpstr>
      <vt:lpstr>Flying Airplane by Slidesgo</vt:lpstr>
      <vt:lpstr>Smart AI Airlines System</vt:lpstr>
      <vt:lpstr>1</vt:lpstr>
      <vt:lpstr>Introduction</vt:lpstr>
      <vt:lpstr>Objective</vt:lpstr>
      <vt:lpstr>Technologies Used</vt:lpstr>
      <vt:lpstr>System Workflow</vt:lpstr>
      <vt:lpstr>AI-Based Flight Booking</vt:lpstr>
      <vt:lpstr>Flight Booking Interface</vt:lpstr>
      <vt:lpstr>Payment System</vt:lpstr>
      <vt:lpstr>PDF Receipt Generation System</vt:lpstr>
      <vt:lpstr>Advantages</vt:lpstr>
      <vt:lpstr>Conclusion</vt:lpstr>
      <vt:lpstr>Literature Review</vt:lpstr>
      <vt:lpstr>Flowchart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Sonali</dc:creator>
  <cp:lastModifiedBy>Ayush Yadav</cp:lastModifiedBy>
  <cp:revision>8</cp:revision>
  <dcterms:modified xsi:type="dcterms:W3CDTF">2026-04-08T15:56:19Z</dcterms:modified>
</cp:coreProperties>
</file>